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</p:sldMasterIdLst>
  <p:notesMasterIdLst>
    <p:notesMasterId r:id="rId15"/>
  </p:notesMasterIdLst>
  <p:sldIdLst>
    <p:sldId id="256" r:id="rId2"/>
    <p:sldId id="259" r:id="rId3"/>
    <p:sldId id="260" r:id="rId4"/>
    <p:sldId id="313" r:id="rId5"/>
    <p:sldId id="314" r:id="rId6"/>
    <p:sldId id="315" r:id="rId7"/>
    <p:sldId id="265" r:id="rId8"/>
    <p:sldId id="275" r:id="rId9"/>
    <p:sldId id="317" r:id="rId10"/>
    <p:sldId id="318" r:id="rId11"/>
    <p:sldId id="319" r:id="rId12"/>
    <p:sldId id="289" r:id="rId13"/>
    <p:sldId id="312" r:id="rId14"/>
  </p:sldIdLst>
  <p:sldSz cx="9144000" cy="5143500" type="screen16x9"/>
  <p:notesSz cx="6858000" cy="9144000"/>
  <p:embeddedFontLst>
    <p:embeddedFont>
      <p:font typeface="Archivo Light" panose="020B0604020202020204" charset="0"/>
      <p:regular r:id="rId16"/>
      <p:bold r:id="rId17"/>
      <p:italic r:id="rId18"/>
      <p:boldItalic r:id="rId19"/>
    </p:embeddedFont>
    <p:embeddedFont>
      <p:font typeface="Archivo Medium" panose="020B0604020202020204" charset="0"/>
      <p:regular r:id="rId20"/>
      <p:bold r:id="rId21"/>
      <p:italic r:id="rId22"/>
      <p:boldItalic r:id="rId23"/>
    </p:embeddedFont>
    <p:embeddedFont>
      <p:font typeface="Bebas Neue" panose="020B0606020202050201" pitchFamily="34" charset="0"/>
      <p:regular r:id="rId24"/>
    </p:embeddedFont>
    <p:embeddedFont>
      <p:font typeface="Manjari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335D5A-481C-43FD-9591-788BA2AD4052}" v="15" dt="2026-06-17T08:03:16.833"/>
  </p1510:revLst>
</p1510:revInfo>
</file>

<file path=ppt/tableStyles.xml><?xml version="1.0" encoding="utf-8"?>
<a:tblStyleLst xmlns:a="http://schemas.openxmlformats.org/drawingml/2006/main" def="{EC716831-1200-4D01-9D12-4E4308076A3F}">
  <a:tblStyle styleId="{EC716831-1200-4D01-9D12-4E4308076A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E82727B-913A-4784-B8AC-11355F9A4F1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8" d="100"/>
          <a:sy n="68" d="100"/>
        </p:scale>
        <p:origin x="693" y="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7" name="Google Shape;652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528" name="Google Shape;652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9" name="Google Shape;656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570" name="Google Shape;657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9" name="Google Shape;657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580" name="Google Shape;658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8">
          <a:extLst>
            <a:ext uri="{FF2B5EF4-FFF2-40B4-BE49-F238E27FC236}">
              <a16:creationId xmlns:a16="http://schemas.microsoft.com/office/drawing/2014/main" id="{1AD507C1-C166-9C12-FE30-493B81FB5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9" name="Google Shape;6569;g54dda1946d_6_257:notes">
            <a:extLst>
              <a:ext uri="{FF2B5EF4-FFF2-40B4-BE49-F238E27FC236}">
                <a16:creationId xmlns:a16="http://schemas.microsoft.com/office/drawing/2014/main" id="{10454A08-AA77-09DE-FB68-C47052782B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570" name="Google Shape;6570;g54dda1946d_6_257:notes">
            <a:extLst>
              <a:ext uri="{FF2B5EF4-FFF2-40B4-BE49-F238E27FC236}">
                <a16:creationId xmlns:a16="http://schemas.microsoft.com/office/drawing/2014/main" id="{0B53B8F8-3AB3-395F-1663-D5A0815D0F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072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1" name="Google Shape;681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812" name="Google Shape;681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1" name="Google Shape;7221;g54dda1946d_6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222" name="Google Shape;7222;g54dda1946d_6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4" name="Google Shape;7564;g2580012727b_0_18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565" name="Google Shape;7565;g2580012727b_0_18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8">
          <a:extLst>
            <a:ext uri="{FF2B5EF4-FFF2-40B4-BE49-F238E27FC236}">
              <a16:creationId xmlns:a16="http://schemas.microsoft.com/office/drawing/2014/main" id="{18F737F8-AD21-B3AC-6CD2-390AE8395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9" name="Google Shape;6579;g54dda1946d_6_308:notes">
            <a:extLst>
              <a:ext uri="{FF2B5EF4-FFF2-40B4-BE49-F238E27FC236}">
                <a16:creationId xmlns:a16="http://schemas.microsoft.com/office/drawing/2014/main" id="{4B582322-CE2D-B9AE-11A2-8E1EE82B4C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580" name="Google Shape;6580;g54dda1946d_6_308:notes">
            <a:extLst>
              <a:ext uri="{FF2B5EF4-FFF2-40B4-BE49-F238E27FC236}">
                <a16:creationId xmlns:a16="http://schemas.microsoft.com/office/drawing/2014/main" id="{78B9645D-C91A-44C3-0F0F-5EF03B6F9E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7870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6312300" cy="157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2605925"/>
            <a:ext cx="2320800" cy="772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3982125" flipH="1">
            <a:off x="3233080" y="4378339"/>
            <a:ext cx="975491" cy="1320889"/>
          </a:xfrm>
          <a:custGeom>
            <a:avLst/>
            <a:gdLst/>
            <a:ahLst/>
            <a:cxnLst/>
            <a:rect l="l" t="t" r="r" b="b"/>
            <a:pathLst>
              <a:path w="31739" h="42977" extrusionOk="0">
                <a:moveTo>
                  <a:pt x="2341" y="25"/>
                </a:moveTo>
                <a:cubicBezTo>
                  <a:pt x="1031" y="25"/>
                  <a:pt x="1" y="1830"/>
                  <a:pt x="826" y="2949"/>
                </a:cubicBezTo>
                <a:cubicBezTo>
                  <a:pt x="1950" y="4469"/>
                  <a:pt x="2771" y="5380"/>
                  <a:pt x="4686" y="6019"/>
                </a:cubicBezTo>
                <a:cubicBezTo>
                  <a:pt x="6115" y="6475"/>
                  <a:pt x="7725" y="6687"/>
                  <a:pt x="9245" y="6748"/>
                </a:cubicBezTo>
                <a:cubicBezTo>
                  <a:pt x="9368" y="6753"/>
                  <a:pt x="9492" y="6755"/>
                  <a:pt x="9617" y="6755"/>
                </a:cubicBezTo>
                <a:cubicBezTo>
                  <a:pt x="11270" y="6755"/>
                  <a:pt x="13089" y="6354"/>
                  <a:pt x="14830" y="6354"/>
                </a:cubicBezTo>
                <a:cubicBezTo>
                  <a:pt x="16208" y="6354"/>
                  <a:pt x="17538" y="6606"/>
                  <a:pt x="18698" y="7508"/>
                </a:cubicBezTo>
                <a:cubicBezTo>
                  <a:pt x="19701" y="8298"/>
                  <a:pt x="20340" y="9545"/>
                  <a:pt x="21282" y="10426"/>
                </a:cubicBezTo>
                <a:cubicBezTo>
                  <a:pt x="22376" y="11429"/>
                  <a:pt x="23835" y="11429"/>
                  <a:pt x="24960" y="12371"/>
                </a:cubicBezTo>
                <a:cubicBezTo>
                  <a:pt x="27452" y="14408"/>
                  <a:pt x="27665" y="18359"/>
                  <a:pt x="27726" y="21308"/>
                </a:cubicBezTo>
                <a:cubicBezTo>
                  <a:pt x="27817" y="24773"/>
                  <a:pt x="25963" y="27053"/>
                  <a:pt x="24777" y="30092"/>
                </a:cubicBezTo>
                <a:cubicBezTo>
                  <a:pt x="24170" y="31673"/>
                  <a:pt x="24078" y="33162"/>
                  <a:pt x="22741" y="34347"/>
                </a:cubicBezTo>
                <a:cubicBezTo>
                  <a:pt x="21677" y="35259"/>
                  <a:pt x="20340" y="35989"/>
                  <a:pt x="19063" y="36536"/>
                </a:cubicBezTo>
                <a:cubicBezTo>
                  <a:pt x="17665" y="37113"/>
                  <a:pt x="16206" y="37569"/>
                  <a:pt x="14777" y="38086"/>
                </a:cubicBezTo>
                <a:cubicBezTo>
                  <a:pt x="13258" y="38633"/>
                  <a:pt x="11616" y="39332"/>
                  <a:pt x="10005" y="39424"/>
                </a:cubicBezTo>
                <a:cubicBezTo>
                  <a:pt x="7786" y="39575"/>
                  <a:pt x="5689" y="39940"/>
                  <a:pt x="4382" y="41946"/>
                </a:cubicBezTo>
                <a:cubicBezTo>
                  <a:pt x="4060" y="42453"/>
                  <a:pt x="4539" y="42977"/>
                  <a:pt x="5029" y="42977"/>
                </a:cubicBezTo>
                <a:cubicBezTo>
                  <a:pt x="5186" y="42977"/>
                  <a:pt x="5343" y="42923"/>
                  <a:pt x="5476" y="42797"/>
                </a:cubicBezTo>
                <a:cubicBezTo>
                  <a:pt x="6449" y="41886"/>
                  <a:pt x="7695" y="41673"/>
                  <a:pt x="8941" y="41642"/>
                </a:cubicBezTo>
                <a:cubicBezTo>
                  <a:pt x="9108" y="41642"/>
                  <a:pt x="9279" y="41640"/>
                  <a:pt x="9452" y="41640"/>
                </a:cubicBezTo>
                <a:cubicBezTo>
                  <a:pt x="9969" y="41640"/>
                  <a:pt x="10499" y="41658"/>
                  <a:pt x="10978" y="41794"/>
                </a:cubicBezTo>
                <a:cubicBezTo>
                  <a:pt x="11677" y="41977"/>
                  <a:pt x="12224" y="42341"/>
                  <a:pt x="12923" y="42493"/>
                </a:cubicBezTo>
                <a:cubicBezTo>
                  <a:pt x="13928" y="42697"/>
                  <a:pt x="14926" y="42798"/>
                  <a:pt x="15914" y="42798"/>
                </a:cubicBezTo>
                <a:cubicBezTo>
                  <a:pt x="17733" y="42798"/>
                  <a:pt x="19518" y="42453"/>
                  <a:pt x="21252" y="41764"/>
                </a:cubicBezTo>
                <a:cubicBezTo>
                  <a:pt x="23714" y="40791"/>
                  <a:pt x="26753" y="39424"/>
                  <a:pt x="28182" y="37113"/>
                </a:cubicBezTo>
                <a:cubicBezTo>
                  <a:pt x="28881" y="35958"/>
                  <a:pt x="29154" y="34651"/>
                  <a:pt x="29246" y="33344"/>
                </a:cubicBezTo>
                <a:cubicBezTo>
                  <a:pt x="29367" y="31794"/>
                  <a:pt x="29641" y="30518"/>
                  <a:pt x="30127" y="29059"/>
                </a:cubicBezTo>
                <a:cubicBezTo>
                  <a:pt x="31738" y="24074"/>
                  <a:pt x="31525" y="18481"/>
                  <a:pt x="28486" y="14074"/>
                </a:cubicBezTo>
                <a:cubicBezTo>
                  <a:pt x="27209" y="12250"/>
                  <a:pt x="25781" y="11034"/>
                  <a:pt x="23774" y="10031"/>
                </a:cubicBezTo>
                <a:cubicBezTo>
                  <a:pt x="21799" y="9058"/>
                  <a:pt x="20005" y="6809"/>
                  <a:pt x="19002" y="4833"/>
                </a:cubicBezTo>
                <a:cubicBezTo>
                  <a:pt x="17665" y="2189"/>
                  <a:pt x="14717" y="1277"/>
                  <a:pt x="11890" y="1216"/>
                </a:cubicBezTo>
                <a:cubicBezTo>
                  <a:pt x="11668" y="1212"/>
                  <a:pt x="11449" y="1211"/>
                  <a:pt x="11232" y="1211"/>
                </a:cubicBezTo>
                <a:cubicBezTo>
                  <a:pt x="10943" y="1211"/>
                  <a:pt x="10657" y="1213"/>
                  <a:pt x="10373" y="1213"/>
                </a:cubicBezTo>
                <a:cubicBezTo>
                  <a:pt x="9380" y="1213"/>
                  <a:pt x="8414" y="1186"/>
                  <a:pt x="7422" y="943"/>
                </a:cubicBezTo>
                <a:cubicBezTo>
                  <a:pt x="6570" y="730"/>
                  <a:pt x="5780" y="396"/>
                  <a:pt x="4929" y="213"/>
                </a:cubicBezTo>
                <a:cubicBezTo>
                  <a:pt x="4108" y="0"/>
                  <a:pt x="3318" y="122"/>
                  <a:pt x="2467" y="31"/>
                </a:cubicBezTo>
                <a:cubicBezTo>
                  <a:pt x="2425" y="27"/>
                  <a:pt x="2383" y="25"/>
                  <a:pt x="2341" y="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5524587">
            <a:off x="2336452" y="4617376"/>
            <a:ext cx="1174797" cy="1483911"/>
          </a:xfrm>
          <a:custGeom>
            <a:avLst/>
            <a:gdLst/>
            <a:ahLst/>
            <a:cxnLst/>
            <a:rect l="l" t="t" r="r" b="b"/>
            <a:pathLst>
              <a:path w="52069" h="96014" extrusionOk="0">
                <a:moveTo>
                  <a:pt x="12303" y="1"/>
                </a:moveTo>
                <a:cubicBezTo>
                  <a:pt x="11636" y="1"/>
                  <a:pt x="11013" y="72"/>
                  <a:pt x="10457" y="237"/>
                </a:cubicBezTo>
                <a:cubicBezTo>
                  <a:pt x="6414" y="1453"/>
                  <a:pt x="5685" y="7137"/>
                  <a:pt x="4834" y="10663"/>
                </a:cubicBezTo>
                <a:cubicBezTo>
                  <a:pt x="2341" y="20845"/>
                  <a:pt x="1825" y="31362"/>
                  <a:pt x="1338" y="41818"/>
                </a:cubicBezTo>
                <a:cubicBezTo>
                  <a:pt x="578" y="57715"/>
                  <a:pt x="1" y="73977"/>
                  <a:pt x="4651" y="89205"/>
                </a:cubicBezTo>
                <a:cubicBezTo>
                  <a:pt x="4986" y="90299"/>
                  <a:pt x="5350" y="91424"/>
                  <a:pt x="6171" y="92244"/>
                </a:cubicBezTo>
                <a:cubicBezTo>
                  <a:pt x="7113" y="93217"/>
                  <a:pt x="8542" y="93582"/>
                  <a:pt x="9879" y="93886"/>
                </a:cubicBezTo>
                <a:cubicBezTo>
                  <a:pt x="16214" y="95305"/>
                  <a:pt x="22719" y="96014"/>
                  <a:pt x="29222" y="96014"/>
                </a:cubicBezTo>
                <a:cubicBezTo>
                  <a:pt x="32611" y="96014"/>
                  <a:pt x="36000" y="95821"/>
                  <a:pt x="39363" y="95436"/>
                </a:cubicBezTo>
                <a:cubicBezTo>
                  <a:pt x="43588" y="94980"/>
                  <a:pt x="48269" y="93825"/>
                  <a:pt x="50397" y="90178"/>
                </a:cubicBezTo>
                <a:cubicBezTo>
                  <a:pt x="52069" y="87351"/>
                  <a:pt x="51674" y="83825"/>
                  <a:pt x="51248" y="80603"/>
                </a:cubicBezTo>
                <a:cubicBezTo>
                  <a:pt x="50336" y="73794"/>
                  <a:pt x="49394" y="66834"/>
                  <a:pt x="46263" y="60755"/>
                </a:cubicBezTo>
                <a:cubicBezTo>
                  <a:pt x="44379" y="57077"/>
                  <a:pt x="41673" y="53581"/>
                  <a:pt x="41521" y="49478"/>
                </a:cubicBezTo>
                <a:cubicBezTo>
                  <a:pt x="41369" y="44554"/>
                  <a:pt x="44895" y="40298"/>
                  <a:pt x="45959" y="35496"/>
                </a:cubicBezTo>
                <a:cubicBezTo>
                  <a:pt x="46871" y="31332"/>
                  <a:pt x="45838" y="27016"/>
                  <a:pt x="44683" y="22943"/>
                </a:cubicBezTo>
                <a:cubicBezTo>
                  <a:pt x="43831" y="19994"/>
                  <a:pt x="42616" y="16711"/>
                  <a:pt x="39789" y="15496"/>
                </a:cubicBezTo>
                <a:cubicBezTo>
                  <a:pt x="38269" y="14857"/>
                  <a:pt x="36536" y="14888"/>
                  <a:pt x="35047" y="14189"/>
                </a:cubicBezTo>
                <a:cubicBezTo>
                  <a:pt x="31187" y="12304"/>
                  <a:pt x="31096" y="6347"/>
                  <a:pt x="27479" y="4006"/>
                </a:cubicBezTo>
                <a:cubicBezTo>
                  <a:pt x="26384" y="3337"/>
                  <a:pt x="25138" y="3033"/>
                  <a:pt x="23892" y="2760"/>
                </a:cubicBezTo>
                <a:cubicBezTo>
                  <a:pt x="20913" y="2118"/>
                  <a:pt x="15938" y="1"/>
                  <a:pt x="1230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457139" y="4228998"/>
            <a:ext cx="1580445" cy="807500"/>
            <a:chOff x="1041325" y="3967675"/>
            <a:chExt cx="974200" cy="497750"/>
          </a:xfrm>
        </p:grpSpPr>
        <p:sp>
          <p:nvSpPr>
            <p:cNvPr id="14" name="Google Shape;14;p2"/>
            <p:cNvSpPr/>
            <p:nvPr/>
          </p:nvSpPr>
          <p:spPr>
            <a:xfrm>
              <a:off x="1901525" y="4241225"/>
              <a:ext cx="19025" cy="14475"/>
            </a:xfrm>
            <a:custGeom>
              <a:avLst/>
              <a:gdLst/>
              <a:ahLst/>
              <a:cxnLst/>
              <a:rect l="l" t="t" r="r" b="b"/>
              <a:pathLst>
                <a:path w="761" h="579" extrusionOk="0">
                  <a:moveTo>
                    <a:pt x="395" y="1"/>
                  </a:moveTo>
                  <a:cubicBezTo>
                    <a:pt x="0" y="1"/>
                    <a:pt x="0" y="578"/>
                    <a:pt x="395" y="578"/>
                  </a:cubicBezTo>
                  <a:cubicBezTo>
                    <a:pt x="760" y="578"/>
                    <a:pt x="760" y="1"/>
                    <a:pt x="3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801975" y="4314175"/>
              <a:ext cx="41050" cy="39850"/>
            </a:xfrm>
            <a:custGeom>
              <a:avLst/>
              <a:gdLst/>
              <a:ahLst/>
              <a:cxnLst/>
              <a:rect l="l" t="t" r="r" b="b"/>
              <a:pathLst>
                <a:path w="1642" h="1594" extrusionOk="0">
                  <a:moveTo>
                    <a:pt x="669" y="1"/>
                  </a:moveTo>
                  <a:cubicBezTo>
                    <a:pt x="517" y="1"/>
                    <a:pt x="335" y="62"/>
                    <a:pt x="213" y="183"/>
                  </a:cubicBezTo>
                  <a:cubicBezTo>
                    <a:pt x="92" y="305"/>
                    <a:pt x="0" y="487"/>
                    <a:pt x="31" y="639"/>
                  </a:cubicBezTo>
                  <a:lnTo>
                    <a:pt x="61" y="822"/>
                  </a:lnTo>
                  <a:cubicBezTo>
                    <a:pt x="92" y="943"/>
                    <a:pt x="122" y="1034"/>
                    <a:pt x="213" y="1125"/>
                  </a:cubicBezTo>
                  <a:cubicBezTo>
                    <a:pt x="277" y="1190"/>
                    <a:pt x="357" y="1239"/>
                    <a:pt x="441" y="1273"/>
                  </a:cubicBezTo>
                  <a:lnTo>
                    <a:pt x="441" y="1273"/>
                  </a:lnTo>
                  <a:cubicBezTo>
                    <a:pt x="474" y="1295"/>
                    <a:pt x="495" y="1317"/>
                    <a:pt x="517" y="1338"/>
                  </a:cubicBezTo>
                  <a:cubicBezTo>
                    <a:pt x="568" y="1372"/>
                    <a:pt x="619" y="1397"/>
                    <a:pt x="670" y="1417"/>
                  </a:cubicBezTo>
                  <a:lnTo>
                    <a:pt x="670" y="1417"/>
                  </a:lnTo>
                  <a:cubicBezTo>
                    <a:pt x="720" y="1449"/>
                    <a:pt x="771" y="1495"/>
                    <a:pt x="821" y="1521"/>
                  </a:cubicBezTo>
                  <a:cubicBezTo>
                    <a:pt x="894" y="1569"/>
                    <a:pt x="986" y="1594"/>
                    <a:pt x="1081" y="1594"/>
                  </a:cubicBezTo>
                  <a:cubicBezTo>
                    <a:pt x="1222" y="1594"/>
                    <a:pt x="1368" y="1539"/>
                    <a:pt x="1459" y="1429"/>
                  </a:cubicBezTo>
                  <a:cubicBezTo>
                    <a:pt x="1520" y="1369"/>
                    <a:pt x="1581" y="1277"/>
                    <a:pt x="1611" y="1217"/>
                  </a:cubicBezTo>
                  <a:cubicBezTo>
                    <a:pt x="1642" y="1095"/>
                    <a:pt x="1611" y="882"/>
                    <a:pt x="1551" y="791"/>
                  </a:cubicBezTo>
                  <a:cubicBezTo>
                    <a:pt x="1525" y="741"/>
                    <a:pt x="1479" y="690"/>
                    <a:pt x="1447" y="640"/>
                  </a:cubicBezTo>
                  <a:lnTo>
                    <a:pt x="1447" y="640"/>
                  </a:lnTo>
                  <a:cubicBezTo>
                    <a:pt x="1427" y="589"/>
                    <a:pt x="1402" y="538"/>
                    <a:pt x="1368" y="487"/>
                  </a:cubicBezTo>
                  <a:cubicBezTo>
                    <a:pt x="1346" y="465"/>
                    <a:pt x="1325" y="444"/>
                    <a:pt x="1303" y="411"/>
                  </a:cubicBezTo>
                  <a:lnTo>
                    <a:pt x="1303" y="411"/>
                  </a:lnTo>
                  <a:cubicBezTo>
                    <a:pt x="1269" y="327"/>
                    <a:pt x="1220" y="248"/>
                    <a:pt x="1155" y="183"/>
                  </a:cubicBezTo>
                  <a:cubicBezTo>
                    <a:pt x="1003" y="62"/>
                    <a:pt x="882" y="1"/>
                    <a:pt x="6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731300" y="4183425"/>
              <a:ext cx="38775" cy="27450"/>
            </a:xfrm>
            <a:custGeom>
              <a:avLst/>
              <a:gdLst/>
              <a:ahLst/>
              <a:cxnLst/>
              <a:rect l="l" t="t" r="r" b="b"/>
              <a:pathLst>
                <a:path w="1551" h="1098" extrusionOk="0">
                  <a:moveTo>
                    <a:pt x="654" y="0"/>
                  </a:moveTo>
                  <a:cubicBezTo>
                    <a:pt x="553" y="0"/>
                    <a:pt x="459" y="26"/>
                    <a:pt x="365" y="64"/>
                  </a:cubicBezTo>
                  <a:cubicBezTo>
                    <a:pt x="1" y="246"/>
                    <a:pt x="1" y="854"/>
                    <a:pt x="365" y="1006"/>
                  </a:cubicBezTo>
                  <a:cubicBezTo>
                    <a:pt x="473" y="1049"/>
                    <a:pt x="580" y="1092"/>
                    <a:pt x="698" y="1092"/>
                  </a:cubicBezTo>
                  <a:cubicBezTo>
                    <a:pt x="709" y="1092"/>
                    <a:pt x="720" y="1091"/>
                    <a:pt x="731" y="1091"/>
                  </a:cubicBezTo>
                  <a:lnTo>
                    <a:pt x="731" y="1091"/>
                  </a:lnTo>
                  <a:lnTo>
                    <a:pt x="700" y="1097"/>
                  </a:lnTo>
                  <a:lnTo>
                    <a:pt x="700" y="1097"/>
                  </a:lnTo>
                  <a:lnTo>
                    <a:pt x="737" y="1090"/>
                  </a:lnTo>
                  <a:lnTo>
                    <a:pt x="737" y="1090"/>
                  </a:lnTo>
                  <a:cubicBezTo>
                    <a:pt x="767" y="1088"/>
                    <a:pt x="798" y="1082"/>
                    <a:pt x="830" y="1073"/>
                  </a:cubicBezTo>
                  <a:lnTo>
                    <a:pt x="830" y="1073"/>
                  </a:lnTo>
                  <a:lnTo>
                    <a:pt x="1034" y="1036"/>
                  </a:lnTo>
                  <a:cubicBezTo>
                    <a:pt x="1186" y="1036"/>
                    <a:pt x="1308" y="1006"/>
                    <a:pt x="1399" y="915"/>
                  </a:cubicBezTo>
                  <a:cubicBezTo>
                    <a:pt x="1490" y="823"/>
                    <a:pt x="1551" y="671"/>
                    <a:pt x="1551" y="550"/>
                  </a:cubicBezTo>
                  <a:cubicBezTo>
                    <a:pt x="1551" y="428"/>
                    <a:pt x="1490" y="276"/>
                    <a:pt x="1399" y="185"/>
                  </a:cubicBezTo>
                  <a:cubicBezTo>
                    <a:pt x="1308" y="94"/>
                    <a:pt x="1186" y="64"/>
                    <a:pt x="1034" y="33"/>
                  </a:cubicBezTo>
                  <a:lnTo>
                    <a:pt x="742" y="7"/>
                  </a:lnTo>
                  <a:lnTo>
                    <a:pt x="742" y="7"/>
                  </a:lnTo>
                  <a:cubicBezTo>
                    <a:pt x="712" y="2"/>
                    <a:pt x="683" y="0"/>
                    <a:pt x="6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722175" y="4257200"/>
              <a:ext cx="28900" cy="22825"/>
            </a:xfrm>
            <a:custGeom>
              <a:avLst/>
              <a:gdLst/>
              <a:ahLst/>
              <a:cxnLst/>
              <a:rect l="l" t="t" r="r" b="b"/>
              <a:pathLst>
                <a:path w="1156" h="913" extrusionOk="0">
                  <a:moveTo>
                    <a:pt x="578" y="0"/>
                  </a:moveTo>
                  <a:cubicBezTo>
                    <a:pt x="1" y="0"/>
                    <a:pt x="1" y="912"/>
                    <a:pt x="578" y="912"/>
                  </a:cubicBezTo>
                  <a:cubicBezTo>
                    <a:pt x="1156" y="912"/>
                    <a:pt x="1156" y="0"/>
                    <a:pt x="5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638600" y="4324675"/>
              <a:ext cx="41050" cy="31475"/>
            </a:xfrm>
            <a:custGeom>
              <a:avLst/>
              <a:gdLst/>
              <a:ahLst/>
              <a:cxnLst/>
              <a:rect l="l" t="t" r="r" b="b"/>
              <a:pathLst>
                <a:path w="1642" h="1259" extrusionOk="0">
                  <a:moveTo>
                    <a:pt x="851" y="37"/>
                  </a:moveTo>
                  <a:cubicBezTo>
                    <a:pt x="865" y="37"/>
                    <a:pt x="879" y="38"/>
                    <a:pt x="892" y="41"/>
                  </a:cubicBezTo>
                  <a:lnTo>
                    <a:pt x="892" y="41"/>
                  </a:lnTo>
                  <a:lnTo>
                    <a:pt x="882" y="37"/>
                  </a:lnTo>
                  <a:close/>
                  <a:moveTo>
                    <a:pt x="926" y="1204"/>
                  </a:moveTo>
                  <a:lnTo>
                    <a:pt x="882" y="1222"/>
                  </a:lnTo>
                  <a:lnTo>
                    <a:pt x="730" y="1222"/>
                  </a:lnTo>
                  <a:lnTo>
                    <a:pt x="926" y="1204"/>
                  </a:lnTo>
                  <a:close/>
                  <a:moveTo>
                    <a:pt x="577" y="0"/>
                  </a:moveTo>
                  <a:cubicBezTo>
                    <a:pt x="440" y="0"/>
                    <a:pt x="292" y="83"/>
                    <a:pt x="213" y="189"/>
                  </a:cubicBezTo>
                  <a:cubicBezTo>
                    <a:pt x="91" y="280"/>
                    <a:pt x="0" y="462"/>
                    <a:pt x="0" y="645"/>
                  </a:cubicBezTo>
                  <a:cubicBezTo>
                    <a:pt x="31" y="797"/>
                    <a:pt x="61" y="979"/>
                    <a:pt x="213" y="1070"/>
                  </a:cubicBezTo>
                  <a:cubicBezTo>
                    <a:pt x="319" y="1176"/>
                    <a:pt x="447" y="1258"/>
                    <a:pt x="579" y="1258"/>
                  </a:cubicBezTo>
                  <a:cubicBezTo>
                    <a:pt x="599" y="1258"/>
                    <a:pt x="619" y="1257"/>
                    <a:pt x="639" y="1253"/>
                  </a:cubicBezTo>
                  <a:lnTo>
                    <a:pt x="851" y="1253"/>
                  </a:lnTo>
                  <a:cubicBezTo>
                    <a:pt x="885" y="1236"/>
                    <a:pt x="919" y="1219"/>
                    <a:pt x="953" y="1202"/>
                  </a:cubicBezTo>
                  <a:lnTo>
                    <a:pt x="953" y="1202"/>
                  </a:lnTo>
                  <a:lnTo>
                    <a:pt x="1064" y="1192"/>
                  </a:lnTo>
                  <a:cubicBezTo>
                    <a:pt x="1216" y="1192"/>
                    <a:pt x="1338" y="1161"/>
                    <a:pt x="1459" y="1040"/>
                  </a:cubicBezTo>
                  <a:cubicBezTo>
                    <a:pt x="1581" y="949"/>
                    <a:pt x="1642" y="766"/>
                    <a:pt x="1642" y="614"/>
                  </a:cubicBezTo>
                  <a:cubicBezTo>
                    <a:pt x="1642" y="493"/>
                    <a:pt x="1581" y="310"/>
                    <a:pt x="1459" y="219"/>
                  </a:cubicBezTo>
                  <a:cubicBezTo>
                    <a:pt x="1338" y="98"/>
                    <a:pt x="1216" y="67"/>
                    <a:pt x="1064" y="37"/>
                  </a:cubicBezTo>
                  <a:lnTo>
                    <a:pt x="1064" y="67"/>
                  </a:lnTo>
                  <a:lnTo>
                    <a:pt x="944" y="56"/>
                  </a:lnTo>
                  <a:lnTo>
                    <a:pt x="944" y="56"/>
                  </a:lnTo>
                  <a:cubicBezTo>
                    <a:pt x="927" y="50"/>
                    <a:pt x="910" y="44"/>
                    <a:pt x="892" y="41"/>
                  </a:cubicBezTo>
                  <a:lnTo>
                    <a:pt x="892" y="41"/>
                  </a:lnTo>
                  <a:lnTo>
                    <a:pt x="926" y="55"/>
                  </a:lnTo>
                  <a:lnTo>
                    <a:pt x="926" y="55"/>
                  </a:lnTo>
                  <a:lnTo>
                    <a:pt x="730" y="37"/>
                  </a:lnTo>
                  <a:lnTo>
                    <a:pt x="851" y="37"/>
                  </a:lnTo>
                  <a:cubicBezTo>
                    <a:pt x="791" y="6"/>
                    <a:pt x="730" y="6"/>
                    <a:pt x="639" y="6"/>
                  </a:cubicBezTo>
                  <a:cubicBezTo>
                    <a:pt x="619" y="2"/>
                    <a:pt x="598" y="0"/>
                    <a:pt x="5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579325" y="4214650"/>
              <a:ext cx="28150" cy="37250"/>
            </a:xfrm>
            <a:custGeom>
              <a:avLst/>
              <a:gdLst/>
              <a:ahLst/>
              <a:cxnLst/>
              <a:rect l="l" t="t" r="r" b="b"/>
              <a:pathLst>
                <a:path w="1126" h="1490" extrusionOk="0">
                  <a:moveTo>
                    <a:pt x="548" y="0"/>
                  </a:moveTo>
                  <a:cubicBezTo>
                    <a:pt x="244" y="0"/>
                    <a:pt x="31" y="243"/>
                    <a:pt x="0" y="547"/>
                  </a:cubicBezTo>
                  <a:cubicBezTo>
                    <a:pt x="0" y="699"/>
                    <a:pt x="0" y="821"/>
                    <a:pt x="31" y="942"/>
                  </a:cubicBezTo>
                  <a:cubicBezTo>
                    <a:pt x="31" y="1094"/>
                    <a:pt x="61" y="1216"/>
                    <a:pt x="183" y="1307"/>
                  </a:cubicBezTo>
                  <a:cubicBezTo>
                    <a:pt x="274" y="1429"/>
                    <a:pt x="426" y="1489"/>
                    <a:pt x="548" y="1489"/>
                  </a:cubicBezTo>
                  <a:cubicBezTo>
                    <a:pt x="882" y="1459"/>
                    <a:pt x="1064" y="1246"/>
                    <a:pt x="1095" y="942"/>
                  </a:cubicBezTo>
                  <a:cubicBezTo>
                    <a:pt x="1095" y="821"/>
                    <a:pt x="1125" y="669"/>
                    <a:pt x="1125" y="547"/>
                  </a:cubicBezTo>
                  <a:cubicBezTo>
                    <a:pt x="1095" y="395"/>
                    <a:pt x="1064" y="274"/>
                    <a:pt x="943" y="152"/>
                  </a:cubicBezTo>
                  <a:cubicBezTo>
                    <a:pt x="851" y="61"/>
                    <a:pt x="700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644675" y="4281500"/>
              <a:ext cx="20550" cy="16000"/>
            </a:xfrm>
            <a:custGeom>
              <a:avLst/>
              <a:gdLst/>
              <a:ahLst/>
              <a:cxnLst/>
              <a:rect l="l" t="t" r="r" b="b"/>
              <a:pathLst>
                <a:path w="822" h="640" extrusionOk="0">
                  <a:moveTo>
                    <a:pt x="396" y="1"/>
                  </a:moveTo>
                  <a:cubicBezTo>
                    <a:pt x="0" y="1"/>
                    <a:pt x="0" y="639"/>
                    <a:pt x="396" y="639"/>
                  </a:cubicBezTo>
                  <a:cubicBezTo>
                    <a:pt x="821" y="639"/>
                    <a:pt x="821" y="1"/>
                    <a:pt x="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647725" y="4152325"/>
              <a:ext cx="34975" cy="27375"/>
            </a:xfrm>
            <a:custGeom>
              <a:avLst/>
              <a:gdLst/>
              <a:ahLst/>
              <a:cxnLst/>
              <a:rect l="l" t="t" r="r" b="b"/>
              <a:pathLst>
                <a:path w="1399" h="1095" extrusionOk="0">
                  <a:moveTo>
                    <a:pt x="699" y="1"/>
                  </a:moveTo>
                  <a:cubicBezTo>
                    <a:pt x="0" y="1"/>
                    <a:pt x="0" y="1095"/>
                    <a:pt x="699" y="1095"/>
                  </a:cubicBezTo>
                  <a:cubicBezTo>
                    <a:pt x="1398" y="1095"/>
                    <a:pt x="1398" y="1"/>
                    <a:pt x="6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537525" y="4326900"/>
              <a:ext cx="29675" cy="37450"/>
            </a:xfrm>
            <a:custGeom>
              <a:avLst/>
              <a:gdLst/>
              <a:ahLst/>
              <a:cxnLst/>
              <a:rect l="l" t="t" r="r" b="b"/>
              <a:pathLst>
                <a:path w="1187" h="1498" extrusionOk="0">
                  <a:moveTo>
                    <a:pt x="593" y="1"/>
                  </a:moveTo>
                  <a:cubicBezTo>
                    <a:pt x="457" y="1"/>
                    <a:pt x="320" y="54"/>
                    <a:pt x="213" y="161"/>
                  </a:cubicBezTo>
                  <a:lnTo>
                    <a:pt x="183" y="161"/>
                  </a:lnTo>
                  <a:cubicBezTo>
                    <a:pt x="31" y="313"/>
                    <a:pt x="1" y="525"/>
                    <a:pt x="31" y="738"/>
                  </a:cubicBezTo>
                  <a:lnTo>
                    <a:pt x="31" y="616"/>
                  </a:lnTo>
                  <a:lnTo>
                    <a:pt x="61" y="951"/>
                  </a:lnTo>
                  <a:cubicBezTo>
                    <a:pt x="61" y="1103"/>
                    <a:pt x="122" y="1224"/>
                    <a:pt x="213" y="1346"/>
                  </a:cubicBezTo>
                  <a:cubicBezTo>
                    <a:pt x="305" y="1437"/>
                    <a:pt x="457" y="1498"/>
                    <a:pt x="609" y="1498"/>
                  </a:cubicBezTo>
                  <a:cubicBezTo>
                    <a:pt x="730" y="1498"/>
                    <a:pt x="882" y="1437"/>
                    <a:pt x="973" y="1346"/>
                  </a:cubicBezTo>
                  <a:cubicBezTo>
                    <a:pt x="1065" y="1224"/>
                    <a:pt x="1125" y="1103"/>
                    <a:pt x="1125" y="951"/>
                  </a:cubicBezTo>
                  <a:lnTo>
                    <a:pt x="1144" y="750"/>
                  </a:lnTo>
                  <a:lnTo>
                    <a:pt x="1144" y="750"/>
                  </a:lnTo>
                  <a:lnTo>
                    <a:pt x="1156" y="738"/>
                  </a:lnTo>
                  <a:cubicBezTo>
                    <a:pt x="1186" y="556"/>
                    <a:pt x="1156" y="313"/>
                    <a:pt x="1004" y="161"/>
                  </a:cubicBezTo>
                  <a:lnTo>
                    <a:pt x="973" y="161"/>
                  </a:lnTo>
                  <a:cubicBezTo>
                    <a:pt x="867" y="54"/>
                    <a:pt x="730" y="1"/>
                    <a:pt x="5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704700" y="4362050"/>
              <a:ext cx="22825" cy="18275"/>
            </a:xfrm>
            <a:custGeom>
              <a:avLst/>
              <a:gdLst/>
              <a:ahLst/>
              <a:cxnLst/>
              <a:rect l="l" t="t" r="r" b="b"/>
              <a:pathLst>
                <a:path w="913" h="731" extrusionOk="0">
                  <a:moveTo>
                    <a:pt x="457" y="1"/>
                  </a:moveTo>
                  <a:cubicBezTo>
                    <a:pt x="1" y="1"/>
                    <a:pt x="1" y="730"/>
                    <a:pt x="457" y="730"/>
                  </a:cubicBezTo>
                  <a:cubicBezTo>
                    <a:pt x="913" y="730"/>
                    <a:pt x="913" y="1"/>
                    <a:pt x="4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862000" y="4406125"/>
              <a:ext cx="16750" cy="12950"/>
            </a:xfrm>
            <a:custGeom>
              <a:avLst/>
              <a:gdLst/>
              <a:ahLst/>
              <a:cxnLst/>
              <a:rect l="l" t="t" r="r" b="b"/>
              <a:pathLst>
                <a:path w="670" h="518" extrusionOk="0">
                  <a:moveTo>
                    <a:pt x="335" y="1"/>
                  </a:moveTo>
                  <a:cubicBezTo>
                    <a:pt x="1" y="1"/>
                    <a:pt x="1" y="517"/>
                    <a:pt x="335" y="517"/>
                  </a:cubicBezTo>
                  <a:cubicBezTo>
                    <a:pt x="669" y="517"/>
                    <a:pt x="669" y="1"/>
                    <a:pt x="3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889350" y="4228700"/>
              <a:ext cx="23600" cy="30850"/>
            </a:xfrm>
            <a:custGeom>
              <a:avLst/>
              <a:gdLst/>
              <a:ahLst/>
              <a:cxnLst/>
              <a:rect l="l" t="t" r="r" b="b"/>
              <a:pathLst>
                <a:path w="944" h="1234" extrusionOk="0">
                  <a:moveTo>
                    <a:pt x="472" y="0"/>
                  </a:moveTo>
                  <a:cubicBezTo>
                    <a:pt x="312" y="0"/>
                    <a:pt x="153" y="76"/>
                    <a:pt x="92" y="228"/>
                  </a:cubicBezTo>
                  <a:cubicBezTo>
                    <a:pt x="31" y="289"/>
                    <a:pt x="31" y="380"/>
                    <a:pt x="1" y="471"/>
                  </a:cubicBezTo>
                  <a:cubicBezTo>
                    <a:pt x="1" y="502"/>
                    <a:pt x="1" y="532"/>
                    <a:pt x="1" y="593"/>
                  </a:cubicBezTo>
                  <a:cubicBezTo>
                    <a:pt x="1" y="654"/>
                    <a:pt x="1" y="715"/>
                    <a:pt x="1" y="775"/>
                  </a:cubicBezTo>
                  <a:cubicBezTo>
                    <a:pt x="30" y="1005"/>
                    <a:pt x="193" y="1234"/>
                    <a:pt x="441" y="1234"/>
                  </a:cubicBezTo>
                  <a:cubicBezTo>
                    <a:pt x="456" y="1234"/>
                    <a:pt x="472" y="1233"/>
                    <a:pt x="487" y="1231"/>
                  </a:cubicBezTo>
                  <a:cubicBezTo>
                    <a:pt x="730" y="1231"/>
                    <a:pt x="913" y="1049"/>
                    <a:pt x="943" y="775"/>
                  </a:cubicBezTo>
                  <a:lnTo>
                    <a:pt x="913" y="775"/>
                  </a:lnTo>
                  <a:cubicBezTo>
                    <a:pt x="913" y="715"/>
                    <a:pt x="943" y="654"/>
                    <a:pt x="943" y="593"/>
                  </a:cubicBezTo>
                  <a:cubicBezTo>
                    <a:pt x="943" y="563"/>
                    <a:pt x="943" y="502"/>
                    <a:pt x="913" y="471"/>
                  </a:cubicBezTo>
                  <a:cubicBezTo>
                    <a:pt x="913" y="380"/>
                    <a:pt x="882" y="319"/>
                    <a:pt x="852" y="228"/>
                  </a:cubicBezTo>
                  <a:cubicBezTo>
                    <a:pt x="791" y="76"/>
                    <a:pt x="632" y="0"/>
                    <a:pt x="4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948625" y="4338500"/>
              <a:ext cx="27375" cy="34975"/>
            </a:xfrm>
            <a:custGeom>
              <a:avLst/>
              <a:gdLst/>
              <a:ahLst/>
              <a:cxnLst/>
              <a:rect l="l" t="t" r="r" b="b"/>
              <a:pathLst>
                <a:path w="1095" h="1399" extrusionOk="0">
                  <a:moveTo>
                    <a:pt x="548" y="0"/>
                  </a:moveTo>
                  <a:cubicBezTo>
                    <a:pt x="335" y="31"/>
                    <a:pt x="122" y="183"/>
                    <a:pt x="62" y="396"/>
                  </a:cubicBezTo>
                  <a:cubicBezTo>
                    <a:pt x="1" y="548"/>
                    <a:pt x="31" y="730"/>
                    <a:pt x="62" y="912"/>
                  </a:cubicBezTo>
                  <a:cubicBezTo>
                    <a:pt x="62" y="1034"/>
                    <a:pt x="92" y="1156"/>
                    <a:pt x="214" y="1277"/>
                  </a:cubicBezTo>
                  <a:cubicBezTo>
                    <a:pt x="305" y="1338"/>
                    <a:pt x="426" y="1399"/>
                    <a:pt x="548" y="1399"/>
                  </a:cubicBezTo>
                  <a:cubicBezTo>
                    <a:pt x="852" y="1399"/>
                    <a:pt x="1034" y="1186"/>
                    <a:pt x="1065" y="912"/>
                  </a:cubicBezTo>
                  <a:cubicBezTo>
                    <a:pt x="1065" y="730"/>
                    <a:pt x="1095" y="548"/>
                    <a:pt x="1065" y="396"/>
                  </a:cubicBezTo>
                  <a:cubicBezTo>
                    <a:pt x="973" y="183"/>
                    <a:pt x="791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886325" y="4441850"/>
              <a:ext cx="29650" cy="23575"/>
            </a:xfrm>
            <a:custGeom>
              <a:avLst/>
              <a:gdLst/>
              <a:ahLst/>
              <a:cxnLst/>
              <a:rect l="l" t="t" r="r" b="b"/>
              <a:pathLst>
                <a:path w="1186" h="943" extrusionOk="0">
                  <a:moveTo>
                    <a:pt x="578" y="0"/>
                  </a:moveTo>
                  <a:cubicBezTo>
                    <a:pt x="0" y="0"/>
                    <a:pt x="0" y="943"/>
                    <a:pt x="578" y="943"/>
                  </a:cubicBezTo>
                  <a:cubicBezTo>
                    <a:pt x="1186" y="943"/>
                    <a:pt x="1186" y="0"/>
                    <a:pt x="5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745750" y="4380475"/>
              <a:ext cx="25100" cy="22450"/>
            </a:xfrm>
            <a:custGeom>
              <a:avLst/>
              <a:gdLst/>
              <a:ahLst/>
              <a:cxnLst/>
              <a:rect l="l" t="t" r="r" b="b"/>
              <a:pathLst>
                <a:path w="1004" h="898" extrusionOk="0">
                  <a:moveTo>
                    <a:pt x="559" y="1"/>
                  </a:moveTo>
                  <a:cubicBezTo>
                    <a:pt x="517" y="1"/>
                    <a:pt x="471" y="8"/>
                    <a:pt x="426" y="24"/>
                  </a:cubicBezTo>
                  <a:lnTo>
                    <a:pt x="334" y="54"/>
                  </a:lnTo>
                  <a:cubicBezTo>
                    <a:pt x="243" y="84"/>
                    <a:pt x="182" y="115"/>
                    <a:pt x="122" y="145"/>
                  </a:cubicBezTo>
                  <a:cubicBezTo>
                    <a:pt x="91" y="206"/>
                    <a:pt x="61" y="267"/>
                    <a:pt x="30" y="358"/>
                  </a:cubicBezTo>
                  <a:cubicBezTo>
                    <a:pt x="0" y="449"/>
                    <a:pt x="0" y="449"/>
                    <a:pt x="30" y="571"/>
                  </a:cubicBezTo>
                  <a:cubicBezTo>
                    <a:pt x="61" y="632"/>
                    <a:pt x="91" y="692"/>
                    <a:pt x="122" y="753"/>
                  </a:cubicBezTo>
                  <a:cubicBezTo>
                    <a:pt x="182" y="814"/>
                    <a:pt x="243" y="844"/>
                    <a:pt x="334" y="844"/>
                  </a:cubicBezTo>
                  <a:lnTo>
                    <a:pt x="426" y="875"/>
                  </a:lnTo>
                  <a:cubicBezTo>
                    <a:pt x="471" y="890"/>
                    <a:pt x="517" y="898"/>
                    <a:pt x="559" y="898"/>
                  </a:cubicBezTo>
                  <a:cubicBezTo>
                    <a:pt x="600" y="898"/>
                    <a:pt x="638" y="890"/>
                    <a:pt x="669" y="875"/>
                  </a:cubicBezTo>
                  <a:cubicBezTo>
                    <a:pt x="760" y="844"/>
                    <a:pt x="821" y="814"/>
                    <a:pt x="882" y="753"/>
                  </a:cubicBezTo>
                  <a:cubicBezTo>
                    <a:pt x="942" y="692"/>
                    <a:pt x="1003" y="571"/>
                    <a:pt x="1003" y="449"/>
                  </a:cubicBezTo>
                  <a:cubicBezTo>
                    <a:pt x="1003" y="328"/>
                    <a:pt x="942" y="206"/>
                    <a:pt x="882" y="145"/>
                  </a:cubicBezTo>
                  <a:cubicBezTo>
                    <a:pt x="821" y="84"/>
                    <a:pt x="760" y="54"/>
                    <a:pt x="669" y="24"/>
                  </a:cubicBezTo>
                  <a:cubicBezTo>
                    <a:pt x="638" y="8"/>
                    <a:pt x="600" y="1"/>
                    <a:pt x="5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786775" y="4239725"/>
              <a:ext cx="28150" cy="21300"/>
            </a:xfrm>
            <a:custGeom>
              <a:avLst/>
              <a:gdLst/>
              <a:ahLst/>
              <a:cxnLst/>
              <a:rect l="l" t="t" r="r" b="b"/>
              <a:pathLst>
                <a:path w="1126" h="852" extrusionOk="0">
                  <a:moveTo>
                    <a:pt x="548" y="0"/>
                  </a:moveTo>
                  <a:cubicBezTo>
                    <a:pt x="0" y="0"/>
                    <a:pt x="0" y="851"/>
                    <a:pt x="548" y="851"/>
                  </a:cubicBezTo>
                  <a:cubicBezTo>
                    <a:pt x="1125" y="851"/>
                    <a:pt x="1125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842250" y="415537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395" y="0"/>
                    <a:pt x="243" y="61"/>
                    <a:pt x="152" y="152"/>
                  </a:cubicBezTo>
                  <a:cubicBezTo>
                    <a:pt x="92" y="213"/>
                    <a:pt x="61" y="243"/>
                    <a:pt x="31" y="335"/>
                  </a:cubicBezTo>
                  <a:cubicBezTo>
                    <a:pt x="0" y="395"/>
                    <a:pt x="0" y="456"/>
                    <a:pt x="0" y="517"/>
                  </a:cubicBezTo>
                  <a:cubicBezTo>
                    <a:pt x="0" y="669"/>
                    <a:pt x="61" y="790"/>
                    <a:pt x="152" y="882"/>
                  </a:cubicBezTo>
                  <a:cubicBezTo>
                    <a:pt x="274" y="1003"/>
                    <a:pt x="395" y="1064"/>
                    <a:pt x="517" y="1064"/>
                  </a:cubicBezTo>
                  <a:cubicBezTo>
                    <a:pt x="669" y="1064"/>
                    <a:pt x="791" y="1003"/>
                    <a:pt x="882" y="882"/>
                  </a:cubicBezTo>
                  <a:cubicBezTo>
                    <a:pt x="943" y="851"/>
                    <a:pt x="973" y="790"/>
                    <a:pt x="1003" y="730"/>
                  </a:cubicBezTo>
                  <a:cubicBezTo>
                    <a:pt x="1034" y="669"/>
                    <a:pt x="1064" y="608"/>
                    <a:pt x="1064" y="517"/>
                  </a:cubicBezTo>
                  <a:cubicBezTo>
                    <a:pt x="1034" y="395"/>
                    <a:pt x="1003" y="243"/>
                    <a:pt x="882" y="152"/>
                  </a:cubicBezTo>
                  <a:cubicBezTo>
                    <a:pt x="791" y="61"/>
                    <a:pt x="669" y="0"/>
                    <a:pt x="5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740425" y="4040625"/>
              <a:ext cx="47900" cy="37250"/>
            </a:xfrm>
            <a:custGeom>
              <a:avLst/>
              <a:gdLst/>
              <a:ahLst/>
              <a:cxnLst/>
              <a:rect l="l" t="t" r="r" b="b"/>
              <a:pathLst>
                <a:path w="1916" h="1490" extrusionOk="0">
                  <a:moveTo>
                    <a:pt x="943" y="0"/>
                  </a:moveTo>
                  <a:cubicBezTo>
                    <a:pt x="0" y="0"/>
                    <a:pt x="0" y="1490"/>
                    <a:pt x="943" y="1490"/>
                  </a:cubicBezTo>
                  <a:cubicBezTo>
                    <a:pt x="1915" y="1490"/>
                    <a:pt x="1915" y="0"/>
                    <a:pt x="9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673550" y="4226800"/>
              <a:ext cx="25850" cy="19775"/>
            </a:xfrm>
            <a:custGeom>
              <a:avLst/>
              <a:gdLst/>
              <a:ahLst/>
              <a:cxnLst/>
              <a:rect l="l" t="t" r="r" b="b"/>
              <a:pathLst>
                <a:path w="1034" h="791" extrusionOk="0">
                  <a:moveTo>
                    <a:pt x="517" y="0"/>
                  </a:moveTo>
                  <a:cubicBezTo>
                    <a:pt x="0" y="0"/>
                    <a:pt x="0" y="791"/>
                    <a:pt x="517" y="791"/>
                  </a:cubicBezTo>
                  <a:cubicBezTo>
                    <a:pt x="1034" y="791"/>
                    <a:pt x="1034" y="0"/>
                    <a:pt x="5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740425" y="4324825"/>
              <a:ext cx="20525" cy="15975"/>
            </a:xfrm>
            <a:custGeom>
              <a:avLst/>
              <a:gdLst/>
              <a:ahLst/>
              <a:cxnLst/>
              <a:rect l="l" t="t" r="r" b="b"/>
              <a:pathLst>
                <a:path w="821" h="639" extrusionOk="0">
                  <a:moveTo>
                    <a:pt x="395" y="0"/>
                  </a:moveTo>
                  <a:cubicBezTo>
                    <a:pt x="0" y="0"/>
                    <a:pt x="0" y="639"/>
                    <a:pt x="395" y="639"/>
                  </a:cubicBezTo>
                  <a:cubicBezTo>
                    <a:pt x="821" y="639"/>
                    <a:pt x="821" y="0"/>
                    <a:pt x="3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908350" y="4286150"/>
              <a:ext cx="20550" cy="19900"/>
            </a:xfrm>
            <a:custGeom>
              <a:avLst/>
              <a:gdLst/>
              <a:ahLst/>
              <a:cxnLst/>
              <a:rect l="l" t="t" r="r" b="b"/>
              <a:pathLst>
                <a:path w="822" h="796" extrusionOk="0">
                  <a:moveTo>
                    <a:pt x="409" y="0"/>
                  </a:moveTo>
                  <a:cubicBezTo>
                    <a:pt x="345" y="0"/>
                    <a:pt x="285" y="17"/>
                    <a:pt x="244" y="58"/>
                  </a:cubicBezTo>
                  <a:cubicBezTo>
                    <a:pt x="214" y="88"/>
                    <a:pt x="214" y="88"/>
                    <a:pt x="183" y="88"/>
                  </a:cubicBezTo>
                  <a:cubicBezTo>
                    <a:pt x="122" y="119"/>
                    <a:pt x="92" y="180"/>
                    <a:pt x="62" y="240"/>
                  </a:cubicBezTo>
                  <a:cubicBezTo>
                    <a:pt x="31" y="271"/>
                    <a:pt x="1" y="332"/>
                    <a:pt x="1" y="392"/>
                  </a:cubicBezTo>
                  <a:cubicBezTo>
                    <a:pt x="1" y="453"/>
                    <a:pt x="31" y="514"/>
                    <a:pt x="62" y="575"/>
                  </a:cubicBezTo>
                  <a:cubicBezTo>
                    <a:pt x="92" y="635"/>
                    <a:pt x="122" y="666"/>
                    <a:pt x="183" y="696"/>
                  </a:cubicBezTo>
                  <a:cubicBezTo>
                    <a:pt x="183" y="727"/>
                    <a:pt x="214" y="727"/>
                    <a:pt x="244" y="727"/>
                  </a:cubicBezTo>
                  <a:cubicBezTo>
                    <a:pt x="305" y="772"/>
                    <a:pt x="373" y="795"/>
                    <a:pt x="441" y="795"/>
                  </a:cubicBezTo>
                  <a:cubicBezTo>
                    <a:pt x="510" y="795"/>
                    <a:pt x="578" y="772"/>
                    <a:pt x="639" y="727"/>
                  </a:cubicBezTo>
                  <a:cubicBezTo>
                    <a:pt x="761" y="666"/>
                    <a:pt x="821" y="544"/>
                    <a:pt x="821" y="392"/>
                  </a:cubicBezTo>
                  <a:cubicBezTo>
                    <a:pt x="821" y="271"/>
                    <a:pt x="761" y="119"/>
                    <a:pt x="639" y="58"/>
                  </a:cubicBezTo>
                  <a:cubicBezTo>
                    <a:pt x="572" y="25"/>
                    <a:pt x="487" y="0"/>
                    <a:pt x="4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878725" y="4359025"/>
              <a:ext cx="25850" cy="20525"/>
            </a:xfrm>
            <a:custGeom>
              <a:avLst/>
              <a:gdLst/>
              <a:ahLst/>
              <a:cxnLst/>
              <a:rect l="l" t="t" r="r" b="b"/>
              <a:pathLst>
                <a:path w="1034" h="821" extrusionOk="0">
                  <a:moveTo>
                    <a:pt x="517" y="0"/>
                  </a:moveTo>
                  <a:cubicBezTo>
                    <a:pt x="0" y="0"/>
                    <a:pt x="0" y="821"/>
                    <a:pt x="517" y="821"/>
                  </a:cubicBezTo>
                  <a:cubicBezTo>
                    <a:pt x="1034" y="821"/>
                    <a:pt x="1034" y="0"/>
                    <a:pt x="5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822500" y="4356725"/>
              <a:ext cx="19775" cy="15225"/>
            </a:xfrm>
            <a:custGeom>
              <a:avLst/>
              <a:gdLst/>
              <a:ahLst/>
              <a:cxnLst/>
              <a:rect l="l" t="t" r="r" b="b"/>
              <a:pathLst>
                <a:path w="791" h="609" extrusionOk="0">
                  <a:moveTo>
                    <a:pt x="395" y="1"/>
                  </a:moveTo>
                  <a:cubicBezTo>
                    <a:pt x="0" y="1"/>
                    <a:pt x="0" y="609"/>
                    <a:pt x="395" y="609"/>
                  </a:cubicBezTo>
                  <a:cubicBezTo>
                    <a:pt x="790" y="609"/>
                    <a:pt x="790" y="1"/>
                    <a:pt x="3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796650" y="4400050"/>
              <a:ext cx="25875" cy="20550"/>
            </a:xfrm>
            <a:custGeom>
              <a:avLst/>
              <a:gdLst/>
              <a:ahLst/>
              <a:cxnLst/>
              <a:rect l="l" t="t" r="r" b="b"/>
              <a:pathLst>
                <a:path w="1035" h="822" extrusionOk="0">
                  <a:moveTo>
                    <a:pt x="517" y="1"/>
                  </a:moveTo>
                  <a:cubicBezTo>
                    <a:pt x="1" y="1"/>
                    <a:pt x="1" y="821"/>
                    <a:pt x="517" y="821"/>
                  </a:cubicBezTo>
                  <a:cubicBezTo>
                    <a:pt x="1034" y="821"/>
                    <a:pt x="1034" y="1"/>
                    <a:pt x="5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703175" y="4423600"/>
              <a:ext cx="12950" cy="9900"/>
            </a:xfrm>
            <a:custGeom>
              <a:avLst/>
              <a:gdLst/>
              <a:ahLst/>
              <a:cxnLst/>
              <a:rect l="l" t="t" r="r" b="b"/>
              <a:pathLst>
                <a:path w="518" h="396" extrusionOk="0">
                  <a:moveTo>
                    <a:pt x="244" y="1"/>
                  </a:moveTo>
                  <a:cubicBezTo>
                    <a:pt x="1" y="1"/>
                    <a:pt x="1" y="396"/>
                    <a:pt x="244" y="396"/>
                  </a:cubicBezTo>
                  <a:cubicBezTo>
                    <a:pt x="518" y="396"/>
                    <a:pt x="518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645425" y="4391700"/>
              <a:ext cx="19025" cy="18250"/>
            </a:xfrm>
            <a:custGeom>
              <a:avLst/>
              <a:gdLst/>
              <a:ahLst/>
              <a:cxnLst/>
              <a:rect l="l" t="t" r="r" b="b"/>
              <a:pathLst>
                <a:path w="761" h="730" extrusionOk="0">
                  <a:moveTo>
                    <a:pt x="366" y="0"/>
                  </a:moveTo>
                  <a:cubicBezTo>
                    <a:pt x="274" y="0"/>
                    <a:pt x="183" y="61"/>
                    <a:pt x="122" y="122"/>
                  </a:cubicBezTo>
                  <a:cubicBezTo>
                    <a:pt x="31" y="183"/>
                    <a:pt x="1" y="274"/>
                    <a:pt x="1" y="365"/>
                  </a:cubicBezTo>
                  <a:cubicBezTo>
                    <a:pt x="1" y="456"/>
                    <a:pt x="31" y="578"/>
                    <a:pt x="122" y="638"/>
                  </a:cubicBezTo>
                  <a:cubicBezTo>
                    <a:pt x="183" y="699"/>
                    <a:pt x="274" y="730"/>
                    <a:pt x="366" y="730"/>
                  </a:cubicBezTo>
                  <a:cubicBezTo>
                    <a:pt x="457" y="730"/>
                    <a:pt x="578" y="699"/>
                    <a:pt x="639" y="638"/>
                  </a:cubicBezTo>
                  <a:cubicBezTo>
                    <a:pt x="700" y="578"/>
                    <a:pt x="761" y="456"/>
                    <a:pt x="730" y="365"/>
                  </a:cubicBezTo>
                  <a:cubicBezTo>
                    <a:pt x="730" y="274"/>
                    <a:pt x="700" y="183"/>
                    <a:pt x="639" y="122"/>
                  </a:cubicBezTo>
                  <a:cubicBezTo>
                    <a:pt x="548" y="31"/>
                    <a:pt x="487" y="0"/>
                    <a:pt x="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563375" y="4405375"/>
              <a:ext cx="19000" cy="18250"/>
            </a:xfrm>
            <a:custGeom>
              <a:avLst/>
              <a:gdLst/>
              <a:ahLst/>
              <a:cxnLst/>
              <a:rect l="l" t="t" r="r" b="b"/>
              <a:pathLst>
                <a:path w="760" h="730" extrusionOk="0">
                  <a:moveTo>
                    <a:pt x="365" y="0"/>
                  </a:moveTo>
                  <a:cubicBezTo>
                    <a:pt x="274" y="0"/>
                    <a:pt x="182" y="61"/>
                    <a:pt x="122" y="122"/>
                  </a:cubicBezTo>
                  <a:cubicBezTo>
                    <a:pt x="31" y="183"/>
                    <a:pt x="0" y="274"/>
                    <a:pt x="0" y="365"/>
                  </a:cubicBezTo>
                  <a:cubicBezTo>
                    <a:pt x="0" y="456"/>
                    <a:pt x="31" y="578"/>
                    <a:pt x="122" y="639"/>
                  </a:cubicBezTo>
                  <a:cubicBezTo>
                    <a:pt x="182" y="699"/>
                    <a:pt x="274" y="730"/>
                    <a:pt x="365" y="730"/>
                  </a:cubicBezTo>
                  <a:cubicBezTo>
                    <a:pt x="456" y="730"/>
                    <a:pt x="578" y="699"/>
                    <a:pt x="638" y="639"/>
                  </a:cubicBezTo>
                  <a:cubicBezTo>
                    <a:pt x="699" y="578"/>
                    <a:pt x="760" y="456"/>
                    <a:pt x="730" y="365"/>
                  </a:cubicBezTo>
                  <a:cubicBezTo>
                    <a:pt x="730" y="274"/>
                    <a:pt x="699" y="183"/>
                    <a:pt x="638" y="122"/>
                  </a:cubicBezTo>
                  <a:cubicBezTo>
                    <a:pt x="578" y="31"/>
                    <a:pt x="486" y="0"/>
                    <a:pt x="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442550" y="4379950"/>
              <a:ext cx="27375" cy="23175"/>
            </a:xfrm>
            <a:custGeom>
              <a:avLst/>
              <a:gdLst/>
              <a:ahLst/>
              <a:cxnLst/>
              <a:rect l="l" t="t" r="r" b="b"/>
              <a:pathLst>
                <a:path w="1095" h="927" extrusionOk="0">
                  <a:moveTo>
                    <a:pt x="608" y="1"/>
                  </a:moveTo>
                  <a:cubicBezTo>
                    <a:pt x="588" y="1"/>
                    <a:pt x="568" y="4"/>
                    <a:pt x="547" y="14"/>
                  </a:cubicBezTo>
                  <a:lnTo>
                    <a:pt x="456" y="14"/>
                  </a:lnTo>
                  <a:cubicBezTo>
                    <a:pt x="395" y="14"/>
                    <a:pt x="335" y="14"/>
                    <a:pt x="304" y="45"/>
                  </a:cubicBezTo>
                  <a:cubicBezTo>
                    <a:pt x="243" y="75"/>
                    <a:pt x="183" y="105"/>
                    <a:pt x="152" y="136"/>
                  </a:cubicBezTo>
                  <a:cubicBezTo>
                    <a:pt x="61" y="227"/>
                    <a:pt x="0" y="349"/>
                    <a:pt x="31" y="470"/>
                  </a:cubicBezTo>
                  <a:cubicBezTo>
                    <a:pt x="31" y="592"/>
                    <a:pt x="61" y="713"/>
                    <a:pt x="152" y="805"/>
                  </a:cubicBezTo>
                  <a:lnTo>
                    <a:pt x="243" y="865"/>
                  </a:lnTo>
                  <a:cubicBezTo>
                    <a:pt x="304" y="896"/>
                    <a:pt x="395" y="926"/>
                    <a:pt x="456" y="926"/>
                  </a:cubicBezTo>
                  <a:lnTo>
                    <a:pt x="730" y="926"/>
                  </a:lnTo>
                  <a:lnTo>
                    <a:pt x="851" y="865"/>
                  </a:lnTo>
                  <a:cubicBezTo>
                    <a:pt x="912" y="835"/>
                    <a:pt x="942" y="805"/>
                    <a:pt x="973" y="744"/>
                  </a:cubicBezTo>
                  <a:cubicBezTo>
                    <a:pt x="1034" y="683"/>
                    <a:pt x="1094" y="561"/>
                    <a:pt x="1064" y="470"/>
                  </a:cubicBezTo>
                  <a:cubicBezTo>
                    <a:pt x="1064" y="379"/>
                    <a:pt x="1064" y="318"/>
                    <a:pt x="1003" y="227"/>
                  </a:cubicBezTo>
                  <a:cubicBezTo>
                    <a:pt x="973" y="136"/>
                    <a:pt x="851" y="75"/>
                    <a:pt x="730" y="14"/>
                  </a:cubicBezTo>
                  <a:cubicBezTo>
                    <a:pt x="689" y="14"/>
                    <a:pt x="649" y="1"/>
                    <a:pt x="6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1448625" y="4254350"/>
              <a:ext cx="26625" cy="26425"/>
            </a:xfrm>
            <a:custGeom>
              <a:avLst/>
              <a:gdLst/>
              <a:ahLst/>
              <a:cxnLst/>
              <a:rect l="l" t="t" r="r" b="b"/>
              <a:pathLst>
                <a:path w="1065" h="1057" extrusionOk="0">
                  <a:moveTo>
                    <a:pt x="441" y="0"/>
                  </a:moveTo>
                  <a:cubicBezTo>
                    <a:pt x="403" y="0"/>
                    <a:pt x="365" y="8"/>
                    <a:pt x="335" y="23"/>
                  </a:cubicBezTo>
                  <a:cubicBezTo>
                    <a:pt x="274" y="53"/>
                    <a:pt x="183" y="84"/>
                    <a:pt x="152" y="114"/>
                  </a:cubicBezTo>
                  <a:cubicBezTo>
                    <a:pt x="92" y="175"/>
                    <a:pt x="61" y="236"/>
                    <a:pt x="31" y="327"/>
                  </a:cubicBezTo>
                  <a:cubicBezTo>
                    <a:pt x="0" y="388"/>
                    <a:pt x="31" y="479"/>
                    <a:pt x="31" y="540"/>
                  </a:cubicBezTo>
                  <a:cubicBezTo>
                    <a:pt x="61" y="600"/>
                    <a:pt x="61" y="661"/>
                    <a:pt x="92" y="692"/>
                  </a:cubicBezTo>
                  <a:lnTo>
                    <a:pt x="183" y="813"/>
                  </a:lnTo>
                  <a:cubicBezTo>
                    <a:pt x="244" y="874"/>
                    <a:pt x="274" y="935"/>
                    <a:pt x="365" y="965"/>
                  </a:cubicBezTo>
                  <a:cubicBezTo>
                    <a:pt x="426" y="1026"/>
                    <a:pt x="517" y="1056"/>
                    <a:pt x="578" y="1056"/>
                  </a:cubicBezTo>
                  <a:cubicBezTo>
                    <a:pt x="730" y="1056"/>
                    <a:pt x="821" y="996"/>
                    <a:pt x="912" y="904"/>
                  </a:cubicBezTo>
                  <a:cubicBezTo>
                    <a:pt x="1003" y="813"/>
                    <a:pt x="1064" y="692"/>
                    <a:pt x="1064" y="570"/>
                  </a:cubicBezTo>
                  <a:cubicBezTo>
                    <a:pt x="1064" y="479"/>
                    <a:pt x="1034" y="418"/>
                    <a:pt x="1003" y="327"/>
                  </a:cubicBezTo>
                  <a:cubicBezTo>
                    <a:pt x="943" y="266"/>
                    <a:pt x="882" y="205"/>
                    <a:pt x="821" y="175"/>
                  </a:cubicBezTo>
                  <a:lnTo>
                    <a:pt x="699" y="84"/>
                  </a:lnTo>
                  <a:cubicBezTo>
                    <a:pt x="699" y="84"/>
                    <a:pt x="669" y="53"/>
                    <a:pt x="639" y="53"/>
                  </a:cubicBezTo>
                  <a:cubicBezTo>
                    <a:pt x="608" y="23"/>
                    <a:pt x="578" y="23"/>
                    <a:pt x="547" y="23"/>
                  </a:cubicBezTo>
                  <a:cubicBezTo>
                    <a:pt x="517" y="8"/>
                    <a:pt x="479" y="0"/>
                    <a:pt x="4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1602875" y="4293675"/>
              <a:ext cx="30425" cy="23575"/>
            </a:xfrm>
            <a:custGeom>
              <a:avLst/>
              <a:gdLst/>
              <a:ahLst/>
              <a:cxnLst/>
              <a:rect l="l" t="t" r="r" b="b"/>
              <a:pathLst>
                <a:path w="1217" h="943" extrusionOk="0">
                  <a:moveTo>
                    <a:pt x="609" y="0"/>
                  </a:moveTo>
                  <a:cubicBezTo>
                    <a:pt x="1" y="0"/>
                    <a:pt x="1" y="942"/>
                    <a:pt x="609" y="942"/>
                  </a:cubicBezTo>
                  <a:cubicBezTo>
                    <a:pt x="1217" y="942"/>
                    <a:pt x="1217" y="0"/>
                    <a:pt x="6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483575" y="4300500"/>
              <a:ext cx="22825" cy="18275"/>
            </a:xfrm>
            <a:custGeom>
              <a:avLst/>
              <a:gdLst/>
              <a:ahLst/>
              <a:cxnLst/>
              <a:rect l="l" t="t" r="r" b="b"/>
              <a:pathLst>
                <a:path w="913" h="731" extrusionOk="0">
                  <a:moveTo>
                    <a:pt x="456" y="1"/>
                  </a:moveTo>
                  <a:cubicBezTo>
                    <a:pt x="1" y="1"/>
                    <a:pt x="1" y="730"/>
                    <a:pt x="456" y="730"/>
                  </a:cubicBezTo>
                  <a:cubicBezTo>
                    <a:pt x="912" y="730"/>
                    <a:pt x="912" y="1"/>
                    <a:pt x="4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498025" y="4364325"/>
              <a:ext cx="12175" cy="9150"/>
            </a:xfrm>
            <a:custGeom>
              <a:avLst/>
              <a:gdLst/>
              <a:ahLst/>
              <a:cxnLst/>
              <a:rect l="l" t="t" r="r" b="b"/>
              <a:pathLst>
                <a:path w="487" h="366" extrusionOk="0">
                  <a:moveTo>
                    <a:pt x="243" y="1"/>
                  </a:moveTo>
                  <a:cubicBezTo>
                    <a:pt x="0" y="1"/>
                    <a:pt x="0" y="366"/>
                    <a:pt x="243" y="366"/>
                  </a:cubicBezTo>
                  <a:cubicBezTo>
                    <a:pt x="486" y="366"/>
                    <a:pt x="486" y="1"/>
                    <a:pt x="2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504100" y="4419050"/>
              <a:ext cx="775" cy="25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cubicBezTo>
                    <a:pt x="0" y="0"/>
                    <a:pt x="3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364275" y="4404600"/>
              <a:ext cx="24350" cy="26625"/>
            </a:xfrm>
            <a:custGeom>
              <a:avLst/>
              <a:gdLst/>
              <a:ahLst/>
              <a:cxnLst/>
              <a:rect l="l" t="t" r="r" b="b"/>
              <a:pathLst>
                <a:path w="974" h="1065" extrusionOk="0">
                  <a:moveTo>
                    <a:pt x="487" y="1"/>
                  </a:moveTo>
                  <a:cubicBezTo>
                    <a:pt x="396" y="1"/>
                    <a:pt x="244" y="31"/>
                    <a:pt x="183" y="122"/>
                  </a:cubicBezTo>
                  <a:cubicBezTo>
                    <a:pt x="122" y="214"/>
                    <a:pt x="61" y="274"/>
                    <a:pt x="61" y="366"/>
                  </a:cubicBezTo>
                  <a:lnTo>
                    <a:pt x="31" y="457"/>
                  </a:lnTo>
                  <a:cubicBezTo>
                    <a:pt x="0" y="548"/>
                    <a:pt x="0" y="609"/>
                    <a:pt x="31" y="700"/>
                  </a:cubicBezTo>
                  <a:cubicBezTo>
                    <a:pt x="61" y="791"/>
                    <a:pt x="92" y="852"/>
                    <a:pt x="152" y="913"/>
                  </a:cubicBezTo>
                  <a:cubicBezTo>
                    <a:pt x="244" y="1004"/>
                    <a:pt x="365" y="1065"/>
                    <a:pt x="487" y="1065"/>
                  </a:cubicBezTo>
                  <a:cubicBezTo>
                    <a:pt x="608" y="1065"/>
                    <a:pt x="730" y="1004"/>
                    <a:pt x="821" y="913"/>
                  </a:cubicBezTo>
                  <a:cubicBezTo>
                    <a:pt x="882" y="852"/>
                    <a:pt x="943" y="791"/>
                    <a:pt x="943" y="700"/>
                  </a:cubicBezTo>
                  <a:cubicBezTo>
                    <a:pt x="973" y="639"/>
                    <a:pt x="973" y="548"/>
                    <a:pt x="943" y="457"/>
                  </a:cubicBezTo>
                  <a:lnTo>
                    <a:pt x="943" y="366"/>
                  </a:lnTo>
                  <a:cubicBezTo>
                    <a:pt x="912" y="274"/>
                    <a:pt x="882" y="214"/>
                    <a:pt x="821" y="122"/>
                  </a:cubicBezTo>
                  <a:cubicBezTo>
                    <a:pt x="760" y="92"/>
                    <a:pt x="730" y="62"/>
                    <a:pt x="669" y="31"/>
                  </a:cubicBezTo>
                  <a:cubicBezTo>
                    <a:pt x="608" y="1"/>
                    <a:pt x="548" y="1"/>
                    <a:pt x="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339200" y="4316475"/>
              <a:ext cx="28900" cy="22800"/>
            </a:xfrm>
            <a:custGeom>
              <a:avLst/>
              <a:gdLst/>
              <a:ahLst/>
              <a:cxnLst/>
              <a:rect l="l" t="t" r="r" b="b"/>
              <a:pathLst>
                <a:path w="1156" h="912" extrusionOk="0">
                  <a:moveTo>
                    <a:pt x="578" y="0"/>
                  </a:moveTo>
                  <a:cubicBezTo>
                    <a:pt x="0" y="0"/>
                    <a:pt x="0" y="912"/>
                    <a:pt x="578" y="912"/>
                  </a:cubicBezTo>
                  <a:cubicBezTo>
                    <a:pt x="1155" y="912"/>
                    <a:pt x="1155" y="0"/>
                    <a:pt x="5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409875" y="4352600"/>
              <a:ext cx="24325" cy="23500"/>
            </a:xfrm>
            <a:custGeom>
              <a:avLst/>
              <a:gdLst/>
              <a:ahLst/>
              <a:cxnLst/>
              <a:rect l="l" t="t" r="r" b="b"/>
              <a:pathLst>
                <a:path w="973" h="940" extrusionOk="0">
                  <a:moveTo>
                    <a:pt x="487" y="0"/>
                  </a:moveTo>
                  <a:cubicBezTo>
                    <a:pt x="466" y="0"/>
                    <a:pt x="446" y="4"/>
                    <a:pt x="426" y="14"/>
                  </a:cubicBezTo>
                  <a:cubicBezTo>
                    <a:pt x="395" y="14"/>
                    <a:pt x="365" y="14"/>
                    <a:pt x="304" y="44"/>
                  </a:cubicBezTo>
                  <a:cubicBezTo>
                    <a:pt x="274" y="75"/>
                    <a:pt x="213" y="105"/>
                    <a:pt x="183" y="136"/>
                  </a:cubicBezTo>
                  <a:cubicBezTo>
                    <a:pt x="91" y="227"/>
                    <a:pt x="0" y="348"/>
                    <a:pt x="0" y="470"/>
                  </a:cubicBezTo>
                  <a:cubicBezTo>
                    <a:pt x="0" y="622"/>
                    <a:pt x="61" y="713"/>
                    <a:pt x="183" y="804"/>
                  </a:cubicBezTo>
                  <a:cubicBezTo>
                    <a:pt x="213" y="865"/>
                    <a:pt x="304" y="895"/>
                    <a:pt x="365" y="926"/>
                  </a:cubicBezTo>
                  <a:cubicBezTo>
                    <a:pt x="405" y="926"/>
                    <a:pt x="446" y="939"/>
                    <a:pt x="487" y="939"/>
                  </a:cubicBezTo>
                  <a:cubicBezTo>
                    <a:pt x="507" y="939"/>
                    <a:pt x="527" y="936"/>
                    <a:pt x="547" y="926"/>
                  </a:cubicBezTo>
                  <a:cubicBezTo>
                    <a:pt x="608" y="926"/>
                    <a:pt x="638" y="926"/>
                    <a:pt x="669" y="895"/>
                  </a:cubicBezTo>
                  <a:cubicBezTo>
                    <a:pt x="730" y="895"/>
                    <a:pt x="760" y="865"/>
                    <a:pt x="790" y="835"/>
                  </a:cubicBezTo>
                  <a:cubicBezTo>
                    <a:pt x="821" y="804"/>
                    <a:pt x="851" y="774"/>
                    <a:pt x="851" y="743"/>
                  </a:cubicBezTo>
                  <a:cubicBezTo>
                    <a:pt x="912" y="683"/>
                    <a:pt x="973" y="561"/>
                    <a:pt x="973" y="470"/>
                  </a:cubicBezTo>
                  <a:cubicBezTo>
                    <a:pt x="973" y="379"/>
                    <a:pt x="942" y="318"/>
                    <a:pt x="912" y="227"/>
                  </a:cubicBezTo>
                  <a:cubicBezTo>
                    <a:pt x="851" y="166"/>
                    <a:pt x="790" y="105"/>
                    <a:pt x="730" y="75"/>
                  </a:cubicBezTo>
                  <a:lnTo>
                    <a:pt x="608" y="14"/>
                  </a:lnTo>
                  <a:cubicBezTo>
                    <a:pt x="568" y="14"/>
                    <a:pt x="527" y="0"/>
                    <a:pt x="4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526900" y="4417525"/>
              <a:ext cx="27375" cy="21300"/>
            </a:xfrm>
            <a:custGeom>
              <a:avLst/>
              <a:gdLst/>
              <a:ahLst/>
              <a:cxnLst/>
              <a:rect l="l" t="t" r="r" b="b"/>
              <a:pathLst>
                <a:path w="1095" h="852" extrusionOk="0">
                  <a:moveTo>
                    <a:pt x="547" y="1"/>
                  </a:moveTo>
                  <a:cubicBezTo>
                    <a:pt x="0" y="1"/>
                    <a:pt x="0" y="852"/>
                    <a:pt x="547" y="852"/>
                  </a:cubicBezTo>
                  <a:cubicBezTo>
                    <a:pt x="1094" y="852"/>
                    <a:pt x="1094" y="1"/>
                    <a:pt x="5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322475" y="4389925"/>
              <a:ext cx="22075" cy="24325"/>
            </a:xfrm>
            <a:custGeom>
              <a:avLst/>
              <a:gdLst/>
              <a:ahLst/>
              <a:cxnLst/>
              <a:rect l="l" t="t" r="r" b="b"/>
              <a:pathLst>
                <a:path w="883" h="973" extrusionOk="0">
                  <a:moveTo>
                    <a:pt x="355" y="1"/>
                  </a:moveTo>
                  <a:cubicBezTo>
                    <a:pt x="294" y="1"/>
                    <a:pt x="233" y="16"/>
                    <a:pt x="183" y="41"/>
                  </a:cubicBezTo>
                  <a:cubicBezTo>
                    <a:pt x="61" y="132"/>
                    <a:pt x="1" y="254"/>
                    <a:pt x="31" y="406"/>
                  </a:cubicBezTo>
                  <a:cubicBezTo>
                    <a:pt x="61" y="497"/>
                    <a:pt x="92" y="558"/>
                    <a:pt x="122" y="649"/>
                  </a:cubicBezTo>
                  <a:lnTo>
                    <a:pt x="213" y="801"/>
                  </a:lnTo>
                  <a:cubicBezTo>
                    <a:pt x="252" y="918"/>
                    <a:pt x="379" y="972"/>
                    <a:pt x="497" y="972"/>
                  </a:cubicBezTo>
                  <a:cubicBezTo>
                    <a:pt x="563" y="972"/>
                    <a:pt x="626" y="955"/>
                    <a:pt x="669" y="922"/>
                  </a:cubicBezTo>
                  <a:cubicBezTo>
                    <a:pt x="852" y="831"/>
                    <a:pt x="882" y="618"/>
                    <a:pt x="791" y="466"/>
                  </a:cubicBezTo>
                  <a:lnTo>
                    <a:pt x="821" y="466"/>
                  </a:lnTo>
                  <a:cubicBezTo>
                    <a:pt x="730" y="345"/>
                    <a:pt x="669" y="193"/>
                    <a:pt x="578" y="102"/>
                  </a:cubicBezTo>
                  <a:cubicBezTo>
                    <a:pt x="525" y="30"/>
                    <a:pt x="440" y="1"/>
                    <a:pt x="3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239650" y="4373875"/>
              <a:ext cx="18275" cy="17500"/>
            </a:xfrm>
            <a:custGeom>
              <a:avLst/>
              <a:gdLst/>
              <a:ahLst/>
              <a:cxnLst/>
              <a:rect l="l" t="t" r="r" b="b"/>
              <a:pathLst>
                <a:path w="731" h="700" extrusionOk="0">
                  <a:moveTo>
                    <a:pt x="235" y="1"/>
                  </a:moveTo>
                  <a:cubicBezTo>
                    <a:pt x="220" y="1"/>
                    <a:pt x="203" y="4"/>
                    <a:pt x="183" y="14"/>
                  </a:cubicBezTo>
                  <a:cubicBezTo>
                    <a:pt x="153" y="14"/>
                    <a:pt x="122" y="44"/>
                    <a:pt x="92" y="75"/>
                  </a:cubicBezTo>
                  <a:cubicBezTo>
                    <a:pt x="61" y="105"/>
                    <a:pt x="31" y="136"/>
                    <a:pt x="31" y="166"/>
                  </a:cubicBezTo>
                  <a:cubicBezTo>
                    <a:pt x="31" y="196"/>
                    <a:pt x="1" y="257"/>
                    <a:pt x="31" y="288"/>
                  </a:cubicBezTo>
                  <a:cubicBezTo>
                    <a:pt x="31" y="318"/>
                    <a:pt x="31" y="318"/>
                    <a:pt x="31" y="348"/>
                  </a:cubicBezTo>
                  <a:cubicBezTo>
                    <a:pt x="31" y="379"/>
                    <a:pt x="31" y="409"/>
                    <a:pt x="31" y="440"/>
                  </a:cubicBezTo>
                  <a:lnTo>
                    <a:pt x="92" y="531"/>
                  </a:lnTo>
                  <a:cubicBezTo>
                    <a:pt x="122" y="592"/>
                    <a:pt x="183" y="652"/>
                    <a:pt x="244" y="683"/>
                  </a:cubicBezTo>
                  <a:cubicBezTo>
                    <a:pt x="284" y="693"/>
                    <a:pt x="328" y="700"/>
                    <a:pt x="372" y="700"/>
                  </a:cubicBezTo>
                  <a:cubicBezTo>
                    <a:pt x="460" y="700"/>
                    <a:pt x="548" y="673"/>
                    <a:pt x="608" y="592"/>
                  </a:cubicBezTo>
                  <a:cubicBezTo>
                    <a:pt x="700" y="500"/>
                    <a:pt x="730" y="379"/>
                    <a:pt x="700" y="257"/>
                  </a:cubicBezTo>
                  <a:cubicBezTo>
                    <a:pt x="700" y="196"/>
                    <a:pt x="639" y="136"/>
                    <a:pt x="578" y="75"/>
                  </a:cubicBezTo>
                  <a:cubicBezTo>
                    <a:pt x="517" y="44"/>
                    <a:pt x="456" y="14"/>
                    <a:pt x="365" y="14"/>
                  </a:cubicBezTo>
                  <a:lnTo>
                    <a:pt x="304" y="14"/>
                  </a:lnTo>
                  <a:cubicBezTo>
                    <a:pt x="284" y="14"/>
                    <a:pt x="264" y="1"/>
                    <a:pt x="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235100" y="4293675"/>
              <a:ext cx="18250" cy="13700"/>
            </a:xfrm>
            <a:custGeom>
              <a:avLst/>
              <a:gdLst/>
              <a:ahLst/>
              <a:cxnLst/>
              <a:rect l="l" t="t" r="r" b="b"/>
              <a:pathLst>
                <a:path w="730" h="548" extrusionOk="0">
                  <a:moveTo>
                    <a:pt x="365" y="0"/>
                  </a:moveTo>
                  <a:cubicBezTo>
                    <a:pt x="0" y="0"/>
                    <a:pt x="0" y="547"/>
                    <a:pt x="365" y="547"/>
                  </a:cubicBezTo>
                  <a:cubicBezTo>
                    <a:pt x="730" y="547"/>
                    <a:pt x="730" y="0"/>
                    <a:pt x="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268525" y="4340775"/>
              <a:ext cx="25100" cy="19775"/>
            </a:xfrm>
            <a:custGeom>
              <a:avLst/>
              <a:gdLst/>
              <a:ahLst/>
              <a:cxnLst/>
              <a:rect l="l" t="t" r="r" b="b"/>
              <a:pathLst>
                <a:path w="1004" h="791" extrusionOk="0">
                  <a:moveTo>
                    <a:pt x="487" y="1"/>
                  </a:moveTo>
                  <a:cubicBezTo>
                    <a:pt x="1" y="1"/>
                    <a:pt x="1" y="791"/>
                    <a:pt x="487" y="791"/>
                  </a:cubicBezTo>
                  <a:cubicBezTo>
                    <a:pt x="1004" y="791"/>
                    <a:pt x="1004" y="1"/>
                    <a:pt x="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162150" y="4359775"/>
              <a:ext cx="22050" cy="18275"/>
            </a:xfrm>
            <a:custGeom>
              <a:avLst/>
              <a:gdLst/>
              <a:ahLst/>
              <a:cxnLst/>
              <a:rect l="l" t="t" r="r" b="b"/>
              <a:pathLst>
                <a:path w="882" h="731" extrusionOk="0">
                  <a:moveTo>
                    <a:pt x="365" y="1"/>
                  </a:moveTo>
                  <a:cubicBezTo>
                    <a:pt x="274" y="1"/>
                    <a:pt x="183" y="61"/>
                    <a:pt x="122" y="122"/>
                  </a:cubicBezTo>
                  <a:cubicBezTo>
                    <a:pt x="61" y="183"/>
                    <a:pt x="0" y="274"/>
                    <a:pt x="0" y="365"/>
                  </a:cubicBezTo>
                  <a:cubicBezTo>
                    <a:pt x="31" y="456"/>
                    <a:pt x="61" y="578"/>
                    <a:pt x="122" y="639"/>
                  </a:cubicBezTo>
                  <a:cubicBezTo>
                    <a:pt x="183" y="700"/>
                    <a:pt x="274" y="730"/>
                    <a:pt x="365" y="730"/>
                  </a:cubicBezTo>
                  <a:cubicBezTo>
                    <a:pt x="487" y="730"/>
                    <a:pt x="608" y="730"/>
                    <a:pt x="699" y="669"/>
                  </a:cubicBezTo>
                  <a:cubicBezTo>
                    <a:pt x="760" y="639"/>
                    <a:pt x="790" y="608"/>
                    <a:pt x="821" y="548"/>
                  </a:cubicBezTo>
                  <a:cubicBezTo>
                    <a:pt x="851" y="487"/>
                    <a:pt x="882" y="426"/>
                    <a:pt x="882" y="365"/>
                  </a:cubicBezTo>
                  <a:cubicBezTo>
                    <a:pt x="882" y="305"/>
                    <a:pt x="851" y="244"/>
                    <a:pt x="821" y="213"/>
                  </a:cubicBezTo>
                  <a:cubicBezTo>
                    <a:pt x="790" y="153"/>
                    <a:pt x="760" y="122"/>
                    <a:pt x="699" y="92"/>
                  </a:cubicBezTo>
                  <a:cubicBezTo>
                    <a:pt x="608" y="31"/>
                    <a:pt x="487" y="31"/>
                    <a:pt x="3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117300" y="4402325"/>
              <a:ext cx="26625" cy="30425"/>
            </a:xfrm>
            <a:custGeom>
              <a:avLst/>
              <a:gdLst/>
              <a:ahLst/>
              <a:cxnLst/>
              <a:rect l="l" t="t" r="r" b="b"/>
              <a:pathLst>
                <a:path w="1065" h="1217" extrusionOk="0">
                  <a:moveTo>
                    <a:pt x="518" y="1"/>
                  </a:moveTo>
                  <a:cubicBezTo>
                    <a:pt x="396" y="1"/>
                    <a:pt x="244" y="62"/>
                    <a:pt x="153" y="153"/>
                  </a:cubicBezTo>
                  <a:lnTo>
                    <a:pt x="92" y="274"/>
                  </a:lnTo>
                  <a:cubicBezTo>
                    <a:pt x="31" y="335"/>
                    <a:pt x="31" y="426"/>
                    <a:pt x="1" y="517"/>
                  </a:cubicBezTo>
                  <a:lnTo>
                    <a:pt x="1" y="669"/>
                  </a:lnTo>
                  <a:cubicBezTo>
                    <a:pt x="1" y="761"/>
                    <a:pt x="31" y="821"/>
                    <a:pt x="62" y="882"/>
                  </a:cubicBezTo>
                  <a:cubicBezTo>
                    <a:pt x="62" y="943"/>
                    <a:pt x="122" y="1004"/>
                    <a:pt x="153" y="1065"/>
                  </a:cubicBezTo>
                  <a:cubicBezTo>
                    <a:pt x="214" y="1095"/>
                    <a:pt x="274" y="1125"/>
                    <a:pt x="335" y="1156"/>
                  </a:cubicBezTo>
                  <a:cubicBezTo>
                    <a:pt x="396" y="1186"/>
                    <a:pt x="457" y="1217"/>
                    <a:pt x="548" y="1217"/>
                  </a:cubicBezTo>
                  <a:cubicBezTo>
                    <a:pt x="670" y="1217"/>
                    <a:pt x="822" y="1156"/>
                    <a:pt x="913" y="1065"/>
                  </a:cubicBezTo>
                  <a:cubicBezTo>
                    <a:pt x="1004" y="943"/>
                    <a:pt x="1065" y="821"/>
                    <a:pt x="1065" y="669"/>
                  </a:cubicBezTo>
                  <a:lnTo>
                    <a:pt x="1034" y="517"/>
                  </a:lnTo>
                  <a:cubicBezTo>
                    <a:pt x="1034" y="396"/>
                    <a:pt x="1004" y="244"/>
                    <a:pt x="882" y="153"/>
                  </a:cubicBezTo>
                  <a:cubicBezTo>
                    <a:pt x="852" y="122"/>
                    <a:pt x="791" y="62"/>
                    <a:pt x="730" y="62"/>
                  </a:cubicBezTo>
                  <a:cubicBezTo>
                    <a:pt x="670" y="31"/>
                    <a:pt x="609" y="1"/>
                    <a:pt x="5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246500" y="4413725"/>
              <a:ext cx="13700" cy="10675"/>
            </a:xfrm>
            <a:custGeom>
              <a:avLst/>
              <a:gdLst/>
              <a:ahLst/>
              <a:cxnLst/>
              <a:rect l="l" t="t" r="r" b="b"/>
              <a:pathLst>
                <a:path w="548" h="427" extrusionOk="0">
                  <a:moveTo>
                    <a:pt x="274" y="1"/>
                  </a:moveTo>
                  <a:cubicBezTo>
                    <a:pt x="0" y="1"/>
                    <a:pt x="0" y="426"/>
                    <a:pt x="274" y="426"/>
                  </a:cubicBezTo>
                  <a:cubicBezTo>
                    <a:pt x="547" y="426"/>
                    <a:pt x="547" y="1"/>
                    <a:pt x="2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307275" y="4412975"/>
              <a:ext cx="19800" cy="20525"/>
            </a:xfrm>
            <a:custGeom>
              <a:avLst/>
              <a:gdLst/>
              <a:ahLst/>
              <a:cxnLst/>
              <a:rect l="l" t="t" r="r" b="b"/>
              <a:pathLst>
                <a:path w="792" h="821" extrusionOk="0">
                  <a:moveTo>
                    <a:pt x="396" y="0"/>
                  </a:moveTo>
                  <a:lnTo>
                    <a:pt x="335" y="31"/>
                  </a:lnTo>
                  <a:cubicBezTo>
                    <a:pt x="274" y="31"/>
                    <a:pt x="244" y="61"/>
                    <a:pt x="183" y="91"/>
                  </a:cubicBezTo>
                  <a:cubicBezTo>
                    <a:pt x="153" y="122"/>
                    <a:pt x="122" y="183"/>
                    <a:pt x="92" y="243"/>
                  </a:cubicBezTo>
                  <a:cubicBezTo>
                    <a:pt x="1" y="365"/>
                    <a:pt x="31" y="517"/>
                    <a:pt x="92" y="608"/>
                  </a:cubicBezTo>
                  <a:cubicBezTo>
                    <a:pt x="153" y="730"/>
                    <a:pt x="274" y="821"/>
                    <a:pt x="396" y="821"/>
                  </a:cubicBezTo>
                  <a:cubicBezTo>
                    <a:pt x="548" y="821"/>
                    <a:pt x="669" y="730"/>
                    <a:pt x="730" y="608"/>
                  </a:cubicBezTo>
                  <a:cubicBezTo>
                    <a:pt x="791" y="517"/>
                    <a:pt x="791" y="365"/>
                    <a:pt x="730" y="243"/>
                  </a:cubicBezTo>
                  <a:cubicBezTo>
                    <a:pt x="700" y="183"/>
                    <a:pt x="669" y="152"/>
                    <a:pt x="609" y="91"/>
                  </a:cubicBezTo>
                  <a:cubicBezTo>
                    <a:pt x="548" y="61"/>
                    <a:pt x="487" y="0"/>
                    <a:pt x="3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170500" y="4397775"/>
              <a:ext cx="20550" cy="15975"/>
            </a:xfrm>
            <a:custGeom>
              <a:avLst/>
              <a:gdLst/>
              <a:ahLst/>
              <a:cxnLst/>
              <a:rect l="l" t="t" r="r" b="b"/>
              <a:pathLst>
                <a:path w="822" h="639" extrusionOk="0">
                  <a:moveTo>
                    <a:pt x="396" y="0"/>
                  </a:moveTo>
                  <a:cubicBezTo>
                    <a:pt x="1" y="0"/>
                    <a:pt x="1" y="639"/>
                    <a:pt x="396" y="639"/>
                  </a:cubicBezTo>
                  <a:cubicBezTo>
                    <a:pt x="821" y="639"/>
                    <a:pt x="821" y="0"/>
                    <a:pt x="3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332350" y="4273625"/>
              <a:ext cx="21300" cy="18075"/>
            </a:xfrm>
            <a:custGeom>
              <a:avLst/>
              <a:gdLst/>
              <a:ahLst/>
              <a:cxnLst/>
              <a:rect l="l" t="t" r="r" b="b"/>
              <a:pathLst>
                <a:path w="852" h="723" extrusionOk="0">
                  <a:moveTo>
                    <a:pt x="491" y="0"/>
                  </a:moveTo>
                  <a:cubicBezTo>
                    <a:pt x="459" y="0"/>
                    <a:pt x="426" y="4"/>
                    <a:pt x="396" y="12"/>
                  </a:cubicBezTo>
                  <a:lnTo>
                    <a:pt x="305" y="12"/>
                  </a:lnTo>
                  <a:cubicBezTo>
                    <a:pt x="305" y="12"/>
                    <a:pt x="274" y="42"/>
                    <a:pt x="274" y="42"/>
                  </a:cubicBezTo>
                  <a:cubicBezTo>
                    <a:pt x="214" y="42"/>
                    <a:pt x="153" y="73"/>
                    <a:pt x="122" y="133"/>
                  </a:cubicBezTo>
                  <a:cubicBezTo>
                    <a:pt x="92" y="133"/>
                    <a:pt x="92" y="164"/>
                    <a:pt x="62" y="194"/>
                  </a:cubicBezTo>
                  <a:cubicBezTo>
                    <a:pt x="1" y="285"/>
                    <a:pt x="1" y="437"/>
                    <a:pt x="62" y="529"/>
                  </a:cubicBezTo>
                  <a:cubicBezTo>
                    <a:pt x="92" y="559"/>
                    <a:pt x="92" y="559"/>
                    <a:pt x="122" y="589"/>
                  </a:cubicBezTo>
                  <a:cubicBezTo>
                    <a:pt x="153" y="620"/>
                    <a:pt x="214" y="650"/>
                    <a:pt x="274" y="681"/>
                  </a:cubicBezTo>
                  <a:lnTo>
                    <a:pt x="305" y="681"/>
                  </a:lnTo>
                  <a:lnTo>
                    <a:pt x="396" y="711"/>
                  </a:lnTo>
                  <a:cubicBezTo>
                    <a:pt x="426" y="719"/>
                    <a:pt x="459" y="722"/>
                    <a:pt x="491" y="722"/>
                  </a:cubicBezTo>
                  <a:cubicBezTo>
                    <a:pt x="590" y="722"/>
                    <a:pt x="692" y="688"/>
                    <a:pt x="761" y="620"/>
                  </a:cubicBezTo>
                  <a:cubicBezTo>
                    <a:pt x="821" y="559"/>
                    <a:pt x="852" y="468"/>
                    <a:pt x="852" y="346"/>
                  </a:cubicBezTo>
                  <a:cubicBezTo>
                    <a:pt x="852" y="255"/>
                    <a:pt x="821" y="164"/>
                    <a:pt x="761" y="103"/>
                  </a:cubicBezTo>
                  <a:cubicBezTo>
                    <a:pt x="692" y="35"/>
                    <a:pt x="590" y="0"/>
                    <a:pt x="4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464575" y="4210850"/>
              <a:ext cx="15975" cy="15200"/>
            </a:xfrm>
            <a:custGeom>
              <a:avLst/>
              <a:gdLst/>
              <a:ahLst/>
              <a:cxnLst/>
              <a:rect l="l" t="t" r="r" b="b"/>
              <a:pathLst>
                <a:path w="639" h="608" extrusionOk="0">
                  <a:moveTo>
                    <a:pt x="433" y="52"/>
                  </a:moveTo>
                  <a:cubicBezTo>
                    <a:pt x="438" y="52"/>
                    <a:pt x="446" y="56"/>
                    <a:pt x="453" y="61"/>
                  </a:cubicBezTo>
                  <a:lnTo>
                    <a:pt x="426" y="61"/>
                  </a:lnTo>
                  <a:cubicBezTo>
                    <a:pt x="426" y="54"/>
                    <a:pt x="429" y="52"/>
                    <a:pt x="433" y="52"/>
                  </a:cubicBezTo>
                  <a:close/>
                  <a:moveTo>
                    <a:pt x="305" y="0"/>
                  </a:moveTo>
                  <a:cubicBezTo>
                    <a:pt x="274" y="0"/>
                    <a:pt x="213" y="0"/>
                    <a:pt x="183" y="61"/>
                  </a:cubicBezTo>
                  <a:cubicBezTo>
                    <a:pt x="61" y="122"/>
                    <a:pt x="1" y="274"/>
                    <a:pt x="31" y="395"/>
                  </a:cubicBezTo>
                  <a:cubicBezTo>
                    <a:pt x="61" y="517"/>
                    <a:pt x="183" y="608"/>
                    <a:pt x="305" y="608"/>
                  </a:cubicBezTo>
                  <a:cubicBezTo>
                    <a:pt x="426" y="608"/>
                    <a:pt x="548" y="547"/>
                    <a:pt x="578" y="426"/>
                  </a:cubicBezTo>
                  <a:cubicBezTo>
                    <a:pt x="639" y="304"/>
                    <a:pt x="578" y="152"/>
                    <a:pt x="457" y="61"/>
                  </a:cubicBezTo>
                  <a:cubicBezTo>
                    <a:pt x="426" y="30"/>
                    <a:pt x="365" y="0"/>
                    <a:pt x="3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466850" y="4112050"/>
              <a:ext cx="19800" cy="19775"/>
            </a:xfrm>
            <a:custGeom>
              <a:avLst/>
              <a:gdLst/>
              <a:ahLst/>
              <a:cxnLst/>
              <a:rect l="l" t="t" r="r" b="b"/>
              <a:pathLst>
                <a:path w="792" h="791" extrusionOk="0">
                  <a:moveTo>
                    <a:pt x="396" y="1"/>
                  </a:moveTo>
                  <a:cubicBezTo>
                    <a:pt x="335" y="1"/>
                    <a:pt x="274" y="31"/>
                    <a:pt x="214" y="92"/>
                  </a:cubicBezTo>
                  <a:cubicBezTo>
                    <a:pt x="153" y="122"/>
                    <a:pt x="122" y="183"/>
                    <a:pt x="92" y="244"/>
                  </a:cubicBezTo>
                  <a:cubicBezTo>
                    <a:pt x="31" y="365"/>
                    <a:pt x="1" y="517"/>
                    <a:pt x="92" y="609"/>
                  </a:cubicBezTo>
                  <a:cubicBezTo>
                    <a:pt x="153" y="730"/>
                    <a:pt x="274" y="791"/>
                    <a:pt x="396" y="791"/>
                  </a:cubicBezTo>
                  <a:cubicBezTo>
                    <a:pt x="548" y="791"/>
                    <a:pt x="670" y="730"/>
                    <a:pt x="730" y="609"/>
                  </a:cubicBezTo>
                  <a:cubicBezTo>
                    <a:pt x="791" y="517"/>
                    <a:pt x="791" y="365"/>
                    <a:pt x="730" y="244"/>
                  </a:cubicBezTo>
                  <a:cubicBezTo>
                    <a:pt x="700" y="183"/>
                    <a:pt x="670" y="122"/>
                    <a:pt x="609" y="92"/>
                  </a:cubicBezTo>
                  <a:cubicBezTo>
                    <a:pt x="548" y="31"/>
                    <a:pt x="487" y="1"/>
                    <a:pt x="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364275" y="4180450"/>
              <a:ext cx="6100" cy="9125"/>
            </a:xfrm>
            <a:custGeom>
              <a:avLst/>
              <a:gdLst/>
              <a:ahLst/>
              <a:cxnLst/>
              <a:rect l="l" t="t" r="r" b="b"/>
              <a:pathLst>
                <a:path w="244" h="365" extrusionOk="0">
                  <a:moveTo>
                    <a:pt x="122" y="0"/>
                  </a:moveTo>
                  <a:cubicBezTo>
                    <a:pt x="61" y="0"/>
                    <a:pt x="31" y="61"/>
                    <a:pt x="31" y="122"/>
                  </a:cubicBezTo>
                  <a:cubicBezTo>
                    <a:pt x="31" y="152"/>
                    <a:pt x="31" y="213"/>
                    <a:pt x="0" y="243"/>
                  </a:cubicBezTo>
                  <a:cubicBezTo>
                    <a:pt x="0" y="304"/>
                    <a:pt x="61" y="365"/>
                    <a:pt x="122" y="365"/>
                  </a:cubicBezTo>
                  <a:cubicBezTo>
                    <a:pt x="183" y="365"/>
                    <a:pt x="244" y="304"/>
                    <a:pt x="244" y="243"/>
                  </a:cubicBezTo>
                  <a:lnTo>
                    <a:pt x="244" y="122"/>
                  </a:lnTo>
                  <a:cubicBezTo>
                    <a:pt x="213" y="61"/>
                    <a:pt x="213" y="0"/>
                    <a:pt x="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332350" y="4094200"/>
              <a:ext cx="16000" cy="17875"/>
            </a:xfrm>
            <a:custGeom>
              <a:avLst/>
              <a:gdLst/>
              <a:ahLst/>
              <a:cxnLst/>
              <a:rect l="l" t="t" r="r" b="b"/>
              <a:pathLst>
                <a:path w="640" h="715" extrusionOk="0">
                  <a:moveTo>
                    <a:pt x="320" y="0"/>
                  </a:moveTo>
                  <a:cubicBezTo>
                    <a:pt x="229" y="0"/>
                    <a:pt x="138" y="46"/>
                    <a:pt x="92" y="137"/>
                  </a:cubicBezTo>
                  <a:cubicBezTo>
                    <a:pt x="62" y="198"/>
                    <a:pt x="31" y="259"/>
                    <a:pt x="31" y="350"/>
                  </a:cubicBezTo>
                  <a:cubicBezTo>
                    <a:pt x="1" y="441"/>
                    <a:pt x="1" y="563"/>
                    <a:pt x="92" y="623"/>
                  </a:cubicBezTo>
                  <a:cubicBezTo>
                    <a:pt x="153" y="684"/>
                    <a:pt x="214" y="715"/>
                    <a:pt x="305" y="715"/>
                  </a:cubicBezTo>
                  <a:cubicBezTo>
                    <a:pt x="396" y="715"/>
                    <a:pt x="487" y="684"/>
                    <a:pt x="518" y="623"/>
                  </a:cubicBezTo>
                  <a:cubicBezTo>
                    <a:pt x="609" y="563"/>
                    <a:pt x="639" y="441"/>
                    <a:pt x="609" y="350"/>
                  </a:cubicBezTo>
                  <a:cubicBezTo>
                    <a:pt x="609" y="259"/>
                    <a:pt x="578" y="198"/>
                    <a:pt x="548" y="137"/>
                  </a:cubicBezTo>
                  <a:cubicBezTo>
                    <a:pt x="502" y="46"/>
                    <a:pt x="411" y="0"/>
                    <a:pt x="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436475" y="4036825"/>
              <a:ext cx="18250" cy="16750"/>
            </a:xfrm>
            <a:custGeom>
              <a:avLst/>
              <a:gdLst/>
              <a:ahLst/>
              <a:cxnLst/>
              <a:rect l="l" t="t" r="r" b="b"/>
              <a:pathLst>
                <a:path w="730" h="670" extrusionOk="0">
                  <a:moveTo>
                    <a:pt x="395" y="0"/>
                  </a:moveTo>
                  <a:cubicBezTo>
                    <a:pt x="274" y="0"/>
                    <a:pt x="152" y="31"/>
                    <a:pt x="91" y="152"/>
                  </a:cubicBezTo>
                  <a:cubicBezTo>
                    <a:pt x="0" y="244"/>
                    <a:pt x="0" y="365"/>
                    <a:pt x="30" y="487"/>
                  </a:cubicBezTo>
                  <a:cubicBezTo>
                    <a:pt x="91" y="578"/>
                    <a:pt x="182" y="669"/>
                    <a:pt x="304" y="669"/>
                  </a:cubicBezTo>
                  <a:lnTo>
                    <a:pt x="486" y="669"/>
                  </a:lnTo>
                  <a:cubicBezTo>
                    <a:pt x="547" y="639"/>
                    <a:pt x="608" y="578"/>
                    <a:pt x="638" y="517"/>
                  </a:cubicBezTo>
                  <a:cubicBezTo>
                    <a:pt x="638" y="487"/>
                    <a:pt x="669" y="456"/>
                    <a:pt x="669" y="426"/>
                  </a:cubicBezTo>
                  <a:cubicBezTo>
                    <a:pt x="730" y="396"/>
                    <a:pt x="730" y="304"/>
                    <a:pt x="669" y="244"/>
                  </a:cubicBezTo>
                  <a:cubicBezTo>
                    <a:pt x="669" y="244"/>
                    <a:pt x="669" y="213"/>
                    <a:pt x="638" y="213"/>
                  </a:cubicBezTo>
                  <a:cubicBezTo>
                    <a:pt x="608" y="92"/>
                    <a:pt x="517" y="31"/>
                    <a:pt x="3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380225" y="4238200"/>
              <a:ext cx="20550" cy="15975"/>
            </a:xfrm>
            <a:custGeom>
              <a:avLst/>
              <a:gdLst/>
              <a:ahLst/>
              <a:cxnLst/>
              <a:rect l="l" t="t" r="r" b="b"/>
              <a:pathLst>
                <a:path w="822" h="639" extrusionOk="0">
                  <a:moveTo>
                    <a:pt x="396" y="0"/>
                  </a:moveTo>
                  <a:cubicBezTo>
                    <a:pt x="1" y="0"/>
                    <a:pt x="1" y="639"/>
                    <a:pt x="396" y="639"/>
                  </a:cubicBezTo>
                  <a:cubicBezTo>
                    <a:pt x="821" y="639"/>
                    <a:pt x="821" y="0"/>
                    <a:pt x="3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239650" y="4210850"/>
              <a:ext cx="19025" cy="15200"/>
            </a:xfrm>
            <a:custGeom>
              <a:avLst/>
              <a:gdLst/>
              <a:ahLst/>
              <a:cxnLst/>
              <a:rect l="l" t="t" r="r" b="b"/>
              <a:pathLst>
                <a:path w="761" h="608" extrusionOk="0">
                  <a:moveTo>
                    <a:pt x="365" y="0"/>
                  </a:moveTo>
                  <a:cubicBezTo>
                    <a:pt x="1" y="0"/>
                    <a:pt x="1" y="608"/>
                    <a:pt x="365" y="608"/>
                  </a:cubicBezTo>
                  <a:cubicBezTo>
                    <a:pt x="760" y="608"/>
                    <a:pt x="760" y="0"/>
                    <a:pt x="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238125" y="4104450"/>
              <a:ext cx="12200" cy="9900"/>
            </a:xfrm>
            <a:custGeom>
              <a:avLst/>
              <a:gdLst/>
              <a:ahLst/>
              <a:cxnLst/>
              <a:rect l="l" t="t" r="r" b="b"/>
              <a:pathLst>
                <a:path w="488" h="396" extrusionOk="0">
                  <a:moveTo>
                    <a:pt x="244" y="1"/>
                  </a:moveTo>
                  <a:cubicBezTo>
                    <a:pt x="1" y="1"/>
                    <a:pt x="1" y="396"/>
                    <a:pt x="244" y="396"/>
                  </a:cubicBezTo>
                  <a:cubicBezTo>
                    <a:pt x="487" y="396"/>
                    <a:pt x="487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130975" y="4248075"/>
              <a:ext cx="17525" cy="13700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335" y="0"/>
                  </a:moveTo>
                  <a:cubicBezTo>
                    <a:pt x="1" y="0"/>
                    <a:pt x="1" y="548"/>
                    <a:pt x="335" y="548"/>
                  </a:cubicBezTo>
                  <a:cubicBezTo>
                    <a:pt x="700" y="548"/>
                    <a:pt x="700" y="0"/>
                    <a:pt x="3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232800" y="4240475"/>
              <a:ext cx="13725" cy="10650"/>
            </a:xfrm>
            <a:custGeom>
              <a:avLst/>
              <a:gdLst/>
              <a:ahLst/>
              <a:cxnLst/>
              <a:rect l="l" t="t" r="r" b="b"/>
              <a:pathLst>
                <a:path w="549" h="426" extrusionOk="0">
                  <a:moveTo>
                    <a:pt x="275" y="0"/>
                  </a:moveTo>
                  <a:cubicBezTo>
                    <a:pt x="1" y="0"/>
                    <a:pt x="1" y="426"/>
                    <a:pt x="275" y="426"/>
                  </a:cubicBezTo>
                  <a:cubicBezTo>
                    <a:pt x="548" y="426"/>
                    <a:pt x="548" y="0"/>
                    <a:pt x="2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152275" y="4297475"/>
              <a:ext cx="19775" cy="15225"/>
            </a:xfrm>
            <a:custGeom>
              <a:avLst/>
              <a:gdLst/>
              <a:ahLst/>
              <a:cxnLst/>
              <a:rect l="l" t="t" r="r" b="b"/>
              <a:pathLst>
                <a:path w="791" h="609" extrusionOk="0">
                  <a:moveTo>
                    <a:pt x="395" y="0"/>
                  </a:moveTo>
                  <a:cubicBezTo>
                    <a:pt x="0" y="0"/>
                    <a:pt x="0" y="608"/>
                    <a:pt x="395" y="608"/>
                  </a:cubicBezTo>
                  <a:cubicBezTo>
                    <a:pt x="790" y="608"/>
                    <a:pt x="790" y="0"/>
                    <a:pt x="3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052725" y="4302775"/>
              <a:ext cx="19025" cy="14475"/>
            </a:xfrm>
            <a:custGeom>
              <a:avLst/>
              <a:gdLst/>
              <a:ahLst/>
              <a:cxnLst/>
              <a:rect l="l" t="t" r="r" b="b"/>
              <a:pathLst>
                <a:path w="761" h="579" extrusionOk="0">
                  <a:moveTo>
                    <a:pt x="365" y="1"/>
                  </a:moveTo>
                  <a:cubicBezTo>
                    <a:pt x="0" y="1"/>
                    <a:pt x="0" y="578"/>
                    <a:pt x="365" y="578"/>
                  </a:cubicBezTo>
                  <a:cubicBezTo>
                    <a:pt x="760" y="578"/>
                    <a:pt x="760" y="1"/>
                    <a:pt x="3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102100" y="4360975"/>
              <a:ext cx="18275" cy="16125"/>
            </a:xfrm>
            <a:custGeom>
              <a:avLst/>
              <a:gdLst/>
              <a:ahLst/>
              <a:cxnLst/>
              <a:rect l="l" t="t" r="r" b="b"/>
              <a:pathLst>
                <a:path w="731" h="645" extrusionOk="0">
                  <a:moveTo>
                    <a:pt x="425" y="1"/>
                  </a:moveTo>
                  <a:cubicBezTo>
                    <a:pt x="404" y="1"/>
                    <a:pt x="383" y="4"/>
                    <a:pt x="366" y="13"/>
                  </a:cubicBezTo>
                  <a:cubicBezTo>
                    <a:pt x="305" y="13"/>
                    <a:pt x="214" y="44"/>
                    <a:pt x="183" y="105"/>
                  </a:cubicBezTo>
                  <a:lnTo>
                    <a:pt x="122" y="165"/>
                  </a:lnTo>
                  <a:cubicBezTo>
                    <a:pt x="1" y="226"/>
                    <a:pt x="1" y="408"/>
                    <a:pt x="122" y="500"/>
                  </a:cubicBezTo>
                  <a:cubicBezTo>
                    <a:pt x="153" y="500"/>
                    <a:pt x="153" y="500"/>
                    <a:pt x="183" y="530"/>
                  </a:cubicBezTo>
                  <a:lnTo>
                    <a:pt x="122" y="500"/>
                  </a:lnTo>
                  <a:lnTo>
                    <a:pt x="183" y="560"/>
                  </a:lnTo>
                  <a:lnTo>
                    <a:pt x="244" y="591"/>
                  </a:lnTo>
                  <a:lnTo>
                    <a:pt x="335" y="621"/>
                  </a:lnTo>
                  <a:cubicBezTo>
                    <a:pt x="366" y="636"/>
                    <a:pt x="396" y="644"/>
                    <a:pt x="426" y="644"/>
                  </a:cubicBezTo>
                  <a:cubicBezTo>
                    <a:pt x="457" y="644"/>
                    <a:pt x="487" y="636"/>
                    <a:pt x="518" y="621"/>
                  </a:cubicBezTo>
                  <a:cubicBezTo>
                    <a:pt x="639" y="560"/>
                    <a:pt x="730" y="439"/>
                    <a:pt x="730" y="317"/>
                  </a:cubicBezTo>
                  <a:cubicBezTo>
                    <a:pt x="730" y="226"/>
                    <a:pt x="670" y="105"/>
                    <a:pt x="578" y="44"/>
                  </a:cubicBezTo>
                  <a:cubicBezTo>
                    <a:pt x="535" y="22"/>
                    <a:pt x="477" y="1"/>
                    <a:pt x="4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041325" y="4397900"/>
              <a:ext cx="16725" cy="15300"/>
            </a:xfrm>
            <a:custGeom>
              <a:avLst/>
              <a:gdLst/>
              <a:ahLst/>
              <a:cxnLst/>
              <a:rect l="l" t="t" r="r" b="b"/>
              <a:pathLst>
                <a:path w="669" h="612" extrusionOk="0">
                  <a:moveTo>
                    <a:pt x="279" y="1"/>
                  </a:moveTo>
                  <a:cubicBezTo>
                    <a:pt x="205" y="1"/>
                    <a:pt x="126" y="44"/>
                    <a:pt x="61" y="87"/>
                  </a:cubicBezTo>
                  <a:cubicBezTo>
                    <a:pt x="31" y="147"/>
                    <a:pt x="0" y="208"/>
                    <a:pt x="0" y="299"/>
                  </a:cubicBezTo>
                  <a:cubicBezTo>
                    <a:pt x="0" y="390"/>
                    <a:pt x="31" y="451"/>
                    <a:pt x="61" y="512"/>
                  </a:cubicBezTo>
                  <a:cubicBezTo>
                    <a:pt x="136" y="562"/>
                    <a:pt x="230" y="611"/>
                    <a:pt x="312" y="611"/>
                  </a:cubicBezTo>
                  <a:cubicBezTo>
                    <a:pt x="331" y="611"/>
                    <a:pt x="348" y="609"/>
                    <a:pt x="365" y="603"/>
                  </a:cubicBezTo>
                  <a:lnTo>
                    <a:pt x="487" y="542"/>
                  </a:lnTo>
                  <a:cubicBezTo>
                    <a:pt x="547" y="512"/>
                    <a:pt x="578" y="512"/>
                    <a:pt x="608" y="451"/>
                  </a:cubicBezTo>
                  <a:cubicBezTo>
                    <a:pt x="639" y="421"/>
                    <a:pt x="669" y="360"/>
                    <a:pt x="669" y="299"/>
                  </a:cubicBezTo>
                  <a:cubicBezTo>
                    <a:pt x="669" y="269"/>
                    <a:pt x="669" y="208"/>
                    <a:pt x="639" y="178"/>
                  </a:cubicBezTo>
                  <a:cubicBezTo>
                    <a:pt x="608" y="117"/>
                    <a:pt x="547" y="87"/>
                    <a:pt x="487" y="56"/>
                  </a:cubicBezTo>
                  <a:lnTo>
                    <a:pt x="365" y="26"/>
                  </a:lnTo>
                  <a:cubicBezTo>
                    <a:pt x="338" y="8"/>
                    <a:pt x="309" y="1"/>
                    <a:pt x="2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077025" y="4421325"/>
              <a:ext cx="6125" cy="4575"/>
            </a:xfrm>
            <a:custGeom>
              <a:avLst/>
              <a:gdLst/>
              <a:ahLst/>
              <a:cxnLst/>
              <a:rect l="l" t="t" r="r" b="b"/>
              <a:pathLst>
                <a:path w="245" h="183" extrusionOk="0">
                  <a:moveTo>
                    <a:pt x="122" y="1"/>
                  </a:moveTo>
                  <a:cubicBezTo>
                    <a:pt x="1" y="1"/>
                    <a:pt x="1" y="183"/>
                    <a:pt x="122" y="183"/>
                  </a:cubicBezTo>
                  <a:cubicBezTo>
                    <a:pt x="244" y="183"/>
                    <a:pt x="244" y="1"/>
                    <a:pt x="1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198625" y="4435000"/>
              <a:ext cx="18250" cy="13700"/>
            </a:xfrm>
            <a:custGeom>
              <a:avLst/>
              <a:gdLst/>
              <a:ahLst/>
              <a:cxnLst/>
              <a:rect l="l" t="t" r="r" b="b"/>
              <a:pathLst>
                <a:path w="730" h="548" extrusionOk="0">
                  <a:moveTo>
                    <a:pt x="365" y="1"/>
                  </a:moveTo>
                  <a:cubicBezTo>
                    <a:pt x="0" y="1"/>
                    <a:pt x="0" y="548"/>
                    <a:pt x="365" y="548"/>
                  </a:cubicBezTo>
                  <a:cubicBezTo>
                    <a:pt x="730" y="548"/>
                    <a:pt x="730" y="1"/>
                    <a:pt x="3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455450" y="4427400"/>
              <a:ext cx="15225" cy="11425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9" y="457"/>
                    <a:pt x="609" y="1"/>
                    <a:pt x="3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594525" y="4429675"/>
              <a:ext cx="20550" cy="16000"/>
            </a:xfrm>
            <a:custGeom>
              <a:avLst/>
              <a:gdLst/>
              <a:ahLst/>
              <a:cxnLst/>
              <a:rect l="l" t="t" r="r" b="b"/>
              <a:pathLst>
                <a:path w="822" h="640" extrusionOk="0">
                  <a:moveTo>
                    <a:pt x="395" y="1"/>
                  </a:moveTo>
                  <a:cubicBezTo>
                    <a:pt x="0" y="1"/>
                    <a:pt x="0" y="639"/>
                    <a:pt x="395" y="639"/>
                  </a:cubicBezTo>
                  <a:cubicBezTo>
                    <a:pt x="821" y="639"/>
                    <a:pt x="821" y="1"/>
                    <a:pt x="3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768525" y="4433475"/>
              <a:ext cx="21325" cy="17725"/>
            </a:xfrm>
            <a:custGeom>
              <a:avLst/>
              <a:gdLst/>
              <a:ahLst/>
              <a:cxnLst/>
              <a:rect l="l" t="t" r="r" b="b"/>
              <a:pathLst>
                <a:path w="853" h="709" extrusionOk="0">
                  <a:moveTo>
                    <a:pt x="366" y="1"/>
                  </a:moveTo>
                  <a:cubicBezTo>
                    <a:pt x="275" y="1"/>
                    <a:pt x="183" y="31"/>
                    <a:pt x="123" y="92"/>
                  </a:cubicBezTo>
                  <a:cubicBezTo>
                    <a:pt x="62" y="153"/>
                    <a:pt x="1" y="274"/>
                    <a:pt x="1" y="366"/>
                  </a:cubicBezTo>
                  <a:cubicBezTo>
                    <a:pt x="31" y="457"/>
                    <a:pt x="62" y="548"/>
                    <a:pt x="123" y="609"/>
                  </a:cubicBezTo>
                  <a:cubicBezTo>
                    <a:pt x="172" y="658"/>
                    <a:pt x="242" y="708"/>
                    <a:pt x="316" y="708"/>
                  </a:cubicBezTo>
                  <a:cubicBezTo>
                    <a:pt x="332" y="708"/>
                    <a:pt x="349" y="706"/>
                    <a:pt x="366" y="700"/>
                  </a:cubicBezTo>
                  <a:lnTo>
                    <a:pt x="487" y="700"/>
                  </a:lnTo>
                  <a:cubicBezTo>
                    <a:pt x="609" y="700"/>
                    <a:pt x="670" y="670"/>
                    <a:pt x="761" y="609"/>
                  </a:cubicBezTo>
                  <a:cubicBezTo>
                    <a:pt x="822" y="548"/>
                    <a:pt x="852" y="426"/>
                    <a:pt x="852" y="335"/>
                  </a:cubicBezTo>
                  <a:cubicBezTo>
                    <a:pt x="852" y="274"/>
                    <a:pt x="822" y="153"/>
                    <a:pt x="761" y="92"/>
                  </a:cubicBezTo>
                  <a:cubicBezTo>
                    <a:pt x="670" y="31"/>
                    <a:pt x="609" y="1"/>
                    <a:pt x="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961550" y="4438425"/>
              <a:ext cx="18250" cy="15975"/>
            </a:xfrm>
            <a:custGeom>
              <a:avLst/>
              <a:gdLst/>
              <a:ahLst/>
              <a:cxnLst/>
              <a:rect l="l" t="t" r="r" b="b"/>
              <a:pathLst>
                <a:path w="730" h="639" extrusionOk="0">
                  <a:moveTo>
                    <a:pt x="308" y="1"/>
                  </a:moveTo>
                  <a:cubicBezTo>
                    <a:pt x="251" y="1"/>
                    <a:pt x="198" y="16"/>
                    <a:pt x="152" y="46"/>
                  </a:cubicBezTo>
                  <a:cubicBezTo>
                    <a:pt x="61" y="107"/>
                    <a:pt x="0" y="228"/>
                    <a:pt x="0" y="320"/>
                  </a:cubicBezTo>
                  <a:cubicBezTo>
                    <a:pt x="0" y="441"/>
                    <a:pt x="61" y="563"/>
                    <a:pt x="152" y="593"/>
                  </a:cubicBezTo>
                  <a:cubicBezTo>
                    <a:pt x="198" y="624"/>
                    <a:pt x="251" y="639"/>
                    <a:pt x="308" y="639"/>
                  </a:cubicBezTo>
                  <a:cubicBezTo>
                    <a:pt x="365" y="639"/>
                    <a:pt x="426" y="624"/>
                    <a:pt x="487" y="593"/>
                  </a:cubicBezTo>
                  <a:cubicBezTo>
                    <a:pt x="487" y="593"/>
                    <a:pt x="517" y="593"/>
                    <a:pt x="548" y="563"/>
                  </a:cubicBezTo>
                  <a:cubicBezTo>
                    <a:pt x="730" y="472"/>
                    <a:pt x="730" y="198"/>
                    <a:pt x="548" y="76"/>
                  </a:cubicBezTo>
                  <a:cubicBezTo>
                    <a:pt x="517" y="76"/>
                    <a:pt x="487" y="76"/>
                    <a:pt x="487" y="46"/>
                  </a:cubicBezTo>
                  <a:cubicBezTo>
                    <a:pt x="426" y="16"/>
                    <a:pt x="365" y="1"/>
                    <a:pt x="3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988900" y="4250350"/>
              <a:ext cx="25100" cy="19025"/>
            </a:xfrm>
            <a:custGeom>
              <a:avLst/>
              <a:gdLst/>
              <a:ahLst/>
              <a:cxnLst/>
              <a:rect l="l" t="t" r="r" b="b"/>
              <a:pathLst>
                <a:path w="1004" h="761" extrusionOk="0">
                  <a:moveTo>
                    <a:pt x="487" y="1"/>
                  </a:moveTo>
                  <a:cubicBezTo>
                    <a:pt x="1" y="1"/>
                    <a:pt x="1" y="760"/>
                    <a:pt x="487" y="760"/>
                  </a:cubicBezTo>
                  <a:cubicBezTo>
                    <a:pt x="1004" y="760"/>
                    <a:pt x="1004" y="1"/>
                    <a:pt x="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912150" y="4195650"/>
              <a:ext cx="23575" cy="18250"/>
            </a:xfrm>
            <a:custGeom>
              <a:avLst/>
              <a:gdLst/>
              <a:ahLst/>
              <a:cxnLst/>
              <a:rect l="l" t="t" r="r" b="b"/>
              <a:pathLst>
                <a:path w="943" h="730" extrusionOk="0">
                  <a:moveTo>
                    <a:pt x="457" y="0"/>
                  </a:moveTo>
                  <a:cubicBezTo>
                    <a:pt x="1" y="0"/>
                    <a:pt x="1" y="730"/>
                    <a:pt x="457" y="730"/>
                  </a:cubicBezTo>
                  <a:cubicBezTo>
                    <a:pt x="943" y="730"/>
                    <a:pt x="943" y="0"/>
                    <a:pt x="4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995750" y="4183475"/>
              <a:ext cx="19775" cy="15225"/>
            </a:xfrm>
            <a:custGeom>
              <a:avLst/>
              <a:gdLst/>
              <a:ahLst/>
              <a:cxnLst/>
              <a:rect l="l" t="t" r="r" b="b"/>
              <a:pathLst>
                <a:path w="791" h="609" extrusionOk="0">
                  <a:moveTo>
                    <a:pt x="395" y="1"/>
                  </a:moveTo>
                  <a:cubicBezTo>
                    <a:pt x="0" y="1"/>
                    <a:pt x="0" y="609"/>
                    <a:pt x="395" y="609"/>
                  </a:cubicBezTo>
                  <a:cubicBezTo>
                    <a:pt x="791" y="609"/>
                    <a:pt x="791" y="1"/>
                    <a:pt x="3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900000" y="4133325"/>
              <a:ext cx="19775" cy="15225"/>
            </a:xfrm>
            <a:custGeom>
              <a:avLst/>
              <a:gdLst/>
              <a:ahLst/>
              <a:cxnLst/>
              <a:rect l="l" t="t" r="r" b="b"/>
              <a:pathLst>
                <a:path w="791" h="609" extrusionOk="0">
                  <a:moveTo>
                    <a:pt x="396" y="1"/>
                  </a:moveTo>
                  <a:cubicBezTo>
                    <a:pt x="0" y="1"/>
                    <a:pt x="0" y="609"/>
                    <a:pt x="396" y="609"/>
                  </a:cubicBezTo>
                  <a:cubicBezTo>
                    <a:pt x="791" y="609"/>
                    <a:pt x="791" y="1"/>
                    <a:pt x="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792100" y="4112800"/>
              <a:ext cx="25850" cy="20550"/>
            </a:xfrm>
            <a:custGeom>
              <a:avLst/>
              <a:gdLst/>
              <a:ahLst/>
              <a:cxnLst/>
              <a:rect l="l" t="t" r="r" b="b"/>
              <a:pathLst>
                <a:path w="1034" h="822" extrusionOk="0">
                  <a:moveTo>
                    <a:pt x="517" y="1"/>
                  </a:moveTo>
                  <a:cubicBezTo>
                    <a:pt x="0" y="1"/>
                    <a:pt x="0" y="822"/>
                    <a:pt x="517" y="822"/>
                  </a:cubicBezTo>
                  <a:cubicBezTo>
                    <a:pt x="1034" y="822"/>
                    <a:pt x="1034" y="1"/>
                    <a:pt x="5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659100" y="4109150"/>
              <a:ext cx="20550" cy="18325"/>
            </a:xfrm>
            <a:custGeom>
              <a:avLst/>
              <a:gdLst/>
              <a:ahLst/>
              <a:cxnLst/>
              <a:rect l="l" t="t" r="r" b="b"/>
              <a:pathLst>
                <a:path w="822" h="733" extrusionOk="0">
                  <a:moveTo>
                    <a:pt x="373" y="1"/>
                  </a:moveTo>
                  <a:cubicBezTo>
                    <a:pt x="189" y="1"/>
                    <a:pt x="1" y="155"/>
                    <a:pt x="1" y="360"/>
                  </a:cubicBezTo>
                  <a:cubicBezTo>
                    <a:pt x="1" y="574"/>
                    <a:pt x="206" y="733"/>
                    <a:pt x="398" y="733"/>
                  </a:cubicBezTo>
                  <a:cubicBezTo>
                    <a:pt x="450" y="733"/>
                    <a:pt x="502" y="720"/>
                    <a:pt x="548" y="694"/>
                  </a:cubicBezTo>
                  <a:lnTo>
                    <a:pt x="639" y="633"/>
                  </a:lnTo>
                  <a:cubicBezTo>
                    <a:pt x="730" y="573"/>
                    <a:pt x="822" y="481"/>
                    <a:pt x="822" y="360"/>
                  </a:cubicBezTo>
                  <a:cubicBezTo>
                    <a:pt x="822" y="238"/>
                    <a:pt x="730" y="147"/>
                    <a:pt x="639" y="117"/>
                  </a:cubicBezTo>
                  <a:lnTo>
                    <a:pt x="548" y="56"/>
                  </a:lnTo>
                  <a:cubicBezTo>
                    <a:pt x="495" y="18"/>
                    <a:pt x="434" y="1"/>
                    <a:pt x="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631000" y="4060375"/>
              <a:ext cx="20550" cy="15975"/>
            </a:xfrm>
            <a:custGeom>
              <a:avLst/>
              <a:gdLst/>
              <a:ahLst/>
              <a:cxnLst/>
              <a:rect l="l" t="t" r="r" b="b"/>
              <a:pathLst>
                <a:path w="822" h="639" extrusionOk="0">
                  <a:moveTo>
                    <a:pt x="395" y="1"/>
                  </a:moveTo>
                  <a:cubicBezTo>
                    <a:pt x="0" y="1"/>
                    <a:pt x="0" y="639"/>
                    <a:pt x="395" y="639"/>
                  </a:cubicBezTo>
                  <a:cubicBezTo>
                    <a:pt x="821" y="639"/>
                    <a:pt x="821" y="1"/>
                    <a:pt x="3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527650" y="4117375"/>
              <a:ext cx="25850" cy="19775"/>
            </a:xfrm>
            <a:custGeom>
              <a:avLst/>
              <a:gdLst/>
              <a:ahLst/>
              <a:cxnLst/>
              <a:rect l="l" t="t" r="r" b="b"/>
              <a:pathLst>
                <a:path w="1034" h="791" extrusionOk="0">
                  <a:moveTo>
                    <a:pt x="517" y="0"/>
                  </a:moveTo>
                  <a:cubicBezTo>
                    <a:pt x="1" y="0"/>
                    <a:pt x="1" y="791"/>
                    <a:pt x="517" y="791"/>
                  </a:cubicBezTo>
                  <a:cubicBezTo>
                    <a:pt x="1034" y="791"/>
                    <a:pt x="1034" y="0"/>
                    <a:pt x="5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508650" y="4223750"/>
              <a:ext cx="9900" cy="8400"/>
            </a:xfrm>
            <a:custGeom>
              <a:avLst/>
              <a:gdLst/>
              <a:ahLst/>
              <a:cxnLst/>
              <a:rect l="l" t="t" r="r" b="b"/>
              <a:pathLst>
                <a:path w="396" h="336" extrusionOk="0">
                  <a:moveTo>
                    <a:pt x="183" y="1"/>
                  </a:moveTo>
                  <a:cubicBezTo>
                    <a:pt x="1" y="1"/>
                    <a:pt x="1" y="335"/>
                    <a:pt x="183" y="335"/>
                  </a:cubicBezTo>
                  <a:cubicBezTo>
                    <a:pt x="396" y="335"/>
                    <a:pt x="396" y="1"/>
                    <a:pt x="1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590725" y="4143200"/>
              <a:ext cx="18250" cy="14475"/>
            </a:xfrm>
            <a:custGeom>
              <a:avLst/>
              <a:gdLst/>
              <a:ahLst/>
              <a:cxnLst/>
              <a:rect l="l" t="t" r="r" b="b"/>
              <a:pathLst>
                <a:path w="730" h="579" extrusionOk="0">
                  <a:moveTo>
                    <a:pt x="365" y="1"/>
                  </a:moveTo>
                  <a:cubicBezTo>
                    <a:pt x="0" y="1"/>
                    <a:pt x="0" y="578"/>
                    <a:pt x="365" y="578"/>
                  </a:cubicBezTo>
                  <a:cubicBezTo>
                    <a:pt x="730" y="578"/>
                    <a:pt x="730" y="1"/>
                    <a:pt x="3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551200" y="4055825"/>
              <a:ext cx="19025" cy="15225"/>
            </a:xfrm>
            <a:custGeom>
              <a:avLst/>
              <a:gdLst/>
              <a:ahLst/>
              <a:cxnLst/>
              <a:rect l="l" t="t" r="r" b="b"/>
              <a:pathLst>
                <a:path w="761" h="609" extrusionOk="0">
                  <a:moveTo>
                    <a:pt x="244" y="0"/>
                  </a:moveTo>
                  <a:cubicBezTo>
                    <a:pt x="183" y="31"/>
                    <a:pt x="122" y="61"/>
                    <a:pt x="92" y="92"/>
                  </a:cubicBezTo>
                  <a:cubicBezTo>
                    <a:pt x="31" y="152"/>
                    <a:pt x="1" y="213"/>
                    <a:pt x="1" y="304"/>
                  </a:cubicBezTo>
                  <a:cubicBezTo>
                    <a:pt x="1" y="395"/>
                    <a:pt x="31" y="456"/>
                    <a:pt x="92" y="517"/>
                  </a:cubicBezTo>
                  <a:cubicBezTo>
                    <a:pt x="122" y="578"/>
                    <a:pt x="183" y="578"/>
                    <a:pt x="244" y="608"/>
                  </a:cubicBezTo>
                  <a:lnTo>
                    <a:pt x="396" y="608"/>
                  </a:lnTo>
                  <a:lnTo>
                    <a:pt x="548" y="578"/>
                  </a:lnTo>
                  <a:lnTo>
                    <a:pt x="639" y="547"/>
                  </a:lnTo>
                  <a:cubicBezTo>
                    <a:pt x="669" y="547"/>
                    <a:pt x="700" y="517"/>
                    <a:pt x="700" y="487"/>
                  </a:cubicBezTo>
                  <a:cubicBezTo>
                    <a:pt x="730" y="426"/>
                    <a:pt x="761" y="365"/>
                    <a:pt x="761" y="304"/>
                  </a:cubicBezTo>
                  <a:cubicBezTo>
                    <a:pt x="761" y="274"/>
                    <a:pt x="761" y="213"/>
                    <a:pt x="730" y="152"/>
                  </a:cubicBezTo>
                  <a:cubicBezTo>
                    <a:pt x="700" y="122"/>
                    <a:pt x="609" y="31"/>
                    <a:pt x="548" y="31"/>
                  </a:cubicBezTo>
                  <a:lnTo>
                    <a:pt x="39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1744225" y="3967675"/>
              <a:ext cx="12950" cy="9900"/>
            </a:xfrm>
            <a:custGeom>
              <a:avLst/>
              <a:gdLst/>
              <a:ahLst/>
              <a:cxnLst/>
              <a:rect l="l" t="t" r="r" b="b"/>
              <a:pathLst>
                <a:path w="518" h="396" extrusionOk="0">
                  <a:moveTo>
                    <a:pt x="243" y="0"/>
                  </a:moveTo>
                  <a:cubicBezTo>
                    <a:pt x="0" y="0"/>
                    <a:pt x="0" y="396"/>
                    <a:pt x="243" y="396"/>
                  </a:cubicBezTo>
                  <a:cubicBezTo>
                    <a:pt x="517" y="396"/>
                    <a:pt x="517" y="0"/>
                    <a:pt x="2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1864275" y="4079375"/>
              <a:ext cx="18275" cy="14475"/>
            </a:xfrm>
            <a:custGeom>
              <a:avLst/>
              <a:gdLst/>
              <a:ahLst/>
              <a:cxnLst/>
              <a:rect l="l" t="t" r="r" b="b"/>
              <a:pathLst>
                <a:path w="731" h="579" extrusionOk="0">
                  <a:moveTo>
                    <a:pt x="366" y="1"/>
                  </a:moveTo>
                  <a:cubicBezTo>
                    <a:pt x="1" y="1"/>
                    <a:pt x="1" y="578"/>
                    <a:pt x="366" y="578"/>
                  </a:cubicBezTo>
                  <a:cubicBezTo>
                    <a:pt x="730" y="578"/>
                    <a:pt x="730" y="1"/>
                    <a:pt x="3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" name="Google Shape;94;p2"/>
          <p:cNvSpPr/>
          <p:nvPr/>
        </p:nvSpPr>
        <p:spPr>
          <a:xfrm rot="9029677">
            <a:off x="5539842" y="4520156"/>
            <a:ext cx="938465" cy="1037264"/>
          </a:xfrm>
          <a:custGeom>
            <a:avLst/>
            <a:gdLst/>
            <a:ahLst/>
            <a:cxnLst/>
            <a:rect l="l" t="t" r="r" b="b"/>
            <a:pathLst>
              <a:path w="37539" h="41491" extrusionOk="0">
                <a:moveTo>
                  <a:pt x="25521" y="0"/>
                </a:moveTo>
                <a:cubicBezTo>
                  <a:pt x="20655" y="0"/>
                  <a:pt x="16565" y="3657"/>
                  <a:pt x="12158" y="5875"/>
                </a:cubicBezTo>
                <a:cubicBezTo>
                  <a:pt x="10608" y="6665"/>
                  <a:pt x="8876" y="7395"/>
                  <a:pt x="7933" y="8854"/>
                </a:cubicBezTo>
                <a:cubicBezTo>
                  <a:pt x="7204" y="10039"/>
                  <a:pt x="7113" y="11498"/>
                  <a:pt x="7022" y="12866"/>
                </a:cubicBezTo>
                <a:cubicBezTo>
                  <a:pt x="6870" y="16209"/>
                  <a:pt x="6687" y="19553"/>
                  <a:pt x="6505" y="22927"/>
                </a:cubicBezTo>
                <a:cubicBezTo>
                  <a:pt x="6444" y="24447"/>
                  <a:pt x="6292" y="26088"/>
                  <a:pt x="5259" y="27213"/>
                </a:cubicBezTo>
                <a:cubicBezTo>
                  <a:pt x="4499" y="28003"/>
                  <a:pt x="3374" y="28398"/>
                  <a:pt x="2736" y="29280"/>
                </a:cubicBezTo>
                <a:cubicBezTo>
                  <a:pt x="0" y="33049"/>
                  <a:pt x="8997" y="38581"/>
                  <a:pt x="11794" y="40070"/>
                </a:cubicBezTo>
                <a:cubicBezTo>
                  <a:pt x="13632" y="41042"/>
                  <a:pt x="15805" y="41491"/>
                  <a:pt x="18028" y="41491"/>
                </a:cubicBezTo>
                <a:cubicBezTo>
                  <a:pt x="21575" y="41491"/>
                  <a:pt x="25250" y="40348"/>
                  <a:pt x="27903" y="38368"/>
                </a:cubicBezTo>
                <a:cubicBezTo>
                  <a:pt x="31125" y="35997"/>
                  <a:pt x="32554" y="31985"/>
                  <a:pt x="33861" y="28216"/>
                </a:cubicBezTo>
                <a:cubicBezTo>
                  <a:pt x="35685" y="22805"/>
                  <a:pt x="37539" y="17152"/>
                  <a:pt x="36749" y="11498"/>
                </a:cubicBezTo>
                <a:cubicBezTo>
                  <a:pt x="35958" y="5845"/>
                  <a:pt x="31642" y="252"/>
                  <a:pt x="25928" y="9"/>
                </a:cubicBezTo>
                <a:cubicBezTo>
                  <a:pt x="25791" y="3"/>
                  <a:pt x="25656" y="0"/>
                  <a:pt x="2552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" name="Google Shape;95;p2"/>
          <p:cNvGrpSpPr/>
          <p:nvPr/>
        </p:nvGrpSpPr>
        <p:grpSpPr>
          <a:xfrm>
            <a:off x="6633889" y="4239111"/>
            <a:ext cx="1580445" cy="807500"/>
            <a:chOff x="1041325" y="3967675"/>
            <a:chExt cx="974200" cy="497750"/>
          </a:xfrm>
        </p:grpSpPr>
        <p:sp>
          <p:nvSpPr>
            <p:cNvPr id="96" name="Google Shape;96;p2"/>
            <p:cNvSpPr/>
            <p:nvPr/>
          </p:nvSpPr>
          <p:spPr>
            <a:xfrm>
              <a:off x="1901525" y="4241225"/>
              <a:ext cx="19025" cy="14475"/>
            </a:xfrm>
            <a:custGeom>
              <a:avLst/>
              <a:gdLst/>
              <a:ahLst/>
              <a:cxnLst/>
              <a:rect l="l" t="t" r="r" b="b"/>
              <a:pathLst>
                <a:path w="761" h="579" extrusionOk="0">
                  <a:moveTo>
                    <a:pt x="395" y="1"/>
                  </a:moveTo>
                  <a:cubicBezTo>
                    <a:pt x="0" y="1"/>
                    <a:pt x="0" y="578"/>
                    <a:pt x="395" y="578"/>
                  </a:cubicBezTo>
                  <a:cubicBezTo>
                    <a:pt x="760" y="578"/>
                    <a:pt x="760" y="1"/>
                    <a:pt x="3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801975" y="4314175"/>
              <a:ext cx="41050" cy="39850"/>
            </a:xfrm>
            <a:custGeom>
              <a:avLst/>
              <a:gdLst/>
              <a:ahLst/>
              <a:cxnLst/>
              <a:rect l="l" t="t" r="r" b="b"/>
              <a:pathLst>
                <a:path w="1642" h="1594" extrusionOk="0">
                  <a:moveTo>
                    <a:pt x="669" y="1"/>
                  </a:moveTo>
                  <a:cubicBezTo>
                    <a:pt x="517" y="1"/>
                    <a:pt x="335" y="62"/>
                    <a:pt x="213" y="183"/>
                  </a:cubicBezTo>
                  <a:cubicBezTo>
                    <a:pt x="92" y="305"/>
                    <a:pt x="0" y="487"/>
                    <a:pt x="31" y="639"/>
                  </a:cubicBezTo>
                  <a:lnTo>
                    <a:pt x="61" y="822"/>
                  </a:lnTo>
                  <a:cubicBezTo>
                    <a:pt x="92" y="943"/>
                    <a:pt x="122" y="1034"/>
                    <a:pt x="213" y="1125"/>
                  </a:cubicBezTo>
                  <a:cubicBezTo>
                    <a:pt x="277" y="1190"/>
                    <a:pt x="357" y="1239"/>
                    <a:pt x="441" y="1273"/>
                  </a:cubicBezTo>
                  <a:lnTo>
                    <a:pt x="441" y="1273"/>
                  </a:lnTo>
                  <a:cubicBezTo>
                    <a:pt x="474" y="1295"/>
                    <a:pt x="495" y="1317"/>
                    <a:pt x="517" y="1338"/>
                  </a:cubicBezTo>
                  <a:cubicBezTo>
                    <a:pt x="568" y="1372"/>
                    <a:pt x="619" y="1397"/>
                    <a:pt x="670" y="1417"/>
                  </a:cubicBezTo>
                  <a:lnTo>
                    <a:pt x="670" y="1417"/>
                  </a:lnTo>
                  <a:cubicBezTo>
                    <a:pt x="720" y="1449"/>
                    <a:pt x="771" y="1495"/>
                    <a:pt x="821" y="1521"/>
                  </a:cubicBezTo>
                  <a:cubicBezTo>
                    <a:pt x="894" y="1569"/>
                    <a:pt x="986" y="1594"/>
                    <a:pt x="1081" y="1594"/>
                  </a:cubicBezTo>
                  <a:cubicBezTo>
                    <a:pt x="1222" y="1594"/>
                    <a:pt x="1368" y="1539"/>
                    <a:pt x="1459" y="1429"/>
                  </a:cubicBezTo>
                  <a:cubicBezTo>
                    <a:pt x="1520" y="1369"/>
                    <a:pt x="1581" y="1277"/>
                    <a:pt x="1611" y="1217"/>
                  </a:cubicBezTo>
                  <a:cubicBezTo>
                    <a:pt x="1642" y="1095"/>
                    <a:pt x="1611" y="882"/>
                    <a:pt x="1551" y="791"/>
                  </a:cubicBezTo>
                  <a:cubicBezTo>
                    <a:pt x="1525" y="741"/>
                    <a:pt x="1479" y="690"/>
                    <a:pt x="1447" y="640"/>
                  </a:cubicBezTo>
                  <a:lnTo>
                    <a:pt x="1447" y="640"/>
                  </a:lnTo>
                  <a:cubicBezTo>
                    <a:pt x="1427" y="589"/>
                    <a:pt x="1402" y="538"/>
                    <a:pt x="1368" y="487"/>
                  </a:cubicBezTo>
                  <a:cubicBezTo>
                    <a:pt x="1346" y="465"/>
                    <a:pt x="1325" y="444"/>
                    <a:pt x="1303" y="411"/>
                  </a:cubicBezTo>
                  <a:lnTo>
                    <a:pt x="1303" y="411"/>
                  </a:lnTo>
                  <a:cubicBezTo>
                    <a:pt x="1269" y="327"/>
                    <a:pt x="1220" y="248"/>
                    <a:pt x="1155" y="183"/>
                  </a:cubicBezTo>
                  <a:cubicBezTo>
                    <a:pt x="1003" y="62"/>
                    <a:pt x="882" y="1"/>
                    <a:pt x="6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731300" y="4183425"/>
              <a:ext cx="38775" cy="27450"/>
            </a:xfrm>
            <a:custGeom>
              <a:avLst/>
              <a:gdLst/>
              <a:ahLst/>
              <a:cxnLst/>
              <a:rect l="l" t="t" r="r" b="b"/>
              <a:pathLst>
                <a:path w="1551" h="1098" extrusionOk="0">
                  <a:moveTo>
                    <a:pt x="654" y="0"/>
                  </a:moveTo>
                  <a:cubicBezTo>
                    <a:pt x="553" y="0"/>
                    <a:pt x="459" y="26"/>
                    <a:pt x="365" y="64"/>
                  </a:cubicBezTo>
                  <a:cubicBezTo>
                    <a:pt x="1" y="246"/>
                    <a:pt x="1" y="854"/>
                    <a:pt x="365" y="1006"/>
                  </a:cubicBezTo>
                  <a:cubicBezTo>
                    <a:pt x="473" y="1049"/>
                    <a:pt x="580" y="1092"/>
                    <a:pt x="698" y="1092"/>
                  </a:cubicBezTo>
                  <a:cubicBezTo>
                    <a:pt x="709" y="1092"/>
                    <a:pt x="720" y="1091"/>
                    <a:pt x="731" y="1091"/>
                  </a:cubicBezTo>
                  <a:lnTo>
                    <a:pt x="731" y="1091"/>
                  </a:lnTo>
                  <a:lnTo>
                    <a:pt x="700" y="1097"/>
                  </a:lnTo>
                  <a:lnTo>
                    <a:pt x="700" y="1097"/>
                  </a:lnTo>
                  <a:lnTo>
                    <a:pt x="737" y="1090"/>
                  </a:lnTo>
                  <a:lnTo>
                    <a:pt x="737" y="1090"/>
                  </a:lnTo>
                  <a:cubicBezTo>
                    <a:pt x="767" y="1088"/>
                    <a:pt x="798" y="1082"/>
                    <a:pt x="830" y="1073"/>
                  </a:cubicBezTo>
                  <a:lnTo>
                    <a:pt x="830" y="1073"/>
                  </a:lnTo>
                  <a:lnTo>
                    <a:pt x="1034" y="1036"/>
                  </a:lnTo>
                  <a:cubicBezTo>
                    <a:pt x="1186" y="1036"/>
                    <a:pt x="1308" y="1006"/>
                    <a:pt x="1399" y="915"/>
                  </a:cubicBezTo>
                  <a:cubicBezTo>
                    <a:pt x="1490" y="823"/>
                    <a:pt x="1551" y="671"/>
                    <a:pt x="1551" y="550"/>
                  </a:cubicBezTo>
                  <a:cubicBezTo>
                    <a:pt x="1551" y="428"/>
                    <a:pt x="1490" y="276"/>
                    <a:pt x="1399" y="185"/>
                  </a:cubicBezTo>
                  <a:cubicBezTo>
                    <a:pt x="1308" y="94"/>
                    <a:pt x="1186" y="64"/>
                    <a:pt x="1034" y="33"/>
                  </a:cubicBezTo>
                  <a:lnTo>
                    <a:pt x="742" y="7"/>
                  </a:lnTo>
                  <a:lnTo>
                    <a:pt x="742" y="7"/>
                  </a:lnTo>
                  <a:cubicBezTo>
                    <a:pt x="712" y="2"/>
                    <a:pt x="683" y="0"/>
                    <a:pt x="6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722175" y="4257200"/>
              <a:ext cx="28900" cy="22825"/>
            </a:xfrm>
            <a:custGeom>
              <a:avLst/>
              <a:gdLst/>
              <a:ahLst/>
              <a:cxnLst/>
              <a:rect l="l" t="t" r="r" b="b"/>
              <a:pathLst>
                <a:path w="1156" h="913" extrusionOk="0">
                  <a:moveTo>
                    <a:pt x="578" y="0"/>
                  </a:moveTo>
                  <a:cubicBezTo>
                    <a:pt x="1" y="0"/>
                    <a:pt x="1" y="912"/>
                    <a:pt x="578" y="912"/>
                  </a:cubicBezTo>
                  <a:cubicBezTo>
                    <a:pt x="1156" y="912"/>
                    <a:pt x="1156" y="0"/>
                    <a:pt x="5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638600" y="4324675"/>
              <a:ext cx="41050" cy="31475"/>
            </a:xfrm>
            <a:custGeom>
              <a:avLst/>
              <a:gdLst/>
              <a:ahLst/>
              <a:cxnLst/>
              <a:rect l="l" t="t" r="r" b="b"/>
              <a:pathLst>
                <a:path w="1642" h="1259" extrusionOk="0">
                  <a:moveTo>
                    <a:pt x="851" y="37"/>
                  </a:moveTo>
                  <a:cubicBezTo>
                    <a:pt x="865" y="37"/>
                    <a:pt x="879" y="38"/>
                    <a:pt x="892" y="41"/>
                  </a:cubicBezTo>
                  <a:lnTo>
                    <a:pt x="892" y="41"/>
                  </a:lnTo>
                  <a:lnTo>
                    <a:pt x="882" y="37"/>
                  </a:lnTo>
                  <a:close/>
                  <a:moveTo>
                    <a:pt x="926" y="1204"/>
                  </a:moveTo>
                  <a:lnTo>
                    <a:pt x="882" y="1222"/>
                  </a:lnTo>
                  <a:lnTo>
                    <a:pt x="730" y="1222"/>
                  </a:lnTo>
                  <a:lnTo>
                    <a:pt x="926" y="1204"/>
                  </a:lnTo>
                  <a:close/>
                  <a:moveTo>
                    <a:pt x="577" y="0"/>
                  </a:moveTo>
                  <a:cubicBezTo>
                    <a:pt x="440" y="0"/>
                    <a:pt x="292" y="83"/>
                    <a:pt x="213" y="189"/>
                  </a:cubicBezTo>
                  <a:cubicBezTo>
                    <a:pt x="91" y="280"/>
                    <a:pt x="0" y="462"/>
                    <a:pt x="0" y="645"/>
                  </a:cubicBezTo>
                  <a:cubicBezTo>
                    <a:pt x="31" y="797"/>
                    <a:pt x="61" y="979"/>
                    <a:pt x="213" y="1070"/>
                  </a:cubicBezTo>
                  <a:cubicBezTo>
                    <a:pt x="319" y="1176"/>
                    <a:pt x="447" y="1258"/>
                    <a:pt x="579" y="1258"/>
                  </a:cubicBezTo>
                  <a:cubicBezTo>
                    <a:pt x="599" y="1258"/>
                    <a:pt x="619" y="1257"/>
                    <a:pt x="639" y="1253"/>
                  </a:cubicBezTo>
                  <a:lnTo>
                    <a:pt x="851" y="1253"/>
                  </a:lnTo>
                  <a:cubicBezTo>
                    <a:pt x="885" y="1236"/>
                    <a:pt x="919" y="1219"/>
                    <a:pt x="953" y="1202"/>
                  </a:cubicBezTo>
                  <a:lnTo>
                    <a:pt x="953" y="1202"/>
                  </a:lnTo>
                  <a:lnTo>
                    <a:pt x="1064" y="1192"/>
                  </a:lnTo>
                  <a:cubicBezTo>
                    <a:pt x="1216" y="1192"/>
                    <a:pt x="1338" y="1161"/>
                    <a:pt x="1459" y="1040"/>
                  </a:cubicBezTo>
                  <a:cubicBezTo>
                    <a:pt x="1581" y="949"/>
                    <a:pt x="1642" y="766"/>
                    <a:pt x="1642" y="614"/>
                  </a:cubicBezTo>
                  <a:cubicBezTo>
                    <a:pt x="1642" y="493"/>
                    <a:pt x="1581" y="310"/>
                    <a:pt x="1459" y="219"/>
                  </a:cubicBezTo>
                  <a:cubicBezTo>
                    <a:pt x="1338" y="98"/>
                    <a:pt x="1216" y="67"/>
                    <a:pt x="1064" y="37"/>
                  </a:cubicBezTo>
                  <a:lnTo>
                    <a:pt x="1064" y="67"/>
                  </a:lnTo>
                  <a:lnTo>
                    <a:pt x="944" y="56"/>
                  </a:lnTo>
                  <a:lnTo>
                    <a:pt x="944" y="56"/>
                  </a:lnTo>
                  <a:cubicBezTo>
                    <a:pt x="927" y="50"/>
                    <a:pt x="910" y="44"/>
                    <a:pt x="892" y="41"/>
                  </a:cubicBezTo>
                  <a:lnTo>
                    <a:pt x="892" y="41"/>
                  </a:lnTo>
                  <a:lnTo>
                    <a:pt x="926" y="55"/>
                  </a:lnTo>
                  <a:lnTo>
                    <a:pt x="926" y="55"/>
                  </a:lnTo>
                  <a:lnTo>
                    <a:pt x="730" y="37"/>
                  </a:lnTo>
                  <a:lnTo>
                    <a:pt x="851" y="37"/>
                  </a:lnTo>
                  <a:cubicBezTo>
                    <a:pt x="791" y="6"/>
                    <a:pt x="730" y="6"/>
                    <a:pt x="639" y="6"/>
                  </a:cubicBezTo>
                  <a:cubicBezTo>
                    <a:pt x="619" y="2"/>
                    <a:pt x="598" y="0"/>
                    <a:pt x="5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579325" y="4214650"/>
              <a:ext cx="28150" cy="37250"/>
            </a:xfrm>
            <a:custGeom>
              <a:avLst/>
              <a:gdLst/>
              <a:ahLst/>
              <a:cxnLst/>
              <a:rect l="l" t="t" r="r" b="b"/>
              <a:pathLst>
                <a:path w="1126" h="1490" extrusionOk="0">
                  <a:moveTo>
                    <a:pt x="548" y="0"/>
                  </a:moveTo>
                  <a:cubicBezTo>
                    <a:pt x="244" y="0"/>
                    <a:pt x="31" y="243"/>
                    <a:pt x="0" y="547"/>
                  </a:cubicBezTo>
                  <a:cubicBezTo>
                    <a:pt x="0" y="699"/>
                    <a:pt x="0" y="821"/>
                    <a:pt x="31" y="942"/>
                  </a:cubicBezTo>
                  <a:cubicBezTo>
                    <a:pt x="31" y="1094"/>
                    <a:pt x="61" y="1216"/>
                    <a:pt x="183" y="1307"/>
                  </a:cubicBezTo>
                  <a:cubicBezTo>
                    <a:pt x="274" y="1429"/>
                    <a:pt x="426" y="1489"/>
                    <a:pt x="548" y="1489"/>
                  </a:cubicBezTo>
                  <a:cubicBezTo>
                    <a:pt x="882" y="1459"/>
                    <a:pt x="1064" y="1246"/>
                    <a:pt x="1095" y="942"/>
                  </a:cubicBezTo>
                  <a:cubicBezTo>
                    <a:pt x="1095" y="821"/>
                    <a:pt x="1125" y="669"/>
                    <a:pt x="1125" y="547"/>
                  </a:cubicBezTo>
                  <a:cubicBezTo>
                    <a:pt x="1095" y="395"/>
                    <a:pt x="1064" y="274"/>
                    <a:pt x="943" y="152"/>
                  </a:cubicBezTo>
                  <a:cubicBezTo>
                    <a:pt x="851" y="61"/>
                    <a:pt x="700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644675" y="4281500"/>
              <a:ext cx="20550" cy="16000"/>
            </a:xfrm>
            <a:custGeom>
              <a:avLst/>
              <a:gdLst/>
              <a:ahLst/>
              <a:cxnLst/>
              <a:rect l="l" t="t" r="r" b="b"/>
              <a:pathLst>
                <a:path w="822" h="640" extrusionOk="0">
                  <a:moveTo>
                    <a:pt x="396" y="1"/>
                  </a:moveTo>
                  <a:cubicBezTo>
                    <a:pt x="0" y="1"/>
                    <a:pt x="0" y="639"/>
                    <a:pt x="396" y="639"/>
                  </a:cubicBezTo>
                  <a:cubicBezTo>
                    <a:pt x="821" y="639"/>
                    <a:pt x="821" y="1"/>
                    <a:pt x="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647725" y="4152325"/>
              <a:ext cx="34975" cy="27375"/>
            </a:xfrm>
            <a:custGeom>
              <a:avLst/>
              <a:gdLst/>
              <a:ahLst/>
              <a:cxnLst/>
              <a:rect l="l" t="t" r="r" b="b"/>
              <a:pathLst>
                <a:path w="1399" h="1095" extrusionOk="0">
                  <a:moveTo>
                    <a:pt x="699" y="1"/>
                  </a:moveTo>
                  <a:cubicBezTo>
                    <a:pt x="0" y="1"/>
                    <a:pt x="0" y="1095"/>
                    <a:pt x="699" y="1095"/>
                  </a:cubicBezTo>
                  <a:cubicBezTo>
                    <a:pt x="1398" y="1095"/>
                    <a:pt x="1398" y="1"/>
                    <a:pt x="6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537525" y="4326900"/>
              <a:ext cx="29675" cy="37450"/>
            </a:xfrm>
            <a:custGeom>
              <a:avLst/>
              <a:gdLst/>
              <a:ahLst/>
              <a:cxnLst/>
              <a:rect l="l" t="t" r="r" b="b"/>
              <a:pathLst>
                <a:path w="1187" h="1498" extrusionOk="0">
                  <a:moveTo>
                    <a:pt x="593" y="1"/>
                  </a:moveTo>
                  <a:cubicBezTo>
                    <a:pt x="457" y="1"/>
                    <a:pt x="320" y="54"/>
                    <a:pt x="213" y="161"/>
                  </a:cubicBezTo>
                  <a:lnTo>
                    <a:pt x="183" y="161"/>
                  </a:lnTo>
                  <a:cubicBezTo>
                    <a:pt x="31" y="313"/>
                    <a:pt x="1" y="525"/>
                    <a:pt x="31" y="738"/>
                  </a:cubicBezTo>
                  <a:lnTo>
                    <a:pt x="31" y="616"/>
                  </a:lnTo>
                  <a:lnTo>
                    <a:pt x="61" y="951"/>
                  </a:lnTo>
                  <a:cubicBezTo>
                    <a:pt x="61" y="1103"/>
                    <a:pt x="122" y="1224"/>
                    <a:pt x="213" y="1346"/>
                  </a:cubicBezTo>
                  <a:cubicBezTo>
                    <a:pt x="305" y="1437"/>
                    <a:pt x="457" y="1498"/>
                    <a:pt x="609" y="1498"/>
                  </a:cubicBezTo>
                  <a:cubicBezTo>
                    <a:pt x="730" y="1498"/>
                    <a:pt x="882" y="1437"/>
                    <a:pt x="973" y="1346"/>
                  </a:cubicBezTo>
                  <a:cubicBezTo>
                    <a:pt x="1065" y="1224"/>
                    <a:pt x="1125" y="1103"/>
                    <a:pt x="1125" y="951"/>
                  </a:cubicBezTo>
                  <a:lnTo>
                    <a:pt x="1144" y="750"/>
                  </a:lnTo>
                  <a:lnTo>
                    <a:pt x="1144" y="750"/>
                  </a:lnTo>
                  <a:lnTo>
                    <a:pt x="1156" y="738"/>
                  </a:lnTo>
                  <a:cubicBezTo>
                    <a:pt x="1186" y="556"/>
                    <a:pt x="1156" y="313"/>
                    <a:pt x="1004" y="161"/>
                  </a:cubicBezTo>
                  <a:lnTo>
                    <a:pt x="973" y="161"/>
                  </a:lnTo>
                  <a:cubicBezTo>
                    <a:pt x="867" y="54"/>
                    <a:pt x="730" y="1"/>
                    <a:pt x="5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704700" y="4362050"/>
              <a:ext cx="22825" cy="18275"/>
            </a:xfrm>
            <a:custGeom>
              <a:avLst/>
              <a:gdLst/>
              <a:ahLst/>
              <a:cxnLst/>
              <a:rect l="l" t="t" r="r" b="b"/>
              <a:pathLst>
                <a:path w="913" h="731" extrusionOk="0">
                  <a:moveTo>
                    <a:pt x="457" y="1"/>
                  </a:moveTo>
                  <a:cubicBezTo>
                    <a:pt x="1" y="1"/>
                    <a:pt x="1" y="730"/>
                    <a:pt x="457" y="730"/>
                  </a:cubicBezTo>
                  <a:cubicBezTo>
                    <a:pt x="913" y="730"/>
                    <a:pt x="913" y="1"/>
                    <a:pt x="4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862000" y="4406125"/>
              <a:ext cx="16750" cy="12950"/>
            </a:xfrm>
            <a:custGeom>
              <a:avLst/>
              <a:gdLst/>
              <a:ahLst/>
              <a:cxnLst/>
              <a:rect l="l" t="t" r="r" b="b"/>
              <a:pathLst>
                <a:path w="670" h="518" extrusionOk="0">
                  <a:moveTo>
                    <a:pt x="335" y="1"/>
                  </a:moveTo>
                  <a:cubicBezTo>
                    <a:pt x="1" y="1"/>
                    <a:pt x="1" y="517"/>
                    <a:pt x="335" y="517"/>
                  </a:cubicBezTo>
                  <a:cubicBezTo>
                    <a:pt x="669" y="517"/>
                    <a:pt x="669" y="1"/>
                    <a:pt x="3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889350" y="4228700"/>
              <a:ext cx="23600" cy="30850"/>
            </a:xfrm>
            <a:custGeom>
              <a:avLst/>
              <a:gdLst/>
              <a:ahLst/>
              <a:cxnLst/>
              <a:rect l="l" t="t" r="r" b="b"/>
              <a:pathLst>
                <a:path w="944" h="1234" extrusionOk="0">
                  <a:moveTo>
                    <a:pt x="472" y="0"/>
                  </a:moveTo>
                  <a:cubicBezTo>
                    <a:pt x="312" y="0"/>
                    <a:pt x="153" y="76"/>
                    <a:pt x="92" y="228"/>
                  </a:cubicBezTo>
                  <a:cubicBezTo>
                    <a:pt x="31" y="289"/>
                    <a:pt x="31" y="380"/>
                    <a:pt x="1" y="471"/>
                  </a:cubicBezTo>
                  <a:cubicBezTo>
                    <a:pt x="1" y="502"/>
                    <a:pt x="1" y="532"/>
                    <a:pt x="1" y="593"/>
                  </a:cubicBezTo>
                  <a:cubicBezTo>
                    <a:pt x="1" y="654"/>
                    <a:pt x="1" y="715"/>
                    <a:pt x="1" y="775"/>
                  </a:cubicBezTo>
                  <a:cubicBezTo>
                    <a:pt x="30" y="1005"/>
                    <a:pt x="193" y="1234"/>
                    <a:pt x="441" y="1234"/>
                  </a:cubicBezTo>
                  <a:cubicBezTo>
                    <a:pt x="456" y="1234"/>
                    <a:pt x="472" y="1233"/>
                    <a:pt x="487" y="1231"/>
                  </a:cubicBezTo>
                  <a:cubicBezTo>
                    <a:pt x="730" y="1231"/>
                    <a:pt x="913" y="1049"/>
                    <a:pt x="943" y="775"/>
                  </a:cubicBezTo>
                  <a:lnTo>
                    <a:pt x="913" y="775"/>
                  </a:lnTo>
                  <a:cubicBezTo>
                    <a:pt x="913" y="715"/>
                    <a:pt x="943" y="654"/>
                    <a:pt x="943" y="593"/>
                  </a:cubicBezTo>
                  <a:cubicBezTo>
                    <a:pt x="943" y="563"/>
                    <a:pt x="943" y="502"/>
                    <a:pt x="913" y="471"/>
                  </a:cubicBezTo>
                  <a:cubicBezTo>
                    <a:pt x="913" y="380"/>
                    <a:pt x="882" y="319"/>
                    <a:pt x="852" y="228"/>
                  </a:cubicBezTo>
                  <a:cubicBezTo>
                    <a:pt x="791" y="76"/>
                    <a:pt x="632" y="0"/>
                    <a:pt x="4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948625" y="4338500"/>
              <a:ext cx="27375" cy="34975"/>
            </a:xfrm>
            <a:custGeom>
              <a:avLst/>
              <a:gdLst/>
              <a:ahLst/>
              <a:cxnLst/>
              <a:rect l="l" t="t" r="r" b="b"/>
              <a:pathLst>
                <a:path w="1095" h="1399" extrusionOk="0">
                  <a:moveTo>
                    <a:pt x="548" y="0"/>
                  </a:moveTo>
                  <a:cubicBezTo>
                    <a:pt x="335" y="31"/>
                    <a:pt x="122" y="183"/>
                    <a:pt x="62" y="396"/>
                  </a:cubicBezTo>
                  <a:cubicBezTo>
                    <a:pt x="1" y="548"/>
                    <a:pt x="31" y="730"/>
                    <a:pt x="62" y="912"/>
                  </a:cubicBezTo>
                  <a:cubicBezTo>
                    <a:pt x="62" y="1034"/>
                    <a:pt x="92" y="1156"/>
                    <a:pt x="214" y="1277"/>
                  </a:cubicBezTo>
                  <a:cubicBezTo>
                    <a:pt x="305" y="1338"/>
                    <a:pt x="426" y="1399"/>
                    <a:pt x="548" y="1399"/>
                  </a:cubicBezTo>
                  <a:cubicBezTo>
                    <a:pt x="852" y="1399"/>
                    <a:pt x="1034" y="1186"/>
                    <a:pt x="1065" y="912"/>
                  </a:cubicBezTo>
                  <a:cubicBezTo>
                    <a:pt x="1065" y="730"/>
                    <a:pt x="1095" y="548"/>
                    <a:pt x="1065" y="396"/>
                  </a:cubicBezTo>
                  <a:cubicBezTo>
                    <a:pt x="973" y="183"/>
                    <a:pt x="791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886325" y="4441850"/>
              <a:ext cx="29650" cy="23575"/>
            </a:xfrm>
            <a:custGeom>
              <a:avLst/>
              <a:gdLst/>
              <a:ahLst/>
              <a:cxnLst/>
              <a:rect l="l" t="t" r="r" b="b"/>
              <a:pathLst>
                <a:path w="1186" h="943" extrusionOk="0">
                  <a:moveTo>
                    <a:pt x="578" y="0"/>
                  </a:moveTo>
                  <a:cubicBezTo>
                    <a:pt x="0" y="0"/>
                    <a:pt x="0" y="943"/>
                    <a:pt x="578" y="943"/>
                  </a:cubicBezTo>
                  <a:cubicBezTo>
                    <a:pt x="1186" y="943"/>
                    <a:pt x="1186" y="0"/>
                    <a:pt x="5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745750" y="4380475"/>
              <a:ext cx="25100" cy="22450"/>
            </a:xfrm>
            <a:custGeom>
              <a:avLst/>
              <a:gdLst/>
              <a:ahLst/>
              <a:cxnLst/>
              <a:rect l="l" t="t" r="r" b="b"/>
              <a:pathLst>
                <a:path w="1004" h="898" extrusionOk="0">
                  <a:moveTo>
                    <a:pt x="559" y="1"/>
                  </a:moveTo>
                  <a:cubicBezTo>
                    <a:pt x="517" y="1"/>
                    <a:pt x="471" y="8"/>
                    <a:pt x="426" y="24"/>
                  </a:cubicBezTo>
                  <a:lnTo>
                    <a:pt x="334" y="54"/>
                  </a:lnTo>
                  <a:cubicBezTo>
                    <a:pt x="243" y="84"/>
                    <a:pt x="182" y="115"/>
                    <a:pt x="122" y="145"/>
                  </a:cubicBezTo>
                  <a:cubicBezTo>
                    <a:pt x="91" y="206"/>
                    <a:pt x="61" y="267"/>
                    <a:pt x="30" y="358"/>
                  </a:cubicBezTo>
                  <a:cubicBezTo>
                    <a:pt x="0" y="449"/>
                    <a:pt x="0" y="449"/>
                    <a:pt x="30" y="571"/>
                  </a:cubicBezTo>
                  <a:cubicBezTo>
                    <a:pt x="61" y="632"/>
                    <a:pt x="91" y="692"/>
                    <a:pt x="122" y="753"/>
                  </a:cubicBezTo>
                  <a:cubicBezTo>
                    <a:pt x="182" y="814"/>
                    <a:pt x="243" y="844"/>
                    <a:pt x="334" y="844"/>
                  </a:cubicBezTo>
                  <a:lnTo>
                    <a:pt x="426" y="875"/>
                  </a:lnTo>
                  <a:cubicBezTo>
                    <a:pt x="471" y="890"/>
                    <a:pt x="517" y="898"/>
                    <a:pt x="559" y="898"/>
                  </a:cubicBezTo>
                  <a:cubicBezTo>
                    <a:pt x="600" y="898"/>
                    <a:pt x="638" y="890"/>
                    <a:pt x="669" y="875"/>
                  </a:cubicBezTo>
                  <a:cubicBezTo>
                    <a:pt x="760" y="844"/>
                    <a:pt x="821" y="814"/>
                    <a:pt x="882" y="753"/>
                  </a:cubicBezTo>
                  <a:cubicBezTo>
                    <a:pt x="942" y="692"/>
                    <a:pt x="1003" y="571"/>
                    <a:pt x="1003" y="449"/>
                  </a:cubicBezTo>
                  <a:cubicBezTo>
                    <a:pt x="1003" y="328"/>
                    <a:pt x="942" y="206"/>
                    <a:pt x="882" y="145"/>
                  </a:cubicBezTo>
                  <a:cubicBezTo>
                    <a:pt x="821" y="84"/>
                    <a:pt x="760" y="54"/>
                    <a:pt x="669" y="24"/>
                  </a:cubicBezTo>
                  <a:cubicBezTo>
                    <a:pt x="638" y="8"/>
                    <a:pt x="600" y="1"/>
                    <a:pt x="5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786775" y="4239725"/>
              <a:ext cx="28150" cy="21300"/>
            </a:xfrm>
            <a:custGeom>
              <a:avLst/>
              <a:gdLst/>
              <a:ahLst/>
              <a:cxnLst/>
              <a:rect l="l" t="t" r="r" b="b"/>
              <a:pathLst>
                <a:path w="1126" h="852" extrusionOk="0">
                  <a:moveTo>
                    <a:pt x="548" y="0"/>
                  </a:moveTo>
                  <a:cubicBezTo>
                    <a:pt x="0" y="0"/>
                    <a:pt x="0" y="851"/>
                    <a:pt x="548" y="851"/>
                  </a:cubicBezTo>
                  <a:cubicBezTo>
                    <a:pt x="1125" y="851"/>
                    <a:pt x="1125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842250" y="415537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395" y="0"/>
                    <a:pt x="243" y="61"/>
                    <a:pt x="152" y="152"/>
                  </a:cubicBezTo>
                  <a:cubicBezTo>
                    <a:pt x="92" y="213"/>
                    <a:pt x="61" y="243"/>
                    <a:pt x="31" y="335"/>
                  </a:cubicBezTo>
                  <a:cubicBezTo>
                    <a:pt x="0" y="395"/>
                    <a:pt x="0" y="456"/>
                    <a:pt x="0" y="517"/>
                  </a:cubicBezTo>
                  <a:cubicBezTo>
                    <a:pt x="0" y="669"/>
                    <a:pt x="61" y="790"/>
                    <a:pt x="152" y="882"/>
                  </a:cubicBezTo>
                  <a:cubicBezTo>
                    <a:pt x="274" y="1003"/>
                    <a:pt x="395" y="1064"/>
                    <a:pt x="517" y="1064"/>
                  </a:cubicBezTo>
                  <a:cubicBezTo>
                    <a:pt x="669" y="1064"/>
                    <a:pt x="791" y="1003"/>
                    <a:pt x="882" y="882"/>
                  </a:cubicBezTo>
                  <a:cubicBezTo>
                    <a:pt x="943" y="851"/>
                    <a:pt x="973" y="790"/>
                    <a:pt x="1003" y="730"/>
                  </a:cubicBezTo>
                  <a:cubicBezTo>
                    <a:pt x="1034" y="669"/>
                    <a:pt x="1064" y="608"/>
                    <a:pt x="1064" y="517"/>
                  </a:cubicBezTo>
                  <a:cubicBezTo>
                    <a:pt x="1034" y="395"/>
                    <a:pt x="1003" y="243"/>
                    <a:pt x="882" y="152"/>
                  </a:cubicBezTo>
                  <a:cubicBezTo>
                    <a:pt x="791" y="61"/>
                    <a:pt x="669" y="0"/>
                    <a:pt x="5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740425" y="4040625"/>
              <a:ext cx="47900" cy="37250"/>
            </a:xfrm>
            <a:custGeom>
              <a:avLst/>
              <a:gdLst/>
              <a:ahLst/>
              <a:cxnLst/>
              <a:rect l="l" t="t" r="r" b="b"/>
              <a:pathLst>
                <a:path w="1916" h="1490" extrusionOk="0">
                  <a:moveTo>
                    <a:pt x="943" y="0"/>
                  </a:moveTo>
                  <a:cubicBezTo>
                    <a:pt x="0" y="0"/>
                    <a:pt x="0" y="1490"/>
                    <a:pt x="943" y="1490"/>
                  </a:cubicBezTo>
                  <a:cubicBezTo>
                    <a:pt x="1915" y="1490"/>
                    <a:pt x="1915" y="0"/>
                    <a:pt x="9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673550" y="4226800"/>
              <a:ext cx="25850" cy="19775"/>
            </a:xfrm>
            <a:custGeom>
              <a:avLst/>
              <a:gdLst/>
              <a:ahLst/>
              <a:cxnLst/>
              <a:rect l="l" t="t" r="r" b="b"/>
              <a:pathLst>
                <a:path w="1034" h="791" extrusionOk="0">
                  <a:moveTo>
                    <a:pt x="517" y="0"/>
                  </a:moveTo>
                  <a:cubicBezTo>
                    <a:pt x="0" y="0"/>
                    <a:pt x="0" y="791"/>
                    <a:pt x="517" y="791"/>
                  </a:cubicBezTo>
                  <a:cubicBezTo>
                    <a:pt x="1034" y="791"/>
                    <a:pt x="1034" y="0"/>
                    <a:pt x="5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740425" y="4324825"/>
              <a:ext cx="20525" cy="15975"/>
            </a:xfrm>
            <a:custGeom>
              <a:avLst/>
              <a:gdLst/>
              <a:ahLst/>
              <a:cxnLst/>
              <a:rect l="l" t="t" r="r" b="b"/>
              <a:pathLst>
                <a:path w="821" h="639" extrusionOk="0">
                  <a:moveTo>
                    <a:pt x="395" y="0"/>
                  </a:moveTo>
                  <a:cubicBezTo>
                    <a:pt x="0" y="0"/>
                    <a:pt x="0" y="639"/>
                    <a:pt x="395" y="639"/>
                  </a:cubicBezTo>
                  <a:cubicBezTo>
                    <a:pt x="821" y="639"/>
                    <a:pt x="821" y="0"/>
                    <a:pt x="3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908350" y="4286150"/>
              <a:ext cx="20550" cy="19900"/>
            </a:xfrm>
            <a:custGeom>
              <a:avLst/>
              <a:gdLst/>
              <a:ahLst/>
              <a:cxnLst/>
              <a:rect l="l" t="t" r="r" b="b"/>
              <a:pathLst>
                <a:path w="822" h="796" extrusionOk="0">
                  <a:moveTo>
                    <a:pt x="409" y="0"/>
                  </a:moveTo>
                  <a:cubicBezTo>
                    <a:pt x="345" y="0"/>
                    <a:pt x="285" y="17"/>
                    <a:pt x="244" y="58"/>
                  </a:cubicBezTo>
                  <a:cubicBezTo>
                    <a:pt x="214" y="88"/>
                    <a:pt x="214" y="88"/>
                    <a:pt x="183" y="88"/>
                  </a:cubicBezTo>
                  <a:cubicBezTo>
                    <a:pt x="122" y="119"/>
                    <a:pt x="92" y="180"/>
                    <a:pt x="62" y="240"/>
                  </a:cubicBezTo>
                  <a:cubicBezTo>
                    <a:pt x="31" y="271"/>
                    <a:pt x="1" y="332"/>
                    <a:pt x="1" y="392"/>
                  </a:cubicBezTo>
                  <a:cubicBezTo>
                    <a:pt x="1" y="453"/>
                    <a:pt x="31" y="514"/>
                    <a:pt x="62" y="575"/>
                  </a:cubicBezTo>
                  <a:cubicBezTo>
                    <a:pt x="92" y="635"/>
                    <a:pt x="122" y="666"/>
                    <a:pt x="183" y="696"/>
                  </a:cubicBezTo>
                  <a:cubicBezTo>
                    <a:pt x="183" y="727"/>
                    <a:pt x="214" y="727"/>
                    <a:pt x="244" y="727"/>
                  </a:cubicBezTo>
                  <a:cubicBezTo>
                    <a:pt x="305" y="772"/>
                    <a:pt x="373" y="795"/>
                    <a:pt x="441" y="795"/>
                  </a:cubicBezTo>
                  <a:cubicBezTo>
                    <a:pt x="510" y="795"/>
                    <a:pt x="578" y="772"/>
                    <a:pt x="639" y="727"/>
                  </a:cubicBezTo>
                  <a:cubicBezTo>
                    <a:pt x="761" y="666"/>
                    <a:pt x="821" y="544"/>
                    <a:pt x="821" y="392"/>
                  </a:cubicBezTo>
                  <a:cubicBezTo>
                    <a:pt x="821" y="271"/>
                    <a:pt x="761" y="119"/>
                    <a:pt x="639" y="58"/>
                  </a:cubicBezTo>
                  <a:cubicBezTo>
                    <a:pt x="572" y="25"/>
                    <a:pt x="487" y="0"/>
                    <a:pt x="4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878725" y="4359025"/>
              <a:ext cx="25850" cy="20525"/>
            </a:xfrm>
            <a:custGeom>
              <a:avLst/>
              <a:gdLst/>
              <a:ahLst/>
              <a:cxnLst/>
              <a:rect l="l" t="t" r="r" b="b"/>
              <a:pathLst>
                <a:path w="1034" h="821" extrusionOk="0">
                  <a:moveTo>
                    <a:pt x="517" y="0"/>
                  </a:moveTo>
                  <a:cubicBezTo>
                    <a:pt x="0" y="0"/>
                    <a:pt x="0" y="821"/>
                    <a:pt x="517" y="821"/>
                  </a:cubicBezTo>
                  <a:cubicBezTo>
                    <a:pt x="1034" y="821"/>
                    <a:pt x="1034" y="0"/>
                    <a:pt x="5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822500" y="4356725"/>
              <a:ext cx="19775" cy="15225"/>
            </a:xfrm>
            <a:custGeom>
              <a:avLst/>
              <a:gdLst/>
              <a:ahLst/>
              <a:cxnLst/>
              <a:rect l="l" t="t" r="r" b="b"/>
              <a:pathLst>
                <a:path w="791" h="609" extrusionOk="0">
                  <a:moveTo>
                    <a:pt x="395" y="1"/>
                  </a:moveTo>
                  <a:cubicBezTo>
                    <a:pt x="0" y="1"/>
                    <a:pt x="0" y="609"/>
                    <a:pt x="395" y="609"/>
                  </a:cubicBezTo>
                  <a:cubicBezTo>
                    <a:pt x="790" y="609"/>
                    <a:pt x="790" y="1"/>
                    <a:pt x="3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796650" y="4400050"/>
              <a:ext cx="25875" cy="20550"/>
            </a:xfrm>
            <a:custGeom>
              <a:avLst/>
              <a:gdLst/>
              <a:ahLst/>
              <a:cxnLst/>
              <a:rect l="l" t="t" r="r" b="b"/>
              <a:pathLst>
                <a:path w="1035" h="822" extrusionOk="0">
                  <a:moveTo>
                    <a:pt x="517" y="1"/>
                  </a:moveTo>
                  <a:cubicBezTo>
                    <a:pt x="1" y="1"/>
                    <a:pt x="1" y="821"/>
                    <a:pt x="517" y="821"/>
                  </a:cubicBezTo>
                  <a:cubicBezTo>
                    <a:pt x="1034" y="821"/>
                    <a:pt x="1034" y="1"/>
                    <a:pt x="5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703175" y="4423600"/>
              <a:ext cx="12950" cy="9900"/>
            </a:xfrm>
            <a:custGeom>
              <a:avLst/>
              <a:gdLst/>
              <a:ahLst/>
              <a:cxnLst/>
              <a:rect l="l" t="t" r="r" b="b"/>
              <a:pathLst>
                <a:path w="518" h="396" extrusionOk="0">
                  <a:moveTo>
                    <a:pt x="244" y="1"/>
                  </a:moveTo>
                  <a:cubicBezTo>
                    <a:pt x="1" y="1"/>
                    <a:pt x="1" y="396"/>
                    <a:pt x="244" y="396"/>
                  </a:cubicBezTo>
                  <a:cubicBezTo>
                    <a:pt x="518" y="396"/>
                    <a:pt x="518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645425" y="4391700"/>
              <a:ext cx="19025" cy="18250"/>
            </a:xfrm>
            <a:custGeom>
              <a:avLst/>
              <a:gdLst/>
              <a:ahLst/>
              <a:cxnLst/>
              <a:rect l="l" t="t" r="r" b="b"/>
              <a:pathLst>
                <a:path w="761" h="730" extrusionOk="0">
                  <a:moveTo>
                    <a:pt x="366" y="0"/>
                  </a:moveTo>
                  <a:cubicBezTo>
                    <a:pt x="274" y="0"/>
                    <a:pt x="183" y="61"/>
                    <a:pt x="122" y="122"/>
                  </a:cubicBezTo>
                  <a:cubicBezTo>
                    <a:pt x="31" y="183"/>
                    <a:pt x="1" y="274"/>
                    <a:pt x="1" y="365"/>
                  </a:cubicBezTo>
                  <a:cubicBezTo>
                    <a:pt x="1" y="456"/>
                    <a:pt x="31" y="578"/>
                    <a:pt x="122" y="638"/>
                  </a:cubicBezTo>
                  <a:cubicBezTo>
                    <a:pt x="183" y="699"/>
                    <a:pt x="274" y="730"/>
                    <a:pt x="366" y="730"/>
                  </a:cubicBezTo>
                  <a:cubicBezTo>
                    <a:pt x="457" y="730"/>
                    <a:pt x="578" y="699"/>
                    <a:pt x="639" y="638"/>
                  </a:cubicBezTo>
                  <a:cubicBezTo>
                    <a:pt x="700" y="578"/>
                    <a:pt x="761" y="456"/>
                    <a:pt x="730" y="365"/>
                  </a:cubicBezTo>
                  <a:cubicBezTo>
                    <a:pt x="730" y="274"/>
                    <a:pt x="700" y="183"/>
                    <a:pt x="639" y="122"/>
                  </a:cubicBezTo>
                  <a:cubicBezTo>
                    <a:pt x="548" y="31"/>
                    <a:pt x="487" y="0"/>
                    <a:pt x="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563375" y="4405375"/>
              <a:ext cx="19000" cy="18250"/>
            </a:xfrm>
            <a:custGeom>
              <a:avLst/>
              <a:gdLst/>
              <a:ahLst/>
              <a:cxnLst/>
              <a:rect l="l" t="t" r="r" b="b"/>
              <a:pathLst>
                <a:path w="760" h="730" extrusionOk="0">
                  <a:moveTo>
                    <a:pt x="365" y="0"/>
                  </a:moveTo>
                  <a:cubicBezTo>
                    <a:pt x="274" y="0"/>
                    <a:pt x="182" y="61"/>
                    <a:pt x="122" y="122"/>
                  </a:cubicBezTo>
                  <a:cubicBezTo>
                    <a:pt x="31" y="183"/>
                    <a:pt x="0" y="274"/>
                    <a:pt x="0" y="365"/>
                  </a:cubicBezTo>
                  <a:cubicBezTo>
                    <a:pt x="0" y="456"/>
                    <a:pt x="31" y="578"/>
                    <a:pt x="122" y="639"/>
                  </a:cubicBezTo>
                  <a:cubicBezTo>
                    <a:pt x="182" y="699"/>
                    <a:pt x="274" y="730"/>
                    <a:pt x="365" y="730"/>
                  </a:cubicBezTo>
                  <a:cubicBezTo>
                    <a:pt x="456" y="730"/>
                    <a:pt x="578" y="699"/>
                    <a:pt x="638" y="639"/>
                  </a:cubicBezTo>
                  <a:cubicBezTo>
                    <a:pt x="699" y="578"/>
                    <a:pt x="760" y="456"/>
                    <a:pt x="730" y="365"/>
                  </a:cubicBezTo>
                  <a:cubicBezTo>
                    <a:pt x="730" y="274"/>
                    <a:pt x="699" y="183"/>
                    <a:pt x="638" y="122"/>
                  </a:cubicBezTo>
                  <a:cubicBezTo>
                    <a:pt x="578" y="31"/>
                    <a:pt x="486" y="0"/>
                    <a:pt x="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442550" y="4379950"/>
              <a:ext cx="27375" cy="23175"/>
            </a:xfrm>
            <a:custGeom>
              <a:avLst/>
              <a:gdLst/>
              <a:ahLst/>
              <a:cxnLst/>
              <a:rect l="l" t="t" r="r" b="b"/>
              <a:pathLst>
                <a:path w="1095" h="927" extrusionOk="0">
                  <a:moveTo>
                    <a:pt x="608" y="1"/>
                  </a:moveTo>
                  <a:cubicBezTo>
                    <a:pt x="588" y="1"/>
                    <a:pt x="568" y="4"/>
                    <a:pt x="547" y="14"/>
                  </a:cubicBezTo>
                  <a:lnTo>
                    <a:pt x="456" y="14"/>
                  </a:lnTo>
                  <a:cubicBezTo>
                    <a:pt x="395" y="14"/>
                    <a:pt x="335" y="14"/>
                    <a:pt x="304" y="45"/>
                  </a:cubicBezTo>
                  <a:cubicBezTo>
                    <a:pt x="243" y="75"/>
                    <a:pt x="183" y="105"/>
                    <a:pt x="152" y="136"/>
                  </a:cubicBezTo>
                  <a:cubicBezTo>
                    <a:pt x="61" y="227"/>
                    <a:pt x="0" y="349"/>
                    <a:pt x="31" y="470"/>
                  </a:cubicBezTo>
                  <a:cubicBezTo>
                    <a:pt x="31" y="592"/>
                    <a:pt x="61" y="713"/>
                    <a:pt x="152" y="805"/>
                  </a:cubicBezTo>
                  <a:lnTo>
                    <a:pt x="243" y="865"/>
                  </a:lnTo>
                  <a:cubicBezTo>
                    <a:pt x="304" y="896"/>
                    <a:pt x="395" y="926"/>
                    <a:pt x="456" y="926"/>
                  </a:cubicBezTo>
                  <a:lnTo>
                    <a:pt x="730" y="926"/>
                  </a:lnTo>
                  <a:lnTo>
                    <a:pt x="851" y="865"/>
                  </a:lnTo>
                  <a:cubicBezTo>
                    <a:pt x="912" y="835"/>
                    <a:pt x="942" y="805"/>
                    <a:pt x="973" y="744"/>
                  </a:cubicBezTo>
                  <a:cubicBezTo>
                    <a:pt x="1034" y="683"/>
                    <a:pt x="1094" y="561"/>
                    <a:pt x="1064" y="470"/>
                  </a:cubicBezTo>
                  <a:cubicBezTo>
                    <a:pt x="1064" y="379"/>
                    <a:pt x="1064" y="318"/>
                    <a:pt x="1003" y="227"/>
                  </a:cubicBezTo>
                  <a:cubicBezTo>
                    <a:pt x="973" y="136"/>
                    <a:pt x="851" y="75"/>
                    <a:pt x="730" y="14"/>
                  </a:cubicBezTo>
                  <a:cubicBezTo>
                    <a:pt x="689" y="14"/>
                    <a:pt x="649" y="1"/>
                    <a:pt x="6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448625" y="4254350"/>
              <a:ext cx="26625" cy="26425"/>
            </a:xfrm>
            <a:custGeom>
              <a:avLst/>
              <a:gdLst/>
              <a:ahLst/>
              <a:cxnLst/>
              <a:rect l="l" t="t" r="r" b="b"/>
              <a:pathLst>
                <a:path w="1065" h="1057" extrusionOk="0">
                  <a:moveTo>
                    <a:pt x="441" y="0"/>
                  </a:moveTo>
                  <a:cubicBezTo>
                    <a:pt x="403" y="0"/>
                    <a:pt x="365" y="8"/>
                    <a:pt x="335" y="23"/>
                  </a:cubicBezTo>
                  <a:cubicBezTo>
                    <a:pt x="274" y="53"/>
                    <a:pt x="183" y="84"/>
                    <a:pt x="152" y="114"/>
                  </a:cubicBezTo>
                  <a:cubicBezTo>
                    <a:pt x="92" y="175"/>
                    <a:pt x="61" y="236"/>
                    <a:pt x="31" y="327"/>
                  </a:cubicBezTo>
                  <a:cubicBezTo>
                    <a:pt x="0" y="388"/>
                    <a:pt x="31" y="479"/>
                    <a:pt x="31" y="540"/>
                  </a:cubicBezTo>
                  <a:cubicBezTo>
                    <a:pt x="61" y="600"/>
                    <a:pt x="61" y="661"/>
                    <a:pt x="92" y="692"/>
                  </a:cubicBezTo>
                  <a:lnTo>
                    <a:pt x="183" y="813"/>
                  </a:lnTo>
                  <a:cubicBezTo>
                    <a:pt x="244" y="874"/>
                    <a:pt x="274" y="935"/>
                    <a:pt x="365" y="965"/>
                  </a:cubicBezTo>
                  <a:cubicBezTo>
                    <a:pt x="426" y="1026"/>
                    <a:pt x="517" y="1056"/>
                    <a:pt x="578" y="1056"/>
                  </a:cubicBezTo>
                  <a:cubicBezTo>
                    <a:pt x="730" y="1056"/>
                    <a:pt x="821" y="996"/>
                    <a:pt x="912" y="904"/>
                  </a:cubicBezTo>
                  <a:cubicBezTo>
                    <a:pt x="1003" y="813"/>
                    <a:pt x="1064" y="692"/>
                    <a:pt x="1064" y="570"/>
                  </a:cubicBezTo>
                  <a:cubicBezTo>
                    <a:pt x="1064" y="479"/>
                    <a:pt x="1034" y="418"/>
                    <a:pt x="1003" y="327"/>
                  </a:cubicBezTo>
                  <a:cubicBezTo>
                    <a:pt x="943" y="266"/>
                    <a:pt x="882" y="205"/>
                    <a:pt x="821" y="175"/>
                  </a:cubicBezTo>
                  <a:lnTo>
                    <a:pt x="699" y="84"/>
                  </a:lnTo>
                  <a:cubicBezTo>
                    <a:pt x="699" y="84"/>
                    <a:pt x="669" y="53"/>
                    <a:pt x="639" y="53"/>
                  </a:cubicBezTo>
                  <a:cubicBezTo>
                    <a:pt x="608" y="23"/>
                    <a:pt x="578" y="23"/>
                    <a:pt x="547" y="23"/>
                  </a:cubicBezTo>
                  <a:cubicBezTo>
                    <a:pt x="517" y="8"/>
                    <a:pt x="479" y="0"/>
                    <a:pt x="4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602875" y="4293675"/>
              <a:ext cx="30425" cy="23575"/>
            </a:xfrm>
            <a:custGeom>
              <a:avLst/>
              <a:gdLst/>
              <a:ahLst/>
              <a:cxnLst/>
              <a:rect l="l" t="t" r="r" b="b"/>
              <a:pathLst>
                <a:path w="1217" h="943" extrusionOk="0">
                  <a:moveTo>
                    <a:pt x="609" y="0"/>
                  </a:moveTo>
                  <a:cubicBezTo>
                    <a:pt x="1" y="0"/>
                    <a:pt x="1" y="942"/>
                    <a:pt x="609" y="942"/>
                  </a:cubicBezTo>
                  <a:cubicBezTo>
                    <a:pt x="1217" y="942"/>
                    <a:pt x="1217" y="0"/>
                    <a:pt x="6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483575" y="4300500"/>
              <a:ext cx="22825" cy="18275"/>
            </a:xfrm>
            <a:custGeom>
              <a:avLst/>
              <a:gdLst/>
              <a:ahLst/>
              <a:cxnLst/>
              <a:rect l="l" t="t" r="r" b="b"/>
              <a:pathLst>
                <a:path w="913" h="731" extrusionOk="0">
                  <a:moveTo>
                    <a:pt x="456" y="1"/>
                  </a:moveTo>
                  <a:cubicBezTo>
                    <a:pt x="1" y="1"/>
                    <a:pt x="1" y="730"/>
                    <a:pt x="456" y="730"/>
                  </a:cubicBezTo>
                  <a:cubicBezTo>
                    <a:pt x="912" y="730"/>
                    <a:pt x="912" y="1"/>
                    <a:pt x="4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498025" y="4364325"/>
              <a:ext cx="12175" cy="9150"/>
            </a:xfrm>
            <a:custGeom>
              <a:avLst/>
              <a:gdLst/>
              <a:ahLst/>
              <a:cxnLst/>
              <a:rect l="l" t="t" r="r" b="b"/>
              <a:pathLst>
                <a:path w="487" h="366" extrusionOk="0">
                  <a:moveTo>
                    <a:pt x="243" y="1"/>
                  </a:moveTo>
                  <a:cubicBezTo>
                    <a:pt x="0" y="1"/>
                    <a:pt x="0" y="366"/>
                    <a:pt x="243" y="366"/>
                  </a:cubicBezTo>
                  <a:cubicBezTo>
                    <a:pt x="486" y="366"/>
                    <a:pt x="486" y="1"/>
                    <a:pt x="2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504100" y="4419050"/>
              <a:ext cx="775" cy="25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cubicBezTo>
                    <a:pt x="0" y="0"/>
                    <a:pt x="3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364275" y="4404600"/>
              <a:ext cx="24350" cy="26625"/>
            </a:xfrm>
            <a:custGeom>
              <a:avLst/>
              <a:gdLst/>
              <a:ahLst/>
              <a:cxnLst/>
              <a:rect l="l" t="t" r="r" b="b"/>
              <a:pathLst>
                <a:path w="974" h="1065" extrusionOk="0">
                  <a:moveTo>
                    <a:pt x="487" y="1"/>
                  </a:moveTo>
                  <a:cubicBezTo>
                    <a:pt x="396" y="1"/>
                    <a:pt x="244" y="31"/>
                    <a:pt x="183" y="122"/>
                  </a:cubicBezTo>
                  <a:cubicBezTo>
                    <a:pt x="122" y="214"/>
                    <a:pt x="61" y="274"/>
                    <a:pt x="61" y="366"/>
                  </a:cubicBezTo>
                  <a:lnTo>
                    <a:pt x="31" y="457"/>
                  </a:lnTo>
                  <a:cubicBezTo>
                    <a:pt x="0" y="548"/>
                    <a:pt x="0" y="609"/>
                    <a:pt x="31" y="700"/>
                  </a:cubicBezTo>
                  <a:cubicBezTo>
                    <a:pt x="61" y="791"/>
                    <a:pt x="92" y="852"/>
                    <a:pt x="152" y="913"/>
                  </a:cubicBezTo>
                  <a:cubicBezTo>
                    <a:pt x="244" y="1004"/>
                    <a:pt x="365" y="1065"/>
                    <a:pt x="487" y="1065"/>
                  </a:cubicBezTo>
                  <a:cubicBezTo>
                    <a:pt x="608" y="1065"/>
                    <a:pt x="730" y="1004"/>
                    <a:pt x="821" y="913"/>
                  </a:cubicBezTo>
                  <a:cubicBezTo>
                    <a:pt x="882" y="852"/>
                    <a:pt x="943" y="791"/>
                    <a:pt x="943" y="700"/>
                  </a:cubicBezTo>
                  <a:cubicBezTo>
                    <a:pt x="973" y="639"/>
                    <a:pt x="973" y="548"/>
                    <a:pt x="943" y="457"/>
                  </a:cubicBezTo>
                  <a:lnTo>
                    <a:pt x="943" y="366"/>
                  </a:lnTo>
                  <a:cubicBezTo>
                    <a:pt x="912" y="274"/>
                    <a:pt x="882" y="214"/>
                    <a:pt x="821" y="122"/>
                  </a:cubicBezTo>
                  <a:cubicBezTo>
                    <a:pt x="760" y="92"/>
                    <a:pt x="730" y="62"/>
                    <a:pt x="669" y="31"/>
                  </a:cubicBezTo>
                  <a:cubicBezTo>
                    <a:pt x="608" y="1"/>
                    <a:pt x="548" y="1"/>
                    <a:pt x="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339200" y="4316475"/>
              <a:ext cx="28900" cy="22800"/>
            </a:xfrm>
            <a:custGeom>
              <a:avLst/>
              <a:gdLst/>
              <a:ahLst/>
              <a:cxnLst/>
              <a:rect l="l" t="t" r="r" b="b"/>
              <a:pathLst>
                <a:path w="1156" h="912" extrusionOk="0">
                  <a:moveTo>
                    <a:pt x="578" y="0"/>
                  </a:moveTo>
                  <a:cubicBezTo>
                    <a:pt x="0" y="0"/>
                    <a:pt x="0" y="912"/>
                    <a:pt x="578" y="912"/>
                  </a:cubicBezTo>
                  <a:cubicBezTo>
                    <a:pt x="1155" y="912"/>
                    <a:pt x="1155" y="0"/>
                    <a:pt x="5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409875" y="4352600"/>
              <a:ext cx="24325" cy="23500"/>
            </a:xfrm>
            <a:custGeom>
              <a:avLst/>
              <a:gdLst/>
              <a:ahLst/>
              <a:cxnLst/>
              <a:rect l="l" t="t" r="r" b="b"/>
              <a:pathLst>
                <a:path w="973" h="940" extrusionOk="0">
                  <a:moveTo>
                    <a:pt x="487" y="0"/>
                  </a:moveTo>
                  <a:cubicBezTo>
                    <a:pt x="466" y="0"/>
                    <a:pt x="446" y="4"/>
                    <a:pt x="426" y="14"/>
                  </a:cubicBezTo>
                  <a:cubicBezTo>
                    <a:pt x="395" y="14"/>
                    <a:pt x="365" y="14"/>
                    <a:pt x="304" y="44"/>
                  </a:cubicBezTo>
                  <a:cubicBezTo>
                    <a:pt x="274" y="75"/>
                    <a:pt x="213" y="105"/>
                    <a:pt x="183" y="136"/>
                  </a:cubicBezTo>
                  <a:cubicBezTo>
                    <a:pt x="91" y="227"/>
                    <a:pt x="0" y="348"/>
                    <a:pt x="0" y="470"/>
                  </a:cubicBezTo>
                  <a:cubicBezTo>
                    <a:pt x="0" y="622"/>
                    <a:pt x="61" y="713"/>
                    <a:pt x="183" y="804"/>
                  </a:cubicBezTo>
                  <a:cubicBezTo>
                    <a:pt x="213" y="865"/>
                    <a:pt x="304" y="895"/>
                    <a:pt x="365" y="926"/>
                  </a:cubicBezTo>
                  <a:cubicBezTo>
                    <a:pt x="405" y="926"/>
                    <a:pt x="446" y="939"/>
                    <a:pt x="487" y="939"/>
                  </a:cubicBezTo>
                  <a:cubicBezTo>
                    <a:pt x="507" y="939"/>
                    <a:pt x="527" y="936"/>
                    <a:pt x="547" y="926"/>
                  </a:cubicBezTo>
                  <a:cubicBezTo>
                    <a:pt x="608" y="926"/>
                    <a:pt x="638" y="926"/>
                    <a:pt x="669" y="895"/>
                  </a:cubicBezTo>
                  <a:cubicBezTo>
                    <a:pt x="730" y="895"/>
                    <a:pt x="760" y="865"/>
                    <a:pt x="790" y="835"/>
                  </a:cubicBezTo>
                  <a:cubicBezTo>
                    <a:pt x="821" y="804"/>
                    <a:pt x="851" y="774"/>
                    <a:pt x="851" y="743"/>
                  </a:cubicBezTo>
                  <a:cubicBezTo>
                    <a:pt x="912" y="683"/>
                    <a:pt x="973" y="561"/>
                    <a:pt x="973" y="470"/>
                  </a:cubicBezTo>
                  <a:cubicBezTo>
                    <a:pt x="973" y="379"/>
                    <a:pt x="942" y="318"/>
                    <a:pt x="912" y="227"/>
                  </a:cubicBezTo>
                  <a:cubicBezTo>
                    <a:pt x="851" y="166"/>
                    <a:pt x="790" y="105"/>
                    <a:pt x="730" y="75"/>
                  </a:cubicBezTo>
                  <a:lnTo>
                    <a:pt x="608" y="14"/>
                  </a:lnTo>
                  <a:cubicBezTo>
                    <a:pt x="568" y="14"/>
                    <a:pt x="527" y="0"/>
                    <a:pt x="4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526900" y="4417525"/>
              <a:ext cx="27375" cy="21300"/>
            </a:xfrm>
            <a:custGeom>
              <a:avLst/>
              <a:gdLst/>
              <a:ahLst/>
              <a:cxnLst/>
              <a:rect l="l" t="t" r="r" b="b"/>
              <a:pathLst>
                <a:path w="1095" h="852" extrusionOk="0">
                  <a:moveTo>
                    <a:pt x="547" y="1"/>
                  </a:moveTo>
                  <a:cubicBezTo>
                    <a:pt x="0" y="1"/>
                    <a:pt x="0" y="852"/>
                    <a:pt x="547" y="852"/>
                  </a:cubicBezTo>
                  <a:cubicBezTo>
                    <a:pt x="1094" y="852"/>
                    <a:pt x="1094" y="1"/>
                    <a:pt x="5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322475" y="4389925"/>
              <a:ext cx="22075" cy="24325"/>
            </a:xfrm>
            <a:custGeom>
              <a:avLst/>
              <a:gdLst/>
              <a:ahLst/>
              <a:cxnLst/>
              <a:rect l="l" t="t" r="r" b="b"/>
              <a:pathLst>
                <a:path w="883" h="973" extrusionOk="0">
                  <a:moveTo>
                    <a:pt x="355" y="1"/>
                  </a:moveTo>
                  <a:cubicBezTo>
                    <a:pt x="294" y="1"/>
                    <a:pt x="233" y="16"/>
                    <a:pt x="183" y="41"/>
                  </a:cubicBezTo>
                  <a:cubicBezTo>
                    <a:pt x="61" y="132"/>
                    <a:pt x="1" y="254"/>
                    <a:pt x="31" y="406"/>
                  </a:cubicBezTo>
                  <a:cubicBezTo>
                    <a:pt x="61" y="497"/>
                    <a:pt x="92" y="558"/>
                    <a:pt x="122" y="649"/>
                  </a:cubicBezTo>
                  <a:lnTo>
                    <a:pt x="213" y="801"/>
                  </a:lnTo>
                  <a:cubicBezTo>
                    <a:pt x="252" y="918"/>
                    <a:pt x="379" y="972"/>
                    <a:pt x="497" y="972"/>
                  </a:cubicBezTo>
                  <a:cubicBezTo>
                    <a:pt x="563" y="972"/>
                    <a:pt x="626" y="955"/>
                    <a:pt x="669" y="922"/>
                  </a:cubicBezTo>
                  <a:cubicBezTo>
                    <a:pt x="852" y="831"/>
                    <a:pt x="882" y="618"/>
                    <a:pt x="791" y="466"/>
                  </a:cubicBezTo>
                  <a:lnTo>
                    <a:pt x="821" y="466"/>
                  </a:lnTo>
                  <a:cubicBezTo>
                    <a:pt x="730" y="345"/>
                    <a:pt x="669" y="193"/>
                    <a:pt x="578" y="102"/>
                  </a:cubicBezTo>
                  <a:cubicBezTo>
                    <a:pt x="525" y="30"/>
                    <a:pt x="440" y="1"/>
                    <a:pt x="3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239650" y="4373875"/>
              <a:ext cx="18275" cy="17500"/>
            </a:xfrm>
            <a:custGeom>
              <a:avLst/>
              <a:gdLst/>
              <a:ahLst/>
              <a:cxnLst/>
              <a:rect l="l" t="t" r="r" b="b"/>
              <a:pathLst>
                <a:path w="731" h="700" extrusionOk="0">
                  <a:moveTo>
                    <a:pt x="235" y="1"/>
                  </a:moveTo>
                  <a:cubicBezTo>
                    <a:pt x="220" y="1"/>
                    <a:pt x="203" y="4"/>
                    <a:pt x="183" y="14"/>
                  </a:cubicBezTo>
                  <a:cubicBezTo>
                    <a:pt x="153" y="14"/>
                    <a:pt x="122" y="44"/>
                    <a:pt x="92" y="75"/>
                  </a:cubicBezTo>
                  <a:cubicBezTo>
                    <a:pt x="61" y="105"/>
                    <a:pt x="31" y="136"/>
                    <a:pt x="31" y="166"/>
                  </a:cubicBezTo>
                  <a:cubicBezTo>
                    <a:pt x="31" y="196"/>
                    <a:pt x="1" y="257"/>
                    <a:pt x="31" y="288"/>
                  </a:cubicBezTo>
                  <a:cubicBezTo>
                    <a:pt x="31" y="318"/>
                    <a:pt x="31" y="318"/>
                    <a:pt x="31" y="348"/>
                  </a:cubicBezTo>
                  <a:cubicBezTo>
                    <a:pt x="31" y="379"/>
                    <a:pt x="31" y="409"/>
                    <a:pt x="31" y="440"/>
                  </a:cubicBezTo>
                  <a:lnTo>
                    <a:pt x="92" y="531"/>
                  </a:lnTo>
                  <a:cubicBezTo>
                    <a:pt x="122" y="592"/>
                    <a:pt x="183" y="652"/>
                    <a:pt x="244" y="683"/>
                  </a:cubicBezTo>
                  <a:cubicBezTo>
                    <a:pt x="284" y="693"/>
                    <a:pt x="328" y="700"/>
                    <a:pt x="372" y="700"/>
                  </a:cubicBezTo>
                  <a:cubicBezTo>
                    <a:pt x="460" y="700"/>
                    <a:pt x="548" y="673"/>
                    <a:pt x="608" y="592"/>
                  </a:cubicBezTo>
                  <a:cubicBezTo>
                    <a:pt x="700" y="500"/>
                    <a:pt x="730" y="379"/>
                    <a:pt x="700" y="257"/>
                  </a:cubicBezTo>
                  <a:cubicBezTo>
                    <a:pt x="700" y="196"/>
                    <a:pt x="639" y="136"/>
                    <a:pt x="578" y="75"/>
                  </a:cubicBezTo>
                  <a:cubicBezTo>
                    <a:pt x="517" y="44"/>
                    <a:pt x="456" y="14"/>
                    <a:pt x="365" y="14"/>
                  </a:cubicBezTo>
                  <a:lnTo>
                    <a:pt x="304" y="14"/>
                  </a:lnTo>
                  <a:cubicBezTo>
                    <a:pt x="284" y="14"/>
                    <a:pt x="264" y="1"/>
                    <a:pt x="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235100" y="4293675"/>
              <a:ext cx="18250" cy="13700"/>
            </a:xfrm>
            <a:custGeom>
              <a:avLst/>
              <a:gdLst/>
              <a:ahLst/>
              <a:cxnLst/>
              <a:rect l="l" t="t" r="r" b="b"/>
              <a:pathLst>
                <a:path w="730" h="548" extrusionOk="0">
                  <a:moveTo>
                    <a:pt x="365" y="0"/>
                  </a:moveTo>
                  <a:cubicBezTo>
                    <a:pt x="0" y="0"/>
                    <a:pt x="0" y="547"/>
                    <a:pt x="365" y="547"/>
                  </a:cubicBezTo>
                  <a:cubicBezTo>
                    <a:pt x="730" y="547"/>
                    <a:pt x="730" y="0"/>
                    <a:pt x="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268525" y="4340775"/>
              <a:ext cx="25100" cy="19775"/>
            </a:xfrm>
            <a:custGeom>
              <a:avLst/>
              <a:gdLst/>
              <a:ahLst/>
              <a:cxnLst/>
              <a:rect l="l" t="t" r="r" b="b"/>
              <a:pathLst>
                <a:path w="1004" h="791" extrusionOk="0">
                  <a:moveTo>
                    <a:pt x="487" y="1"/>
                  </a:moveTo>
                  <a:cubicBezTo>
                    <a:pt x="1" y="1"/>
                    <a:pt x="1" y="791"/>
                    <a:pt x="487" y="791"/>
                  </a:cubicBezTo>
                  <a:cubicBezTo>
                    <a:pt x="1004" y="791"/>
                    <a:pt x="1004" y="1"/>
                    <a:pt x="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162150" y="4359775"/>
              <a:ext cx="22050" cy="18275"/>
            </a:xfrm>
            <a:custGeom>
              <a:avLst/>
              <a:gdLst/>
              <a:ahLst/>
              <a:cxnLst/>
              <a:rect l="l" t="t" r="r" b="b"/>
              <a:pathLst>
                <a:path w="882" h="731" extrusionOk="0">
                  <a:moveTo>
                    <a:pt x="365" y="1"/>
                  </a:moveTo>
                  <a:cubicBezTo>
                    <a:pt x="274" y="1"/>
                    <a:pt x="183" y="61"/>
                    <a:pt x="122" y="122"/>
                  </a:cubicBezTo>
                  <a:cubicBezTo>
                    <a:pt x="61" y="183"/>
                    <a:pt x="0" y="274"/>
                    <a:pt x="0" y="365"/>
                  </a:cubicBezTo>
                  <a:cubicBezTo>
                    <a:pt x="31" y="456"/>
                    <a:pt x="61" y="578"/>
                    <a:pt x="122" y="639"/>
                  </a:cubicBezTo>
                  <a:cubicBezTo>
                    <a:pt x="183" y="700"/>
                    <a:pt x="274" y="730"/>
                    <a:pt x="365" y="730"/>
                  </a:cubicBezTo>
                  <a:cubicBezTo>
                    <a:pt x="487" y="730"/>
                    <a:pt x="608" y="730"/>
                    <a:pt x="699" y="669"/>
                  </a:cubicBezTo>
                  <a:cubicBezTo>
                    <a:pt x="760" y="639"/>
                    <a:pt x="790" y="608"/>
                    <a:pt x="821" y="548"/>
                  </a:cubicBezTo>
                  <a:cubicBezTo>
                    <a:pt x="851" y="487"/>
                    <a:pt x="882" y="426"/>
                    <a:pt x="882" y="365"/>
                  </a:cubicBezTo>
                  <a:cubicBezTo>
                    <a:pt x="882" y="305"/>
                    <a:pt x="851" y="244"/>
                    <a:pt x="821" y="213"/>
                  </a:cubicBezTo>
                  <a:cubicBezTo>
                    <a:pt x="790" y="153"/>
                    <a:pt x="760" y="122"/>
                    <a:pt x="699" y="92"/>
                  </a:cubicBezTo>
                  <a:cubicBezTo>
                    <a:pt x="608" y="31"/>
                    <a:pt x="487" y="31"/>
                    <a:pt x="3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117300" y="4402325"/>
              <a:ext cx="26625" cy="30425"/>
            </a:xfrm>
            <a:custGeom>
              <a:avLst/>
              <a:gdLst/>
              <a:ahLst/>
              <a:cxnLst/>
              <a:rect l="l" t="t" r="r" b="b"/>
              <a:pathLst>
                <a:path w="1065" h="1217" extrusionOk="0">
                  <a:moveTo>
                    <a:pt x="518" y="1"/>
                  </a:moveTo>
                  <a:cubicBezTo>
                    <a:pt x="396" y="1"/>
                    <a:pt x="244" y="62"/>
                    <a:pt x="153" y="153"/>
                  </a:cubicBezTo>
                  <a:lnTo>
                    <a:pt x="92" y="274"/>
                  </a:lnTo>
                  <a:cubicBezTo>
                    <a:pt x="31" y="335"/>
                    <a:pt x="31" y="426"/>
                    <a:pt x="1" y="517"/>
                  </a:cubicBezTo>
                  <a:lnTo>
                    <a:pt x="1" y="669"/>
                  </a:lnTo>
                  <a:cubicBezTo>
                    <a:pt x="1" y="761"/>
                    <a:pt x="31" y="821"/>
                    <a:pt x="62" y="882"/>
                  </a:cubicBezTo>
                  <a:cubicBezTo>
                    <a:pt x="62" y="943"/>
                    <a:pt x="122" y="1004"/>
                    <a:pt x="153" y="1065"/>
                  </a:cubicBezTo>
                  <a:cubicBezTo>
                    <a:pt x="214" y="1095"/>
                    <a:pt x="274" y="1125"/>
                    <a:pt x="335" y="1156"/>
                  </a:cubicBezTo>
                  <a:cubicBezTo>
                    <a:pt x="396" y="1186"/>
                    <a:pt x="457" y="1217"/>
                    <a:pt x="548" y="1217"/>
                  </a:cubicBezTo>
                  <a:cubicBezTo>
                    <a:pt x="670" y="1217"/>
                    <a:pt x="822" y="1156"/>
                    <a:pt x="913" y="1065"/>
                  </a:cubicBezTo>
                  <a:cubicBezTo>
                    <a:pt x="1004" y="943"/>
                    <a:pt x="1065" y="821"/>
                    <a:pt x="1065" y="669"/>
                  </a:cubicBezTo>
                  <a:lnTo>
                    <a:pt x="1034" y="517"/>
                  </a:lnTo>
                  <a:cubicBezTo>
                    <a:pt x="1034" y="396"/>
                    <a:pt x="1004" y="244"/>
                    <a:pt x="882" y="153"/>
                  </a:cubicBezTo>
                  <a:cubicBezTo>
                    <a:pt x="852" y="122"/>
                    <a:pt x="791" y="62"/>
                    <a:pt x="730" y="62"/>
                  </a:cubicBezTo>
                  <a:cubicBezTo>
                    <a:pt x="670" y="31"/>
                    <a:pt x="609" y="1"/>
                    <a:pt x="5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246500" y="4413725"/>
              <a:ext cx="13700" cy="10675"/>
            </a:xfrm>
            <a:custGeom>
              <a:avLst/>
              <a:gdLst/>
              <a:ahLst/>
              <a:cxnLst/>
              <a:rect l="l" t="t" r="r" b="b"/>
              <a:pathLst>
                <a:path w="548" h="427" extrusionOk="0">
                  <a:moveTo>
                    <a:pt x="274" y="1"/>
                  </a:moveTo>
                  <a:cubicBezTo>
                    <a:pt x="0" y="1"/>
                    <a:pt x="0" y="426"/>
                    <a:pt x="274" y="426"/>
                  </a:cubicBezTo>
                  <a:cubicBezTo>
                    <a:pt x="547" y="426"/>
                    <a:pt x="547" y="1"/>
                    <a:pt x="2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307275" y="4412975"/>
              <a:ext cx="19800" cy="20525"/>
            </a:xfrm>
            <a:custGeom>
              <a:avLst/>
              <a:gdLst/>
              <a:ahLst/>
              <a:cxnLst/>
              <a:rect l="l" t="t" r="r" b="b"/>
              <a:pathLst>
                <a:path w="792" h="821" extrusionOk="0">
                  <a:moveTo>
                    <a:pt x="396" y="0"/>
                  </a:moveTo>
                  <a:lnTo>
                    <a:pt x="335" y="31"/>
                  </a:lnTo>
                  <a:cubicBezTo>
                    <a:pt x="274" y="31"/>
                    <a:pt x="244" y="61"/>
                    <a:pt x="183" y="91"/>
                  </a:cubicBezTo>
                  <a:cubicBezTo>
                    <a:pt x="153" y="122"/>
                    <a:pt x="122" y="183"/>
                    <a:pt x="92" y="243"/>
                  </a:cubicBezTo>
                  <a:cubicBezTo>
                    <a:pt x="1" y="365"/>
                    <a:pt x="31" y="517"/>
                    <a:pt x="92" y="608"/>
                  </a:cubicBezTo>
                  <a:cubicBezTo>
                    <a:pt x="153" y="730"/>
                    <a:pt x="274" y="821"/>
                    <a:pt x="396" y="821"/>
                  </a:cubicBezTo>
                  <a:cubicBezTo>
                    <a:pt x="548" y="821"/>
                    <a:pt x="669" y="730"/>
                    <a:pt x="730" y="608"/>
                  </a:cubicBezTo>
                  <a:cubicBezTo>
                    <a:pt x="791" y="517"/>
                    <a:pt x="791" y="365"/>
                    <a:pt x="730" y="243"/>
                  </a:cubicBezTo>
                  <a:cubicBezTo>
                    <a:pt x="700" y="183"/>
                    <a:pt x="669" y="152"/>
                    <a:pt x="609" y="91"/>
                  </a:cubicBezTo>
                  <a:cubicBezTo>
                    <a:pt x="548" y="61"/>
                    <a:pt x="487" y="0"/>
                    <a:pt x="3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170500" y="4397775"/>
              <a:ext cx="20550" cy="15975"/>
            </a:xfrm>
            <a:custGeom>
              <a:avLst/>
              <a:gdLst/>
              <a:ahLst/>
              <a:cxnLst/>
              <a:rect l="l" t="t" r="r" b="b"/>
              <a:pathLst>
                <a:path w="822" h="639" extrusionOk="0">
                  <a:moveTo>
                    <a:pt x="396" y="0"/>
                  </a:moveTo>
                  <a:cubicBezTo>
                    <a:pt x="1" y="0"/>
                    <a:pt x="1" y="639"/>
                    <a:pt x="396" y="639"/>
                  </a:cubicBezTo>
                  <a:cubicBezTo>
                    <a:pt x="821" y="639"/>
                    <a:pt x="821" y="0"/>
                    <a:pt x="3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332350" y="4273625"/>
              <a:ext cx="21300" cy="18075"/>
            </a:xfrm>
            <a:custGeom>
              <a:avLst/>
              <a:gdLst/>
              <a:ahLst/>
              <a:cxnLst/>
              <a:rect l="l" t="t" r="r" b="b"/>
              <a:pathLst>
                <a:path w="852" h="723" extrusionOk="0">
                  <a:moveTo>
                    <a:pt x="491" y="0"/>
                  </a:moveTo>
                  <a:cubicBezTo>
                    <a:pt x="459" y="0"/>
                    <a:pt x="426" y="4"/>
                    <a:pt x="396" y="12"/>
                  </a:cubicBezTo>
                  <a:lnTo>
                    <a:pt x="305" y="12"/>
                  </a:lnTo>
                  <a:cubicBezTo>
                    <a:pt x="305" y="12"/>
                    <a:pt x="274" y="42"/>
                    <a:pt x="274" y="42"/>
                  </a:cubicBezTo>
                  <a:cubicBezTo>
                    <a:pt x="214" y="42"/>
                    <a:pt x="153" y="73"/>
                    <a:pt x="122" y="133"/>
                  </a:cubicBezTo>
                  <a:cubicBezTo>
                    <a:pt x="92" y="133"/>
                    <a:pt x="92" y="164"/>
                    <a:pt x="62" y="194"/>
                  </a:cubicBezTo>
                  <a:cubicBezTo>
                    <a:pt x="1" y="285"/>
                    <a:pt x="1" y="437"/>
                    <a:pt x="62" y="529"/>
                  </a:cubicBezTo>
                  <a:cubicBezTo>
                    <a:pt x="92" y="559"/>
                    <a:pt x="92" y="559"/>
                    <a:pt x="122" y="589"/>
                  </a:cubicBezTo>
                  <a:cubicBezTo>
                    <a:pt x="153" y="620"/>
                    <a:pt x="214" y="650"/>
                    <a:pt x="274" y="681"/>
                  </a:cubicBezTo>
                  <a:lnTo>
                    <a:pt x="305" y="681"/>
                  </a:lnTo>
                  <a:lnTo>
                    <a:pt x="396" y="711"/>
                  </a:lnTo>
                  <a:cubicBezTo>
                    <a:pt x="426" y="719"/>
                    <a:pt x="459" y="722"/>
                    <a:pt x="491" y="722"/>
                  </a:cubicBezTo>
                  <a:cubicBezTo>
                    <a:pt x="590" y="722"/>
                    <a:pt x="692" y="688"/>
                    <a:pt x="761" y="620"/>
                  </a:cubicBezTo>
                  <a:cubicBezTo>
                    <a:pt x="821" y="559"/>
                    <a:pt x="852" y="468"/>
                    <a:pt x="852" y="346"/>
                  </a:cubicBezTo>
                  <a:cubicBezTo>
                    <a:pt x="852" y="255"/>
                    <a:pt x="821" y="164"/>
                    <a:pt x="761" y="103"/>
                  </a:cubicBezTo>
                  <a:cubicBezTo>
                    <a:pt x="692" y="35"/>
                    <a:pt x="590" y="0"/>
                    <a:pt x="4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464575" y="4210850"/>
              <a:ext cx="15975" cy="15200"/>
            </a:xfrm>
            <a:custGeom>
              <a:avLst/>
              <a:gdLst/>
              <a:ahLst/>
              <a:cxnLst/>
              <a:rect l="l" t="t" r="r" b="b"/>
              <a:pathLst>
                <a:path w="639" h="608" extrusionOk="0">
                  <a:moveTo>
                    <a:pt x="433" y="52"/>
                  </a:moveTo>
                  <a:cubicBezTo>
                    <a:pt x="438" y="52"/>
                    <a:pt x="446" y="56"/>
                    <a:pt x="453" y="61"/>
                  </a:cubicBezTo>
                  <a:lnTo>
                    <a:pt x="426" y="61"/>
                  </a:lnTo>
                  <a:cubicBezTo>
                    <a:pt x="426" y="54"/>
                    <a:pt x="429" y="52"/>
                    <a:pt x="433" y="52"/>
                  </a:cubicBezTo>
                  <a:close/>
                  <a:moveTo>
                    <a:pt x="305" y="0"/>
                  </a:moveTo>
                  <a:cubicBezTo>
                    <a:pt x="274" y="0"/>
                    <a:pt x="213" y="0"/>
                    <a:pt x="183" y="61"/>
                  </a:cubicBezTo>
                  <a:cubicBezTo>
                    <a:pt x="61" y="122"/>
                    <a:pt x="1" y="274"/>
                    <a:pt x="31" y="395"/>
                  </a:cubicBezTo>
                  <a:cubicBezTo>
                    <a:pt x="61" y="517"/>
                    <a:pt x="183" y="608"/>
                    <a:pt x="305" y="608"/>
                  </a:cubicBezTo>
                  <a:cubicBezTo>
                    <a:pt x="426" y="608"/>
                    <a:pt x="548" y="547"/>
                    <a:pt x="578" y="426"/>
                  </a:cubicBezTo>
                  <a:cubicBezTo>
                    <a:pt x="639" y="304"/>
                    <a:pt x="578" y="152"/>
                    <a:pt x="457" y="61"/>
                  </a:cubicBezTo>
                  <a:cubicBezTo>
                    <a:pt x="426" y="30"/>
                    <a:pt x="365" y="0"/>
                    <a:pt x="3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466850" y="4112050"/>
              <a:ext cx="19800" cy="19775"/>
            </a:xfrm>
            <a:custGeom>
              <a:avLst/>
              <a:gdLst/>
              <a:ahLst/>
              <a:cxnLst/>
              <a:rect l="l" t="t" r="r" b="b"/>
              <a:pathLst>
                <a:path w="792" h="791" extrusionOk="0">
                  <a:moveTo>
                    <a:pt x="396" y="1"/>
                  </a:moveTo>
                  <a:cubicBezTo>
                    <a:pt x="335" y="1"/>
                    <a:pt x="274" y="31"/>
                    <a:pt x="214" y="92"/>
                  </a:cubicBezTo>
                  <a:cubicBezTo>
                    <a:pt x="153" y="122"/>
                    <a:pt x="122" y="183"/>
                    <a:pt x="92" y="244"/>
                  </a:cubicBezTo>
                  <a:cubicBezTo>
                    <a:pt x="31" y="365"/>
                    <a:pt x="1" y="517"/>
                    <a:pt x="92" y="609"/>
                  </a:cubicBezTo>
                  <a:cubicBezTo>
                    <a:pt x="153" y="730"/>
                    <a:pt x="274" y="791"/>
                    <a:pt x="396" y="791"/>
                  </a:cubicBezTo>
                  <a:cubicBezTo>
                    <a:pt x="548" y="791"/>
                    <a:pt x="670" y="730"/>
                    <a:pt x="730" y="609"/>
                  </a:cubicBezTo>
                  <a:cubicBezTo>
                    <a:pt x="791" y="517"/>
                    <a:pt x="791" y="365"/>
                    <a:pt x="730" y="244"/>
                  </a:cubicBezTo>
                  <a:cubicBezTo>
                    <a:pt x="700" y="183"/>
                    <a:pt x="670" y="122"/>
                    <a:pt x="609" y="92"/>
                  </a:cubicBezTo>
                  <a:cubicBezTo>
                    <a:pt x="548" y="31"/>
                    <a:pt x="487" y="1"/>
                    <a:pt x="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364275" y="4180450"/>
              <a:ext cx="6100" cy="9125"/>
            </a:xfrm>
            <a:custGeom>
              <a:avLst/>
              <a:gdLst/>
              <a:ahLst/>
              <a:cxnLst/>
              <a:rect l="l" t="t" r="r" b="b"/>
              <a:pathLst>
                <a:path w="244" h="365" extrusionOk="0">
                  <a:moveTo>
                    <a:pt x="122" y="0"/>
                  </a:moveTo>
                  <a:cubicBezTo>
                    <a:pt x="61" y="0"/>
                    <a:pt x="31" y="61"/>
                    <a:pt x="31" y="122"/>
                  </a:cubicBezTo>
                  <a:cubicBezTo>
                    <a:pt x="31" y="152"/>
                    <a:pt x="31" y="213"/>
                    <a:pt x="0" y="243"/>
                  </a:cubicBezTo>
                  <a:cubicBezTo>
                    <a:pt x="0" y="304"/>
                    <a:pt x="61" y="365"/>
                    <a:pt x="122" y="365"/>
                  </a:cubicBezTo>
                  <a:cubicBezTo>
                    <a:pt x="183" y="365"/>
                    <a:pt x="244" y="304"/>
                    <a:pt x="244" y="243"/>
                  </a:cubicBezTo>
                  <a:lnTo>
                    <a:pt x="244" y="122"/>
                  </a:lnTo>
                  <a:cubicBezTo>
                    <a:pt x="213" y="61"/>
                    <a:pt x="213" y="0"/>
                    <a:pt x="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332350" y="4094200"/>
              <a:ext cx="16000" cy="17875"/>
            </a:xfrm>
            <a:custGeom>
              <a:avLst/>
              <a:gdLst/>
              <a:ahLst/>
              <a:cxnLst/>
              <a:rect l="l" t="t" r="r" b="b"/>
              <a:pathLst>
                <a:path w="640" h="715" extrusionOk="0">
                  <a:moveTo>
                    <a:pt x="320" y="0"/>
                  </a:moveTo>
                  <a:cubicBezTo>
                    <a:pt x="229" y="0"/>
                    <a:pt x="138" y="46"/>
                    <a:pt x="92" y="137"/>
                  </a:cubicBezTo>
                  <a:cubicBezTo>
                    <a:pt x="62" y="198"/>
                    <a:pt x="31" y="259"/>
                    <a:pt x="31" y="350"/>
                  </a:cubicBezTo>
                  <a:cubicBezTo>
                    <a:pt x="1" y="441"/>
                    <a:pt x="1" y="563"/>
                    <a:pt x="92" y="623"/>
                  </a:cubicBezTo>
                  <a:cubicBezTo>
                    <a:pt x="153" y="684"/>
                    <a:pt x="214" y="715"/>
                    <a:pt x="305" y="715"/>
                  </a:cubicBezTo>
                  <a:cubicBezTo>
                    <a:pt x="396" y="715"/>
                    <a:pt x="487" y="684"/>
                    <a:pt x="518" y="623"/>
                  </a:cubicBezTo>
                  <a:cubicBezTo>
                    <a:pt x="609" y="563"/>
                    <a:pt x="639" y="441"/>
                    <a:pt x="609" y="350"/>
                  </a:cubicBezTo>
                  <a:cubicBezTo>
                    <a:pt x="609" y="259"/>
                    <a:pt x="578" y="198"/>
                    <a:pt x="548" y="137"/>
                  </a:cubicBezTo>
                  <a:cubicBezTo>
                    <a:pt x="502" y="46"/>
                    <a:pt x="411" y="0"/>
                    <a:pt x="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436475" y="4036825"/>
              <a:ext cx="18250" cy="16750"/>
            </a:xfrm>
            <a:custGeom>
              <a:avLst/>
              <a:gdLst/>
              <a:ahLst/>
              <a:cxnLst/>
              <a:rect l="l" t="t" r="r" b="b"/>
              <a:pathLst>
                <a:path w="730" h="670" extrusionOk="0">
                  <a:moveTo>
                    <a:pt x="395" y="0"/>
                  </a:moveTo>
                  <a:cubicBezTo>
                    <a:pt x="274" y="0"/>
                    <a:pt x="152" y="31"/>
                    <a:pt x="91" y="152"/>
                  </a:cubicBezTo>
                  <a:cubicBezTo>
                    <a:pt x="0" y="244"/>
                    <a:pt x="0" y="365"/>
                    <a:pt x="30" y="487"/>
                  </a:cubicBezTo>
                  <a:cubicBezTo>
                    <a:pt x="91" y="578"/>
                    <a:pt x="182" y="669"/>
                    <a:pt x="304" y="669"/>
                  </a:cubicBezTo>
                  <a:lnTo>
                    <a:pt x="486" y="669"/>
                  </a:lnTo>
                  <a:cubicBezTo>
                    <a:pt x="547" y="639"/>
                    <a:pt x="608" y="578"/>
                    <a:pt x="638" y="517"/>
                  </a:cubicBezTo>
                  <a:cubicBezTo>
                    <a:pt x="638" y="487"/>
                    <a:pt x="669" y="456"/>
                    <a:pt x="669" y="426"/>
                  </a:cubicBezTo>
                  <a:cubicBezTo>
                    <a:pt x="730" y="396"/>
                    <a:pt x="730" y="304"/>
                    <a:pt x="669" y="244"/>
                  </a:cubicBezTo>
                  <a:cubicBezTo>
                    <a:pt x="669" y="244"/>
                    <a:pt x="669" y="213"/>
                    <a:pt x="638" y="213"/>
                  </a:cubicBezTo>
                  <a:cubicBezTo>
                    <a:pt x="608" y="92"/>
                    <a:pt x="517" y="31"/>
                    <a:pt x="3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380225" y="4238200"/>
              <a:ext cx="20550" cy="15975"/>
            </a:xfrm>
            <a:custGeom>
              <a:avLst/>
              <a:gdLst/>
              <a:ahLst/>
              <a:cxnLst/>
              <a:rect l="l" t="t" r="r" b="b"/>
              <a:pathLst>
                <a:path w="822" h="639" extrusionOk="0">
                  <a:moveTo>
                    <a:pt x="396" y="0"/>
                  </a:moveTo>
                  <a:cubicBezTo>
                    <a:pt x="1" y="0"/>
                    <a:pt x="1" y="639"/>
                    <a:pt x="396" y="639"/>
                  </a:cubicBezTo>
                  <a:cubicBezTo>
                    <a:pt x="821" y="639"/>
                    <a:pt x="821" y="0"/>
                    <a:pt x="3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239650" y="4210850"/>
              <a:ext cx="19025" cy="15200"/>
            </a:xfrm>
            <a:custGeom>
              <a:avLst/>
              <a:gdLst/>
              <a:ahLst/>
              <a:cxnLst/>
              <a:rect l="l" t="t" r="r" b="b"/>
              <a:pathLst>
                <a:path w="761" h="608" extrusionOk="0">
                  <a:moveTo>
                    <a:pt x="365" y="0"/>
                  </a:moveTo>
                  <a:cubicBezTo>
                    <a:pt x="1" y="0"/>
                    <a:pt x="1" y="608"/>
                    <a:pt x="365" y="608"/>
                  </a:cubicBezTo>
                  <a:cubicBezTo>
                    <a:pt x="760" y="608"/>
                    <a:pt x="760" y="0"/>
                    <a:pt x="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238125" y="4104450"/>
              <a:ext cx="12200" cy="9900"/>
            </a:xfrm>
            <a:custGeom>
              <a:avLst/>
              <a:gdLst/>
              <a:ahLst/>
              <a:cxnLst/>
              <a:rect l="l" t="t" r="r" b="b"/>
              <a:pathLst>
                <a:path w="488" h="396" extrusionOk="0">
                  <a:moveTo>
                    <a:pt x="244" y="1"/>
                  </a:moveTo>
                  <a:cubicBezTo>
                    <a:pt x="1" y="1"/>
                    <a:pt x="1" y="396"/>
                    <a:pt x="244" y="396"/>
                  </a:cubicBezTo>
                  <a:cubicBezTo>
                    <a:pt x="487" y="396"/>
                    <a:pt x="487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130975" y="4248075"/>
              <a:ext cx="17525" cy="13700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335" y="0"/>
                  </a:moveTo>
                  <a:cubicBezTo>
                    <a:pt x="1" y="0"/>
                    <a:pt x="1" y="548"/>
                    <a:pt x="335" y="548"/>
                  </a:cubicBezTo>
                  <a:cubicBezTo>
                    <a:pt x="700" y="548"/>
                    <a:pt x="700" y="0"/>
                    <a:pt x="3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232800" y="4240475"/>
              <a:ext cx="13725" cy="10650"/>
            </a:xfrm>
            <a:custGeom>
              <a:avLst/>
              <a:gdLst/>
              <a:ahLst/>
              <a:cxnLst/>
              <a:rect l="l" t="t" r="r" b="b"/>
              <a:pathLst>
                <a:path w="549" h="426" extrusionOk="0">
                  <a:moveTo>
                    <a:pt x="275" y="0"/>
                  </a:moveTo>
                  <a:cubicBezTo>
                    <a:pt x="1" y="0"/>
                    <a:pt x="1" y="426"/>
                    <a:pt x="275" y="426"/>
                  </a:cubicBezTo>
                  <a:cubicBezTo>
                    <a:pt x="548" y="426"/>
                    <a:pt x="548" y="0"/>
                    <a:pt x="2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152275" y="4297475"/>
              <a:ext cx="19775" cy="15225"/>
            </a:xfrm>
            <a:custGeom>
              <a:avLst/>
              <a:gdLst/>
              <a:ahLst/>
              <a:cxnLst/>
              <a:rect l="l" t="t" r="r" b="b"/>
              <a:pathLst>
                <a:path w="791" h="609" extrusionOk="0">
                  <a:moveTo>
                    <a:pt x="395" y="0"/>
                  </a:moveTo>
                  <a:cubicBezTo>
                    <a:pt x="0" y="0"/>
                    <a:pt x="0" y="608"/>
                    <a:pt x="395" y="608"/>
                  </a:cubicBezTo>
                  <a:cubicBezTo>
                    <a:pt x="790" y="608"/>
                    <a:pt x="790" y="0"/>
                    <a:pt x="3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052725" y="4302775"/>
              <a:ext cx="19025" cy="14475"/>
            </a:xfrm>
            <a:custGeom>
              <a:avLst/>
              <a:gdLst/>
              <a:ahLst/>
              <a:cxnLst/>
              <a:rect l="l" t="t" r="r" b="b"/>
              <a:pathLst>
                <a:path w="761" h="579" extrusionOk="0">
                  <a:moveTo>
                    <a:pt x="365" y="1"/>
                  </a:moveTo>
                  <a:cubicBezTo>
                    <a:pt x="0" y="1"/>
                    <a:pt x="0" y="578"/>
                    <a:pt x="365" y="578"/>
                  </a:cubicBezTo>
                  <a:cubicBezTo>
                    <a:pt x="760" y="578"/>
                    <a:pt x="760" y="1"/>
                    <a:pt x="3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102100" y="4360975"/>
              <a:ext cx="18275" cy="16125"/>
            </a:xfrm>
            <a:custGeom>
              <a:avLst/>
              <a:gdLst/>
              <a:ahLst/>
              <a:cxnLst/>
              <a:rect l="l" t="t" r="r" b="b"/>
              <a:pathLst>
                <a:path w="731" h="645" extrusionOk="0">
                  <a:moveTo>
                    <a:pt x="425" y="1"/>
                  </a:moveTo>
                  <a:cubicBezTo>
                    <a:pt x="404" y="1"/>
                    <a:pt x="383" y="4"/>
                    <a:pt x="366" y="13"/>
                  </a:cubicBezTo>
                  <a:cubicBezTo>
                    <a:pt x="305" y="13"/>
                    <a:pt x="214" y="44"/>
                    <a:pt x="183" y="105"/>
                  </a:cubicBezTo>
                  <a:lnTo>
                    <a:pt x="122" y="165"/>
                  </a:lnTo>
                  <a:cubicBezTo>
                    <a:pt x="1" y="226"/>
                    <a:pt x="1" y="408"/>
                    <a:pt x="122" y="500"/>
                  </a:cubicBezTo>
                  <a:cubicBezTo>
                    <a:pt x="153" y="500"/>
                    <a:pt x="153" y="500"/>
                    <a:pt x="183" y="530"/>
                  </a:cubicBezTo>
                  <a:lnTo>
                    <a:pt x="122" y="500"/>
                  </a:lnTo>
                  <a:lnTo>
                    <a:pt x="183" y="560"/>
                  </a:lnTo>
                  <a:lnTo>
                    <a:pt x="244" y="591"/>
                  </a:lnTo>
                  <a:lnTo>
                    <a:pt x="335" y="621"/>
                  </a:lnTo>
                  <a:cubicBezTo>
                    <a:pt x="366" y="636"/>
                    <a:pt x="396" y="644"/>
                    <a:pt x="426" y="644"/>
                  </a:cubicBezTo>
                  <a:cubicBezTo>
                    <a:pt x="457" y="644"/>
                    <a:pt x="487" y="636"/>
                    <a:pt x="518" y="621"/>
                  </a:cubicBezTo>
                  <a:cubicBezTo>
                    <a:pt x="639" y="560"/>
                    <a:pt x="730" y="439"/>
                    <a:pt x="730" y="317"/>
                  </a:cubicBezTo>
                  <a:cubicBezTo>
                    <a:pt x="730" y="226"/>
                    <a:pt x="670" y="105"/>
                    <a:pt x="578" y="44"/>
                  </a:cubicBezTo>
                  <a:cubicBezTo>
                    <a:pt x="535" y="22"/>
                    <a:pt x="477" y="1"/>
                    <a:pt x="4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041325" y="4397900"/>
              <a:ext cx="16725" cy="15300"/>
            </a:xfrm>
            <a:custGeom>
              <a:avLst/>
              <a:gdLst/>
              <a:ahLst/>
              <a:cxnLst/>
              <a:rect l="l" t="t" r="r" b="b"/>
              <a:pathLst>
                <a:path w="669" h="612" extrusionOk="0">
                  <a:moveTo>
                    <a:pt x="279" y="1"/>
                  </a:moveTo>
                  <a:cubicBezTo>
                    <a:pt x="205" y="1"/>
                    <a:pt x="126" y="44"/>
                    <a:pt x="61" y="87"/>
                  </a:cubicBezTo>
                  <a:cubicBezTo>
                    <a:pt x="31" y="147"/>
                    <a:pt x="0" y="208"/>
                    <a:pt x="0" y="299"/>
                  </a:cubicBezTo>
                  <a:cubicBezTo>
                    <a:pt x="0" y="390"/>
                    <a:pt x="31" y="451"/>
                    <a:pt x="61" y="512"/>
                  </a:cubicBezTo>
                  <a:cubicBezTo>
                    <a:pt x="136" y="562"/>
                    <a:pt x="230" y="611"/>
                    <a:pt x="312" y="611"/>
                  </a:cubicBezTo>
                  <a:cubicBezTo>
                    <a:pt x="331" y="611"/>
                    <a:pt x="348" y="609"/>
                    <a:pt x="365" y="603"/>
                  </a:cubicBezTo>
                  <a:lnTo>
                    <a:pt x="487" y="542"/>
                  </a:lnTo>
                  <a:cubicBezTo>
                    <a:pt x="547" y="512"/>
                    <a:pt x="578" y="512"/>
                    <a:pt x="608" y="451"/>
                  </a:cubicBezTo>
                  <a:cubicBezTo>
                    <a:pt x="639" y="421"/>
                    <a:pt x="669" y="360"/>
                    <a:pt x="669" y="299"/>
                  </a:cubicBezTo>
                  <a:cubicBezTo>
                    <a:pt x="669" y="269"/>
                    <a:pt x="669" y="208"/>
                    <a:pt x="639" y="178"/>
                  </a:cubicBezTo>
                  <a:cubicBezTo>
                    <a:pt x="608" y="117"/>
                    <a:pt x="547" y="87"/>
                    <a:pt x="487" y="56"/>
                  </a:cubicBezTo>
                  <a:lnTo>
                    <a:pt x="365" y="26"/>
                  </a:lnTo>
                  <a:cubicBezTo>
                    <a:pt x="338" y="8"/>
                    <a:pt x="309" y="1"/>
                    <a:pt x="2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077025" y="4421325"/>
              <a:ext cx="6125" cy="4575"/>
            </a:xfrm>
            <a:custGeom>
              <a:avLst/>
              <a:gdLst/>
              <a:ahLst/>
              <a:cxnLst/>
              <a:rect l="l" t="t" r="r" b="b"/>
              <a:pathLst>
                <a:path w="245" h="183" extrusionOk="0">
                  <a:moveTo>
                    <a:pt x="122" y="1"/>
                  </a:moveTo>
                  <a:cubicBezTo>
                    <a:pt x="1" y="1"/>
                    <a:pt x="1" y="183"/>
                    <a:pt x="122" y="183"/>
                  </a:cubicBezTo>
                  <a:cubicBezTo>
                    <a:pt x="244" y="183"/>
                    <a:pt x="244" y="1"/>
                    <a:pt x="1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198625" y="4435000"/>
              <a:ext cx="18250" cy="13700"/>
            </a:xfrm>
            <a:custGeom>
              <a:avLst/>
              <a:gdLst/>
              <a:ahLst/>
              <a:cxnLst/>
              <a:rect l="l" t="t" r="r" b="b"/>
              <a:pathLst>
                <a:path w="730" h="548" extrusionOk="0">
                  <a:moveTo>
                    <a:pt x="365" y="1"/>
                  </a:moveTo>
                  <a:cubicBezTo>
                    <a:pt x="0" y="1"/>
                    <a:pt x="0" y="548"/>
                    <a:pt x="365" y="548"/>
                  </a:cubicBezTo>
                  <a:cubicBezTo>
                    <a:pt x="730" y="548"/>
                    <a:pt x="730" y="1"/>
                    <a:pt x="3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455450" y="4427400"/>
              <a:ext cx="15225" cy="11425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9" y="457"/>
                    <a:pt x="609" y="1"/>
                    <a:pt x="3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594525" y="4429675"/>
              <a:ext cx="20550" cy="16000"/>
            </a:xfrm>
            <a:custGeom>
              <a:avLst/>
              <a:gdLst/>
              <a:ahLst/>
              <a:cxnLst/>
              <a:rect l="l" t="t" r="r" b="b"/>
              <a:pathLst>
                <a:path w="822" h="640" extrusionOk="0">
                  <a:moveTo>
                    <a:pt x="395" y="1"/>
                  </a:moveTo>
                  <a:cubicBezTo>
                    <a:pt x="0" y="1"/>
                    <a:pt x="0" y="639"/>
                    <a:pt x="395" y="639"/>
                  </a:cubicBezTo>
                  <a:cubicBezTo>
                    <a:pt x="821" y="639"/>
                    <a:pt x="821" y="1"/>
                    <a:pt x="3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768525" y="4433475"/>
              <a:ext cx="21325" cy="17725"/>
            </a:xfrm>
            <a:custGeom>
              <a:avLst/>
              <a:gdLst/>
              <a:ahLst/>
              <a:cxnLst/>
              <a:rect l="l" t="t" r="r" b="b"/>
              <a:pathLst>
                <a:path w="853" h="709" extrusionOk="0">
                  <a:moveTo>
                    <a:pt x="366" y="1"/>
                  </a:moveTo>
                  <a:cubicBezTo>
                    <a:pt x="275" y="1"/>
                    <a:pt x="183" y="31"/>
                    <a:pt x="123" y="92"/>
                  </a:cubicBezTo>
                  <a:cubicBezTo>
                    <a:pt x="62" y="153"/>
                    <a:pt x="1" y="274"/>
                    <a:pt x="1" y="366"/>
                  </a:cubicBezTo>
                  <a:cubicBezTo>
                    <a:pt x="31" y="457"/>
                    <a:pt x="62" y="548"/>
                    <a:pt x="123" y="609"/>
                  </a:cubicBezTo>
                  <a:cubicBezTo>
                    <a:pt x="172" y="658"/>
                    <a:pt x="242" y="708"/>
                    <a:pt x="316" y="708"/>
                  </a:cubicBezTo>
                  <a:cubicBezTo>
                    <a:pt x="332" y="708"/>
                    <a:pt x="349" y="706"/>
                    <a:pt x="366" y="700"/>
                  </a:cubicBezTo>
                  <a:lnTo>
                    <a:pt x="487" y="700"/>
                  </a:lnTo>
                  <a:cubicBezTo>
                    <a:pt x="609" y="700"/>
                    <a:pt x="670" y="670"/>
                    <a:pt x="761" y="609"/>
                  </a:cubicBezTo>
                  <a:cubicBezTo>
                    <a:pt x="822" y="548"/>
                    <a:pt x="852" y="426"/>
                    <a:pt x="852" y="335"/>
                  </a:cubicBezTo>
                  <a:cubicBezTo>
                    <a:pt x="852" y="274"/>
                    <a:pt x="822" y="153"/>
                    <a:pt x="761" y="92"/>
                  </a:cubicBezTo>
                  <a:cubicBezTo>
                    <a:pt x="670" y="31"/>
                    <a:pt x="609" y="1"/>
                    <a:pt x="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961550" y="4438425"/>
              <a:ext cx="18250" cy="15975"/>
            </a:xfrm>
            <a:custGeom>
              <a:avLst/>
              <a:gdLst/>
              <a:ahLst/>
              <a:cxnLst/>
              <a:rect l="l" t="t" r="r" b="b"/>
              <a:pathLst>
                <a:path w="730" h="639" extrusionOk="0">
                  <a:moveTo>
                    <a:pt x="308" y="1"/>
                  </a:moveTo>
                  <a:cubicBezTo>
                    <a:pt x="251" y="1"/>
                    <a:pt x="198" y="16"/>
                    <a:pt x="152" y="46"/>
                  </a:cubicBezTo>
                  <a:cubicBezTo>
                    <a:pt x="61" y="107"/>
                    <a:pt x="0" y="228"/>
                    <a:pt x="0" y="320"/>
                  </a:cubicBezTo>
                  <a:cubicBezTo>
                    <a:pt x="0" y="441"/>
                    <a:pt x="61" y="563"/>
                    <a:pt x="152" y="593"/>
                  </a:cubicBezTo>
                  <a:cubicBezTo>
                    <a:pt x="198" y="624"/>
                    <a:pt x="251" y="639"/>
                    <a:pt x="308" y="639"/>
                  </a:cubicBezTo>
                  <a:cubicBezTo>
                    <a:pt x="365" y="639"/>
                    <a:pt x="426" y="624"/>
                    <a:pt x="487" y="593"/>
                  </a:cubicBezTo>
                  <a:cubicBezTo>
                    <a:pt x="487" y="593"/>
                    <a:pt x="517" y="593"/>
                    <a:pt x="548" y="563"/>
                  </a:cubicBezTo>
                  <a:cubicBezTo>
                    <a:pt x="730" y="472"/>
                    <a:pt x="730" y="198"/>
                    <a:pt x="548" y="76"/>
                  </a:cubicBezTo>
                  <a:cubicBezTo>
                    <a:pt x="517" y="76"/>
                    <a:pt x="487" y="76"/>
                    <a:pt x="487" y="46"/>
                  </a:cubicBezTo>
                  <a:cubicBezTo>
                    <a:pt x="426" y="16"/>
                    <a:pt x="365" y="1"/>
                    <a:pt x="3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988900" y="4250350"/>
              <a:ext cx="25100" cy="19025"/>
            </a:xfrm>
            <a:custGeom>
              <a:avLst/>
              <a:gdLst/>
              <a:ahLst/>
              <a:cxnLst/>
              <a:rect l="l" t="t" r="r" b="b"/>
              <a:pathLst>
                <a:path w="1004" h="761" extrusionOk="0">
                  <a:moveTo>
                    <a:pt x="487" y="1"/>
                  </a:moveTo>
                  <a:cubicBezTo>
                    <a:pt x="1" y="1"/>
                    <a:pt x="1" y="760"/>
                    <a:pt x="487" y="760"/>
                  </a:cubicBezTo>
                  <a:cubicBezTo>
                    <a:pt x="1004" y="760"/>
                    <a:pt x="1004" y="1"/>
                    <a:pt x="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912150" y="4195650"/>
              <a:ext cx="23575" cy="18250"/>
            </a:xfrm>
            <a:custGeom>
              <a:avLst/>
              <a:gdLst/>
              <a:ahLst/>
              <a:cxnLst/>
              <a:rect l="l" t="t" r="r" b="b"/>
              <a:pathLst>
                <a:path w="943" h="730" extrusionOk="0">
                  <a:moveTo>
                    <a:pt x="457" y="0"/>
                  </a:moveTo>
                  <a:cubicBezTo>
                    <a:pt x="1" y="0"/>
                    <a:pt x="1" y="730"/>
                    <a:pt x="457" y="730"/>
                  </a:cubicBezTo>
                  <a:cubicBezTo>
                    <a:pt x="943" y="730"/>
                    <a:pt x="943" y="0"/>
                    <a:pt x="4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995750" y="4183475"/>
              <a:ext cx="19775" cy="15225"/>
            </a:xfrm>
            <a:custGeom>
              <a:avLst/>
              <a:gdLst/>
              <a:ahLst/>
              <a:cxnLst/>
              <a:rect l="l" t="t" r="r" b="b"/>
              <a:pathLst>
                <a:path w="791" h="609" extrusionOk="0">
                  <a:moveTo>
                    <a:pt x="395" y="1"/>
                  </a:moveTo>
                  <a:cubicBezTo>
                    <a:pt x="0" y="1"/>
                    <a:pt x="0" y="609"/>
                    <a:pt x="395" y="609"/>
                  </a:cubicBezTo>
                  <a:cubicBezTo>
                    <a:pt x="791" y="609"/>
                    <a:pt x="791" y="1"/>
                    <a:pt x="3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900000" y="4133325"/>
              <a:ext cx="19775" cy="15225"/>
            </a:xfrm>
            <a:custGeom>
              <a:avLst/>
              <a:gdLst/>
              <a:ahLst/>
              <a:cxnLst/>
              <a:rect l="l" t="t" r="r" b="b"/>
              <a:pathLst>
                <a:path w="791" h="609" extrusionOk="0">
                  <a:moveTo>
                    <a:pt x="396" y="1"/>
                  </a:moveTo>
                  <a:cubicBezTo>
                    <a:pt x="0" y="1"/>
                    <a:pt x="0" y="609"/>
                    <a:pt x="396" y="609"/>
                  </a:cubicBezTo>
                  <a:cubicBezTo>
                    <a:pt x="791" y="609"/>
                    <a:pt x="791" y="1"/>
                    <a:pt x="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792100" y="4112800"/>
              <a:ext cx="25850" cy="20550"/>
            </a:xfrm>
            <a:custGeom>
              <a:avLst/>
              <a:gdLst/>
              <a:ahLst/>
              <a:cxnLst/>
              <a:rect l="l" t="t" r="r" b="b"/>
              <a:pathLst>
                <a:path w="1034" h="822" extrusionOk="0">
                  <a:moveTo>
                    <a:pt x="517" y="1"/>
                  </a:moveTo>
                  <a:cubicBezTo>
                    <a:pt x="0" y="1"/>
                    <a:pt x="0" y="822"/>
                    <a:pt x="517" y="822"/>
                  </a:cubicBezTo>
                  <a:cubicBezTo>
                    <a:pt x="1034" y="822"/>
                    <a:pt x="1034" y="1"/>
                    <a:pt x="5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659100" y="4109150"/>
              <a:ext cx="20550" cy="18325"/>
            </a:xfrm>
            <a:custGeom>
              <a:avLst/>
              <a:gdLst/>
              <a:ahLst/>
              <a:cxnLst/>
              <a:rect l="l" t="t" r="r" b="b"/>
              <a:pathLst>
                <a:path w="822" h="733" extrusionOk="0">
                  <a:moveTo>
                    <a:pt x="373" y="1"/>
                  </a:moveTo>
                  <a:cubicBezTo>
                    <a:pt x="189" y="1"/>
                    <a:pt x="1" y="155"/>
                    <a:pt x="1" y="360"/>
                  </a:cubicBezTo>
                  <a:cubicBezTo>
                    <a:pt x="1" y="574"/>
                    <a:pt x="206" y="733"/>
                    <a:pt x="398" y="733"/>
                  </a:cubicBezTo>
                  <a:cubicBezTo>
                    <a:pt x="450" y="733"/>
                    <a:pt x="502" y="720"/>
                    <a:pt x="548" y="694"/>
                  </a:cubicBezTo>
                  <a:lnTo>
                    <a:pt x="639" y="633"/>
                  </a:lnTo>
                  <a:cubicBezTo>
                    <a:pt x="730" y="573"/>
                    <a:pt x="822" y="481"/>
                    <a:pt x="822" y="360"/>
                  </a:cubicBezTo>
                  <a:cubicBezTo>
                    <a:pt x="822" y="238"/>
                    <a:pt x="730" y="147"/>
                    <a:pt x="639" y="117"/>
                  </a:cubicBezTo>
                  <a:lnTo>
                    <a:pt x="548" y="56"/>
                  </a:lnTo>
                  <a:cubicBezTo>
                    <a:pt x="495" y="18"/>
                    <a:pt x="434" y="1"/>
                    <a:pt x="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631000" y="4060375"/>
              <a:ext cx="20550" cy="15975"/>
            </a:xfrm>
            <a:custGeom>
              <a:avLst/>
              <a:gdLst/>
              <a:ahLst/>
              <a:cxnLst/>
              <a:rect l="l" t="t" r="r" b="b"/>
              <a:pathLst>
                <a:path w="822" h="639" extrusionOk="0">
                  <a:moveTo>
                    <a:pt x="395" y="1"/>
                  </a:moveTo>
                  <a:cubicBezTo>
                    <a:pt x="0" y="1"/>
                    <a:pt x="0" y="639"/>
                    <a:pt x="395" y="639"/>
                  </a:cubicBezTo>
                  <a:cubicBezTo>
                    <a:pt x="821" y="639"/>
                    <a:pt x="821" y="1"/>
                    <a:pt x="3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527650" y="4117375"/>
              <a:ext cx="25850" cy="19775"/>
            </a:xfrm>
            <a:custGeom>
              <a:avLst/>
              <a:gdLst/>
              <a:ahLst/>
              <a:cxnLst/>
              <a:rect l="l" t="t" r="r" b="b"/>
              <a:pathLst>
                <a:path w="1034" h="791" extrusionOk="0">
                  <a:moveTo>
                    <a:pt x="517" y="0"/>
                  </a:moveTo>
                  <a:cubicBezTo>
                    <a:pt x="1" y="0"/>
                    <a:pt x="1" y="791"/>
                    <a:pt x="517" y="791"/>
                  </a:cubicBezTo>
                  <a:cubicBezTo>
                    <a:pt x="1034" y="791"/>
                    <a:pt x="1034" y="0"/>
                    <a:pt x="5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508650" y="4223750"/>
              <a:ext cx="9900" cy="8400"/>
            </a:xfrm>
            <a:custGeom>
              <a:avLst/>
              <a:gdLst/>
              <a:ahLst/>
              <a:cxnLst/>
              <a:rect l="l" t="t" r="r" b="b"/>
              <a:pathLst>
                <a:path w="396" h="336" extrusionOk="0">
                  <a:moveTo>
                    <a:pt x="183" y="1"/>
                  </a:moveTo>
                  <a:cubicBezTo>
                    <a:pt x="1" y="1"/>
                    <a:pt x="1" y="335"/>
                    <a:pt x="183" y="335"/>
                  </a:cubicBezTo>
                  <a:cubicBezTo>
                    <a:pt x="396" y="335"/>
                    <a:pt x="396" y="1"/>
                    <a:pt x="1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590725" y="4143200"/>
              <a:ext cx="18250" cy="14475"/>
            </a:xfrm>
            <a:custGeom>
              <a:avLst/>
              <a:gdLst/>
              <a:ahLst/>
              <a:cxnLst/>
              <a:rect l="l" t="t" r="r" b="b"/>
              <a:pathLst>
                <a:path w="730" h="579" extrusionOk="0">
                  <a:moveTo>
                    <a:pt x="365" y="1"/>
                  </a:moveTo>
                  <a:cubicBezTo>
                    <a:pt x="0" y="1"/>
                    <a:pt x="0" y="578"/>
                    <a:pt x="365" y="578"/>
                  </a:cubicBezTo>
                  <a:cubicBezTo>
                    <a:pt x="730" y="578"/>
                    <a:pt x="730" y="1"/>
                    <a:pt x="3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551200" y="4055825"/>
              <a:ext cx="19025" cy="15225"/>
            </a:xfrm>
            <a:custGeom>
              <a:avLst/>
              <a:gdLst/>
              <a:ahLst/>
              <a:cxnLst/>
              <a:rect l="l" t="t" r="r" b="b"/>
              <a:pathLst>
                <a:path w="761" h="609" extrusionOk="0">
                  <a:moveTo>
                    <a:pt x="244" y="0"/>
                  </a:moveTo>
                  <a:cubicBezTo>
                    <a:pt x="183" y="31"/>
                    <a:pt x="122" y="61"/>
                    <a:pt x="92" y="92"/>
                  </a:cubicBezTo>
                  <a:cubicBezTo>
                    <a:pt x="31" y="152"/>
                    <a:pt x="1" y="213"/>
                    <a:pt x="1" y="304"/>
                  </a:cubicBezTo>
                  <a:cubicBezTo>
                    <a:pt x="1" y="395"/>
                    <a:pt x="31" y="456"/>
                    <a:pt x="92" y="517"/>
                  </a:cubicBezTo>
                  <a:cubicBezTo>
                    <a:pt x="122" y="578"/>
                    <a:pt x="183" y="578"/>
                    <a:pt x="244" y="608"/>
                  </a:cubicBezTo>
                  <a:lnTo>
                    <a:pt x="396" y="608"/>
                  </a:lnTo>
                  <a:lnTo>
                    <a:pt x="548" y="578"/>
                  </a:lnTo>
                  <a:lnTo>
                    <a:pt x="639" y="547"/>
                  </a:lnTo>
                  <a:cubicBezTo>
                    <a:pt x="669" y="547"/>
                    <a:pt x="700" y="517"/>
                    <a:pt x="700" y="487"/>
                  </a:cubicBezTo>
                  <a:cubicBezTo>
                    <a:pt x="730" y="426"/>
                    <a:pt x="761" y="365"/>
                    <a:pt x="761" y="304"/>
                  </a:cubicBezTo>
                  <a:cubicBezTo>
                    <a:pt x="761" y="274"/>
                    <a:pt x="761" y="213"/>
                    <a:pt x="730" y="152"/>
                  </a:cubicBezTo>
                  <a:cubicBezTo>
                    <a:pt x="700" y="122"/>
                    <a:pt x="609" y="31"/>
                    <a:pt x="548" y="31"/>
                  </a:cubicBezTo>
                  <a:lnTo>
                    <a:pt x="39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744225" y="3967675"/>
              <a:ext cx="12950" cy="9900"/>
            </a:xfrm>
            <a:custGeom>
              <a:avLst/>
              <a:gdLst/>
              <a:ahLst/>
              <a:cxnLst/>
              <a:rect l="l" t="t" r="r" b="b"/>
              <a:pathLst>
                <a:path w="518" h="396" extrusionOk="0">
                  <a:moveTo>
                    <a:pt x="243" y="0"/>
                  </a:moveTo>
                  <a:cubicBezTo>
                    <a:pt x="0" y="0"/>
                    <a:pt x="0" y="396"/>
                    <a:pt x="243" y="396"/>
                  </a:cubicBezTo>
                  <a:cubicBezTo>
                    <a:pt x="517" y="396"/>
                    <a:pt x="517" y="0"/>
                    <a:pt x="2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864275" y="4079375"/>
              <a:ext cx="18275" cy="14475"/>
            </a:xfrm>
            <a:custGeom>
              <a:avLst/>
              <a:gdLst/>
              <a:ahLst/>
              <a:cxnLst/>
              <a:rect l="l" t="t" r="r" b="b"/>
              <a:pathLst>
                <a:path w="731" h="579" extrusionOk="0">
                  <a:moveTo>
                    <a:pt x="366" y="1"/>
                  </a:moveTo>
                  <a:cubicBezTo>
                    <a:pt x="1" y="1"/>
                    <a:pt x="1" y="578"/>
                    <a:pt x="366" y="578"/>
                  </a:cubicBezTo>
                  <a:cubicBezTo>
                    <a:pt x="730" y="578"/>
                    <a:pt x="730" y="1"/>
                    <a:pt x="3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" name="Google Shape;176;p2"/>
          <p:cNvSpPr/>
          <p:nvPr/>
        </p:nvSpPr>
        <p:spPr>
          <a:xfrm flipH="1">
            <a:off x="1797849" y="4339371"/>
            <a:ext cx="923701" cy="953435"/>
          </a:xfrm>
          <a:custGeom>
            <a:avLst/>
            <a:gdLst/>
            <a:ahLst/>
            <a:cxnLst/>
            <a:rect l="l" t="t" r="r" b="b"/>
            <a:pathLst>
              <a:path w="46628" h="48129" extrusionOk="0">
                <a:moveTo>
                  <a:pt x="26272" y="1"/>
                </a:moveTo>
                <a:cubicBezTo>
                  <a:pt x="19508" y="1"/>
                  <a:pt x="12739" y="1936"/>
                  <a:pt x="7053" y="5590"/>
                </a:cubicBezTo>
                <a:cubicBezTo>
                  <a:pt x="1642" y="9085"/>
                  <a:pt x="4043" y="10423"/>
                  <a:pt x="3527" y="15772"/>
                </a:cubicBezTo>
                <a:cubicBezTo>
                  <a:pt x="3131" y="19997"/>
                  <a:pt x="1" y="25347"/>
                  <a:pt x="3101" y="29238"/>
                </a:cubicBezTo>
                <a:lnTo>
                  <a:pt x="3131" y="29238"/>
                </a:lnTo>
                <a:cubicBezTo>
                  <a:pt x="4317" y="30727"/>
                  <a:pt x="6262" y="31517"/>
                  <a:pt x="7205" y="33189"/>
                </a:cubicBezTo>
                <a:cubicBezTo>
                  <a:pt x="7843" y="34344"/>
                  <a:pt x="7904" y="35712"/>
                  <a:pt x="8086" y="37019"/>
                </a:cubicBezTo>
                <a:cubicBezTo>
                  <a:pt x="8542" y="40119"/>
                  <a:pt x="9788" y="43189"/>
                  <a:pt x="12068" y="45347"/>
                </a:cubicBezTo>
                <a:cubicBezTo>
                  <a:pt x="13805" y="46992"/>
                  <a:pt x="16179" y="48037"/>
                  <a:pt x="18542" y="48037"/>
                </a:cubicBezTo>
                <a:cubicBezTo>
                  <a:pt x="19279" y="48037"/>
                  <a:pt x="20015" y="47935"/>
                  <a:pt x="20731" y="47718"/>
                </a:cubicBezTo>
                <a:cubicBezTo>
                  <a:pt x="23567" y="46850"/>
                  <a:pt x="25990" y="44355"/>
                  <a:pt x="28892" y="44355"/>
                </a:cubicBezTo>
                <a:cubicBezTo>
                  <a:pt x="29038" y="44355"/>
                  <a:pt x="29185" y="44362"/>
                  <a:pt x="29333" y="44375"/>
                </a:cubicBezTo>
                <a:cubicBezTo>
                  <a:pt x="32403" y="44679"/>
                  <a:pt x="34591" y="47840"/>
                  <a:pt x="37661" y="48113"/>
                </a:cubicBezTo>
                <a:cubicBezTo>
                  <a:pt x="37787" y="48124"/>
                  <a:pt x="37912" y="48129"/>
                  <a:pt x="38037" y="48129"/>
                </a:cubicBezTo>
                <a:cubicBezTo>
                  <a:pt x="40115" y="48129"/>
                  <a:pt x="42044" y="46730"/>
                  <a:pt x="43163" y="44952"/>
                </a:cubicBezTo>
                <a:cubicBezTo>
                  <a:pt x="44348" y="43098"/>
                  <a:pt x="44804" y="40849"/>
                  <a:pt x="45138" y="38660"/>
                </a:cubicBezTo>
                <a:cubicBezTo>
                  <a:pt x="46324" y="31001"/>
                  <a:pt x="46628" y="23189"/>
                  <a:pt x="46050" y="15468"/>
                </a:cubicBezTo>
                <a:cubicBezTo>
                  <a:pt x="45777" y="11821"/>
                  <a:pt x="45199" y="7930"/>
                  <a:pt x="42737" y="5195"/>
                </a:cubicBezTo>
                <a:cubicBezTo>
                  <a:pt x="40974" y="3219"/>
                  <a:pt x="38421" y="2125"/>
                  <a:pt x="35898" y="1365"/>
                </a:cubicBezTo>
                <a:cubicBezTo>
                  <a:pt x="32771" y="447"/>
                  <a:pt x="29522" y="1"/>
                  <a:pt x="2627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"/>
          <p:cNvSpPr/>
          <p:nvPr/>
        </p:nvSpPr>
        <p:spPr>
          <a:xfrm rot="3982125" flipH="1">
            <a:off x="6443355" y="4317289"/>
            <a:ext cx="975491" cy="1320889"/>
          </a:xfrm>
          <a:custGeom>
            <a:avLst/>
            <a:gdLst/>
            <a:ahLst/>
            <a:cxnLst/>
            <a:rect l="l" t="t" r="r" b="b"/>
            <a:pathLst>
              <a:path w="31739" h="42977" extrusionOk="0">
                <a:moveTo>
                  <a:pt x="2341" y="25"/>
                </a:moveTo>
                <a:cubicBezTo>
                  <a:pt x="1031" y="25"/>
                  <a:pt x="1" y="1830"/>
                  <a:pt x="826" y="2949"/>
                </a:cubicBezTo>
                <a:cubicBezTo>
                  <a:pt x="1950" y="4469"/>
                  <a:pt x="2771" y="5380"/>
                  <a:pt x="4686" y="6019"/>
                </a:cubicBezTo>
                <a:cubicBezTo>
                  <a:pt x="6115" y="6475"/>
                  <a:pt x="7725" y="6687"/>
                  <a:pt x="9245" y="6748"/>
                </a:cubicBezTo>
                <a:cubicBezTo>
                  <a:pt x="9368" y="6753"/>
                  <a:pt x="9492" y="6755"/>
                  <a:pt x="9617" y="6755"/>
                </a:cubicBezTo>
                <a:cubicBezTo>
                  <a:pt x="11270" y="6755"/>
                  <a:pt x="13089" y="6354"/>
                  <a:pt x="14830" y="6354"/>
                </a:cubicBezTo>
                <a:cubicBezTo>
                  <a:pt x="16208" y="6354"/>
                  <a:pt x="17538" y="6606"/>
                  <a:pt x="18698" y="7508"/>
                </a:cubicBezTo>
                <a:cubicBezTo>
                  <a:pt x="19701" y="8298"/>
                  <a:pt x="20340" y="9545"/>
                  <a:pt x="21282" y="10426"/>
                </a:cubicBezTo>
                <a:cubicBezTo>
                  <a:pt x="22376" y="11429"/>
                  <a:pt x="23835" y="11429"/>
                  <a:pt x="24960" y="12371"/>
                </a:cubicBezTo>
                <a:cubicBezTo>
                  <a:pt x="27452" y="14408"/>
                  <a:pt x="27665" y="18359"/>
                  <a:pt x="27726" y="21308"/>
                </a:cubicBezTo>
                <a:cubicBezTo>
                  <a:pt x="27817" y="24773"/>
                  <a:pt x="25963" y="27053"/>
                  <a:pt x="24777" y="30092"/>
                </a:cubicBezTo>
                <a:cubicBezTo>
                  <a:pt x="24170" y="31673"/>
                  <a:pt x="24078" y="33162"/>
                  <a:pt x="22741" y="34347"/>
                </a:cubicBezTo>
                <a:cubicBezTo>
                  <a:pt x="21677" y="35259"/>
                  <a:pt x="20340" y="35989"/>
                  <a:pt x="19063" y="36536"/>
                </a:cubicBezTo>
                <a:cubicBezTo>
                  <a:pt x="17665" y="37113"/>
                  <a:pt x="16206" y="37569"/>
                  <a:pt x="14777" y="38086"/>
                </a:cubicBezTo>
                <a:cubicBezTo>
                  <a:pt x="13258" y="38633"/>
                  <a:pt x="11616" y="39332"/>
                  <a:pt x="10005" y="39424"/>
                </a:cubicBezTo>
                <a:cubicBezTo>
                  <a:pt x="7786" y="39575"/>
                  <a:pt x="5689" y="39940"/>
                  <a:pt x="4382" y="41946"/>
                </a:cubicBezTo>
                <a:cubicBezTo>
                  <a:pt x="4060" y="42453"/>
                  <a:pt x="4539" y="42977"/>
                  <a:pt x="5029" y="42977"/>
                </a:cubicBezTo>
                <a:cubicBezTo>
                  <a:pt x="5186" y="42977"/>
                  <a:pt x="5343" y="42923"/>
                  <a:pt x="5476" y="42797"/>
                </a:cubicBezTo>
                <a:cubicBezTo>
                  <a:pt x="6449" y="41886"/>
                  <a:pt x="7695" y="41673"/>
                  <a:pt x="8941" y="41642"/>
                </a:cubicBezTo>
                <a:cubicBezTo>
                  <a:pt x="9108" y="41642"/>
                  <a:pt x="9279" y="41640"/>
                  <a:pt x="9452" y="41640"/>
                </a:cubicBezTo>
                <a:cubicBezTo>
                  <a:pt x="9969" y="41640"/>
                  <a:pt x="10499" y="41658"/>
                  <a:pt x="10978" y="41794"/>
                </a:cubicBezTo>
                <a:cubicBezTo>
                  <a:pt x="11677" y="41977"/>
                  <a:pt x="12224" y="42341"/>
                  <a:pt x="12923" y="42493"/>
                </a:cubicBezTo>
                <a:cubicBezTo>
                  <a:pt x="13928" y="42697"/>
                  <a:pt x="14926" y="42798"/>
                  <a:pt x="15914" y="42798"/>
                </a:cubicBezTo>
                <a:cubicBezTo>
                  <a:pt x="17733" y="42798"/>
                  <a:pt x="19518" y="42453"/>
                  <a:pt x="21252" y="41764"/>
                </a:cubicBezTo>
                <a:cubicBezTo>
                  <a:pt x="23714" y="40791"/>
                  <a:pt x="26753" y="39424"/>
                  <a:pt x="28182" y="37113"/>
                </a:cubicBezTo>
                <a:cubicBezTo>
                  <a:pt x="28881" y="35958"/>
                  <a:pt x="29154" y="34651"/>
                  <a:pt x="29246" y="33344"/>
                </a:cubicBezTo>
                <a:cubicBezTo>
                  <a:pt x="29367" y="31794"/>
                  <a:pt x="29641" y="30518"/>
                  <a:pt x="30127" y="29059"/>
                </a:cubicBezTo>
                <a:cubicBezTo>
                  <a:pt x="31738" y="24074"/>
                  <a:pt x="31525" y="18481"/>
                  <a:pt x="28486" y="14074"/>
                </a:cubicBezTo>
                <a:cubicBezTo>
                  <a:pt x="27209" y="12250"/>
                  <a:pt x="25781" y="11034"/>
                  <a:pt x="23774" y="10031"/>
                </a:cubicBezTo>
                <a:cubicBezTo>
                  <a:pt x="21799" y="9058"/>
                  <a:pt x="20005" y="6809"/>
                  <a:pt x="19002" y="4833"/>
                </a:cubicBezTo>
                <a:cubicBezTo>
                  <a:pt x="17665" y="2189"/>
                  <a:pt x="14717" y="1277"/>
                  <a:pt x="11890" y="1216"/>
                </a:cubicBezTo>
                <a:cubicBezTo>
                  <a:pt x="11668" y="1212"/>
                  <a:pt x="11449" y="1211"/>
                  <a:pt x="11232" y="1211"/>
                </a:cubicBezTo>
                <a:cubicBezTo>
                  <a:pt x="10943" y="1211"/>
                  <a:pt x="10657" y="1213"/>
                  <a:pt x="10373" y="1213"/>
                </a:cubicBezTo>
                <a:cubicBezTo>
                  <a:pt x="9380" y="1213"/>
                  <a:pt x="8414" y="1186"/>
                  <a:pt x="7422" y="943"/>
                </a:cubicBezTo>
                <a:cubicBezTo>
                  <a:pt x="6570" y="730"/>
                  <a:pt x="5780" y="396"/>
                  <a:pt x="4929" y="213"/>
                </a:cubicBezTo>
                <a:cubicBezTo>
                  <a:pt x="4108" y="0"/>
                  <a:pt x="3318" y="122"/>
                  <a:pt x="2467" y="31"/>
                </a:cubicBezTo>
                <a:cubicBezTo>
                  <a:pt x="2425" y="27"/>
                  <a:pt x="2383" y="25"/>
                  <a:pt x="2341" y="2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"/>
          <p:cNvSpPr/>
          <p:nvPr/>
        </p:nvSpPr>
        <p:spPr>
          <a:xfrm flipH="1">
            <a:off x="1878635" y="4429983"/>
            <a:ext cx="706345" cy="772174"/>
          </a:xfrm>
          <a:custGeom>
            <a:avLst/>
            <a:gdLst/>
            <a:ahLst/>
            <a:cxnLst/>
            <a:rect l="l" t="t" r="r" b="b"/>
            <a:pathLst>
              <a:path w="35656" h="38979" extrusionOk="0">
                <a:moveTo>
                  <a:pt x="20065" y="0"/>
                </a:moveTo>
                <a:cubicBezTo>
                  <a:pt x="18350" y="0"/>
                  <a:pt x="16674" y="196"/>
                  <a:pt x="15199" y="679"/>
                </a:cubicBezTo>
                <a:cubicBezTo>
                  <a:pt x="7296" y="3293"/>
                  <a:pt x="1" y="14661"/>
                  <a:pt x="2949" y="22746"/>
                </a:cubicBezTo>
                <a:cubicBezTo>
                  <a:pt x="3284" y="23628"/>
                  <a:pt x="3709" y="24479"/>
                  <a:pt x="3892" y="25391"/>
                </a:cubicBezTo>
                <a:cubicBezTo>
                  <a:pt x="4074" y="26333"/>
                  <a:pt x="4013" y="27275"/>
                  <a:pt x="4135" y="28187"/>
                </a:cubicBezTo>
                <a:cubicBezTo>
                  <a:pt x="4530" y="31530"/>
                  <a:pt x="7296" y="34448"/>
                  <a:pt x="10609" y="34965"/>
                </a:cubicBezTo>
                <a:cubicBezTo>
                  <a:pt x="11104" y="35045"/>
                  <a:pt x="11604" y="35077"/>
                  <a:pt x="12105" y="35077"/>
                </a:cubicBezTo>
                <a:cubicBezTo>
                  <a:pt x="14157" y="35077"/>
                  <a:pt x="16246" y="34542"/>
                  <a:pt x="18264" y="34542"/>
                </a:cubicBezTo>
                <a:cubicBezTo>
                  <a:pt x="19143" y="34542"/>
                  <a:pt x="20009" y="34643"/>
                  <a:pt x="20852" y="34935"/>
                </a:cubicBezTo>
                <a:cubicBezTo>
                  <a:pt x="23712" y="35928"/>
                  <a:pt x="25826" y="38978"/>
                  <a:pt x="28849" y="38978"/>
                </a:cubicBezTo>
                <a:cubicBezTo>
                  <a:pt x="28878" y="38978"/>
                  <a:pt x="28908" y="38978"/>
                  <a:pt x="28938" y="38977"/>
                </a:cubicBezTo>
                <a:cubicBezTo>
                  <a:pt x="30944" y="38947"/>
                  <a:pt x="32676" y="37458"/>
                  <a:pt x="33619" y="35664"/>
                </a:cubicBezTo>
                <a:cubicBezTo>
                  <a:pt x="34530" y="33901"/>
                  <a:pt x="34743" y="31865"/>
                  <a:pt x="34926" y="29859"/>
                </a:cubicBezTo>
                <a:cubicBezTo>
                  <a:pt x="35473" y="24084"/>
                  <a:pt x="35655" y="18278"/>
                  <a:pt x="35534" y="12472"/>
                </a:cubicBezTo>
                <a:cubicBezTo>
                  <a:pt x="35412" y="6454"/>
                  <a:pt x="33345" y="2442"/>
                  <a:pt x="27266" y="953"/>
                </a:cubicBezTo>
                <a:cubicBezTo>
                  <a:pt x="25124" y="412"/>
                  <a:pt x="22555" y="0"/>
                  <a:pt x="2006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"/>
          <p:cNvSpPr/>
          <p:nvPr/>
        </p:nvSpPr>
        <p:spPr>
          <a:xfrm flipH="1">
            <a:off x="1555526" y="4143050"/>
            <a:ext cx="1183212" cy="1346070"/>
          </a:xfrm>
          <a:custGeom>
            <a:avLst/>
            <a:gdLst/>
            <a:ahLst/>
            <a:cxnLst/>
            <a:rect l="l" t="t" r="r" b="b"/>
            <a:pathLst>
              <a:path w="59728" h="67949" extrusionOk="0">
                <a:moveTo>
                  <a:pt x="30526" y="3294"/>
                </a:moveTo>
                <a:cubicBezTo>
                  <a:pt x="30655" y="3294"/>
                  <a:pt x="30784" y="3295"/>
                  <a:pt x="30913" y="3298"/>
                </a:cubicBezTo>
                <a:cubicBezTo>
                  <a:pt x="40214" y="3450"/>
                  <a:pt x="47722" y="10532"/>
                  <a:pt x="51521" y="18557"/>
                </a:cubicBezTo>
                <a:cubicBezTo>
                  <a:pt x="55868" y="27736"/>
                  <a:pt x="55564" y="38557"/>
                  <a:pt x="52889" y="48162"/>
                </a:cubicBezTo>
                <a:cubicBezTo>
                  <a:pt x="52190" y="50655"/>
                  <a:pt x="51339" y="53117"/>
                  <a:pt x="50427" y="55548"/>
                </a:cubicBezTo>
                <a:cubicBezTo>
                  <a:pt x="49576" y="57798"/>
                  <a:pt x="48542" y="60168"/>
                  <a:pt x="46688" y="61749"/>
                </a:cubicBezTo>
                <a:cubicBezTo>
                  <a:pt x="45117" y="63114"/>
                  <a:pt x="43327" y="63590"/>
                  <a:pt x="41472" y="63590"/>
                </a:cubicBezTo>
                <a:cubicBezTo>
                  <a:pt x="38949" y="63590"/>
                  <a:pt x="36304" y="62710"/>
                  <a:pt x="33922" y="61992"/>
                </a:cubicBezTo>
                <a:cubicBezTo>
                  <a:pt x="32615" y="61627"/>
                  <a:pt x="31278" y="61658"/>
                  <a:pt x="29971" y="61384"/>
                </a:cubicBezTo>
                <a:cubicBezTo>
                  <a:pt x="28633" y="61080"/>
                  <a:pt x="27448" y="60533"/>
                  <a:pt x="26171" y="60199"/>
                </a:cubicBezTo>
                <a:cubicBezTo>
                  <a:pt x="23375" y="59500"/>
                  <a:pt x="20639" y="59682"/>
                  <a:pt x="17812" y="59621"/>
                </a:cubicBezTo>
                <a:cubicBezTo>
                  <a:pt x="12159" y="59469"/>
                  <a:pt x="7599" y="55670"/>
                  <a:pt x="8025" y="49743"/>
                </a:cubicBezTo>
                <a:cubicBezTo>
                  <a:pt x="8083" y="48962"/>
                  <a:pt x="7314" y="48125"/>
                  <a:pt x="6532" y="48125"/>
                </a:cubicBezTo>
                <a:cubicBezTo>
                  <a:pt x="6493" y="48125"/>
                  <a:pt x="6453" y="48127"/>
                  <a:pt x="6414" y="48132"/>
                </a:cubicBezTo>
                <a:cubicBezTo>
                  <a:pt x="6328" y="48141"/>
                  <a:pt x="6245" y="48145"/>
                  <a:pt x="6166" y="48145"/>
                </a:cubicBezTo>
                <a:cubicBezTo>
                  <a:pt x="3561" y="48145"/>
                  <a:pt x="4628" y="43407"/>
                  <a:pt x="4864" y="41961"/>
                </a:cubicBezTo>
                <a:cubicBezTo>
                  <a:pt x="5411" y="38679"/>
                  <a:pt x="4469" y="36156"/>
                  <a:pt x="3192" y="33147"/>
                </a:cubicBezTo>
                <a:cubicBezTo>
                  <a:pt x="2706" y="31961"/>
                  <a:pt x="2037" y="30715"/>
                  <a:pt x="1703" y="29469"/>
                </a:cubicBezTo>
                <a:cubicBezTo>
                  <a:pt x="1338" y="28071"/>
                  <a:pt x="1794" y="26369"/>
                  <a:pt x="2250" y="25001"/>
                </a:cubicBezTo>
                <a:cubicBezTo>
                  <a:pt x="2944" y="22804"/>
                  <a:pt x="4185" y="21021"/>
                  <a:pt x="5799" y="19505"/>
                </a:cubicBezTo>
                <a:lnTo>
                  <a:pt x="5799" y="19505"/>
                </a:lnTo>
                <a:cubicBezTo>
                  <a:pt x="6299" y="19428"/>
                  <a:pt x="6768" y="19099"/>
                  <a:pt x="6935" y="18528"/>
                </a:cubicBezTo>
                <a:lnTo>
                  <a:pt x="6935" y="18528"/>
                </a:lnTo>
                <a:cubicBezTo>
                  <a:pt x="7171" y="18341"/>
                  <a:pt x="7413" y="18158"/>
                  <a:pt x="7660" y="17979"/>
                </a:cubicBezTo>
                <a:cubicBezTo>
                  <a:pt x="8039" y="17701"/>
                  <a:pt x="7809" y="17108"/>
                  <a:pt x="7424" y="17108"/>
                </a:cubicBezTo>
                <a:cubicBezTo>
                  <a:pt x="7361" y="17108"/>
                  <a:pt x="7294" y="17124"/>
                  <a:pt x="7225" y="17159"/>
                </a:cubicBezTo>
                <a:lnTo>
                  <a:pt x="7225" y="17159"/>
                </a:lnTo>
                <a:cubicBezTo>
                  <a:pt x="7891" y="15343"/>
                  <a:pt x="9776" y="13991"/>
                  <a:pt x="11186" y="12812"/>
                </a:cubicBezTo>
                <a:cubicBezTo>
                  <a:pt x="13192" y="11171"/>
                  <a:pt x="15229" y="9590"/>
                  <a:pt x="17387" y="8131"/>
                </a:cubicBezTo>
                <a:cubicBezTo>
                  <a:pt x="21325" y="5496"/>
                  <a:pt x="25695" y="3294"/>
                  <a:pt x="30526" y="3294"/>
                </a:cubicBezTo>
                <a:close/>
                <a:moveTo>
                  <a:pt x="30528" y="0"/>
                </a:moveTo>
                <a:cubicBezTo>
                  <a:pt x="25174" y="0"/>
                  <a:pt x="20120" y="2157"/>
                  <a:pt x="15685" y="5244"/>
                </a:cubicBezTo>
                <a:cubicBezTo>
                  <a:pt x="13162" y="6976"/>
                  <a:pt x="10791" y="8952"/>
                  <a:pt x="8450" y="10958"/>
                </a:cubicBezTo>
                <a:cubicBezTo>
                  <a:pt x="6110" y="12964"/>
                  <a:pt x="4195" y="15061"/>
                  <a:pt x="4256" y="18223"/>
                </a:cubicBezTo>
                <a:cubicBezTo>
                  <a:pt x="4271" y="18679"/>
                  <a:pt x="4452" y="19013"/>
                  <a:pt x="4714" y="19228"/>
                </a:cubicBezTo>
                <a:lnTo>
                  <a:pt x="4714" y="19228"/>
                </a:lnTo>
                <a:cubicBezTo>
                  <a:pt x="3371" y="20680"/>
                  <a:pt x="2352" y="22446"/>
                  <a:pt x="1642" y="24302"/>
                </a:cubicBezTo>
                <a:cubicBezTo>
                  <a:pt x="1034" y="25943"/>
                  <a:pt x="973" y="27554"/>
                  <a:pt x="608" y="29226"/>
                </a:cubicBezTo>
                <a:cubicBezTo>
                  <a:pt x="274" y="30928"/>
                  <a:pt x="0" y="32356"/>
                  <a:pt x="456" y="34089"/>
                </a:cubicBezTo>
                <a:cubicBezTo>
                  <a:pt x="699" y="35092"/>
                  <a:pt x="1064" y="36034"/>
                  <a:pt x="1247" y="37037"/>
                </a:cubicBezTo>
                <a:cubicBezTo>
                  <a:pt x="1459" y="38314"/>
                  <a:pt x="1247" y="39317"/>
                  <a:pt x="973" y="40563"/>
                </a:cubicBezTo>
                <a:cubicBezTo>
                  <a:pt x="608" y="42357"/>
                  <a:pt x="31" y="44302"/>
                  <a:pt x="304" y="46156"/>
                </a:cubicBezTo>
                <a:cubicBezTo>
                  <a:pt x="665" y="48587"/>
                  <a:pt x="2571" y="50790"/>
                  <a:pt x="4918" y="51284"/>
                </a:cubicBezTo>
                <a:lnTo>
                  <a:pt x="4918" y="51284"/>
                </a:lnTo>
                <a:cubicBezTo>
                  <a:pt x="5568" y="55299"/>
                  <a:pt x="8291" y="58979"/>
                  <a:pt x="12067" y="60624"/>
                </a:cubicBezTo>
                <a:cubicBezTo>
                  <a:pt x="14077" y="61510"/>
                  <a:pt x="16205" y="61666"/>
                  <a:pt x="18356" y="61666"/>
                </a:cubicBezTo>
                <a:cubicBezTo>
                  <a:pt x="19531" y="61666"/>
                  <a:pt x="20713" y="61620"/>
                  <a:pt x="21886" y="61620"/>
                </a:cubicBezTo>
                <a:cubicBezTo>
                  <a:pt x="24611" y="61620"/>
                  <a:pt x="27289" y="61871"/>
                  <a:pt x="29727" y="63542"/>
                </a:cubicBezTo>
                <a:cubicBezTo>
                  <a:pt x="31004" y="64393"/>
                  <a:pt x="31916" y="65305"/>
                  <a:pt x="33314" y="65944"/>
                </a:cubicBezTo>
                <a:cubicBezTo>
                  <a:pt x="34591" y="66521"/>
                  <a:pt x="35837" y="67038"/>
                  <a:pt x="37205" y="67372"/>
                </a:cubicBezTo>
                <a:cubicBezTo>
                  <a:pt x="38663" y="67728"/>
                  <a:pt x="40183" y="67948"/>
                  <a:pt x="41705" y="67948"/>
                </a:cubicBezTo>
                <a:cubicBezTo>
                  <a:pt x="42785" y="67948"/>
                  <a:pt x="43866" y="67837"/>
                  <a:pt x="44925" y="67585"/>
                </a:cubicBezTo>
                <a:cubicBezTo>
                  <a:pt x="50761" y="66187"/>
                  <a:pt x="52585" y="60594"/>
                  <a:pt x="54165" y="55487"/>
                </a:cubicBezTo>
                <a:cubicBezTo>
                  <a:pt x="57722" y="44089"/>
                  <a:pt x="59728" y="31171"/>
                  <a:pt x="55351" y="19712"/>
                </a:cubicBezTo>
                <a:cubicBezTo>
                  <a:pt x="51703" y="10168"/>
                  <a:pt x="43831" y="1687"/>
                  <a:pt x="33314" y="198"/>
                </a:cubicBezTo>
                <a:cubicBezTo>
                  <a:pt x="32377" y="64"/>
                  <a:pt x="31448" y="0"/>
                  <a:pt x="3052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"/>
          <p:cNvSpPr/>
          <p:nvPr/>
        </p:nvSpPr>
        <p:spPr>
          <a:xfrm flipH="1">
            <a:off x="7990050" y="4115963"/>
            <a:ext cx="1246250" cy="1192750"/>
          </a:xfrm>
          <a:custGeom>
            <a:avLst/>
            <a:gdLst/>
            <a:ahLst/>
            <a:cxnLst/>
            <a:rect l="l" t="t" r="r" b="b"/>
            <a:pathLst>
              <a:path w="49850" h="47710" extrusionOk="0">
                <a:moveTo>
                  <a:pt x="5062" y="1"/>
                </a:moveTo>
                <a:cubicBezTo>
                  <a:pt x="5006" y="1"/>
                  <a:pt x="4951" y="1"/>
                  <a:pt x="4894" y="1"/>
                </a:cubicBezTo>
                <a:cubicBezTo>
                  <a:pt x="92" y="1"/>
                  <a:pt x="1733" y="3527"/>
                  <a:pt x="1976" y="7509"/>
                </a:cubicBezTo>
                <a:cubicBezTo>
                  <a:pt x="2250" y="12281"/>
                  <a:pt x="2554" y="17114"/>
                  <a:pt x="1976" y="21856"/>
                </a:cubicBezTo>
                <a:cubicBezTo>
                  <a:pt x="1399" y="26598"/>
                  <a:pt x="1" y="31552"/>
                  <a:pt x="1703" y="36020"/>
                </a:cubicBezTo>
                <a:cubicBezTo>
                  <a:pt x="3800" y="41613"/>
                  <a:pt x="9940" y="44470"/>
                  <a:pt x="15746" y="45929"/>
                </a:cubicBezTo>
                <a:cubicBezTo>
                  <a:pt x="20540" y="47111"/>
                  <a:pt x="25471" y="47710"/>
                  <a:pt x="30404" y="47710"/>
                </a:cubicBezTo>
                <a:cubicBezTo>
                  <a:pt x="34478" y="47710"/>
                  <a:pt x="38554" y="47301"/>
                  <a:pt x="42555" y="46476"/>
                </a:cubicBezTo>
                <a:cubicBezTo>
                  <a:pt x="45260" y="45929"/>
                  <a:pt x="48330" y="44835"/>
                  <a:pt x="49272" y="42221"/>
                </a:cubicBezTo>
                <a:cubicBezTo>
                  <a:pt x="49850" y="40610"/>
                  <a:pt x="49424" y="38817"/>
                  <a:pt x="48938" y="37145"/>
                </a:cubicBezTo>
                <a:cubicBezTo>
                  <a:pt x="48178" y="34409"/>
                  <a:pt x="47266" y="31643"/>
                  <a:pt x="45594" y="29333"/>
                </a:cubicBezTo>
                <a:cubicBezTo>
                  <a:pt x="43923" y="27054"/>
                  <a:pt x="41369" y="25230"/>
                  <a:pt x="38512" y="25108"/>
                </a:cubicBezTo>
                <a:cubicBezTo>
                  <a:pt x="37752" y="25078"/>
                  <a:pt x="36901" y="25139"/>
                  <a:pt x="36263" y="24713"/>
                </a:cubicBezTo>
                <a:cubicBezTo>
                  <a:pt x="35229" y="24044"/>
                  <a:pt x="35260" y="22555"/>
                  <a:pt x="34834" y="21400"/>
                </a:cubicBezTo>
                <a:cubicBezTo>
                  <a:pt x="34105" y="19455"/>
                  <a:pt x="32007" y="18360"/>
                  <a:pt x="29941" y="17996"/>
                </a:cubicBezTo>
                <a:cubicBezTo>
                  <a:pt x="27904" y="17631"/>
                  <a:pt x="25776" y="17783"/>
                  <a:pt x="23740" y="17418"/>
                </a:cubicBezTo>
                <a:cubicBezTo>
                  <a:pt x="19484" y="16628"/>
                  <a:pt x="15746" y="13345"/>
                  <a:pt x="14469" y="9181"/>
                </a:cubicBezTo>
                <a:cubicBezTo>
                  <a:pt x="13831" y="7084"/>
                  <a:pt x="13740" y="4774"/>
                  <a:pt x="12524" y="3011"/>
                </a:cubicBezTo>
                <a:cubicBezTo>
                  <a:pt x="10344" y="831"/>
                  <a:pt x="8135" y="1"/>
                  <a:pt x="506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"/>
          <p:cNvSpPr/>
          <p:nvPr/>
        </p:nvSpPr>
        <p:spPr>
          <a:xfrm flipH="1">
            <a:off x="8607525" y="4003563"/>
            <a:ext cx="377000" cy="370975"/>
          </a:xfrm>
          <a:custGeom>
            <a:avLst/>
            <a:gdLst/>
            <a:ahLst/>
            <a:cxnLst/>
            <a:rect l="l" t="t" r="r" b="b"/>
            <a:pathLst>
              <a:path w="15080" h="14839" extrusionOk="0">
                <a:moveTo>
                  <a:pt x="6698" y="0"/>
                </a:moveTo>
                <a:cubicBezTo>
                  <a:pt x="4340" y="0"/>
                  <a:pt x="1761" y="579"/>
                  <a:pt x="31" y="609"/>
                </a:cubicBezTo>
                <a:cubicBezTo>
                  <a:pt x="0" y="609"/>
                  <a:pt x="0" y="639"/>
                  <a:pt x="31" y="639"/>
                </a:cubicBezTo>
                <a:lnTo>
                  <a:pt x="0" y="639"/>
                </a:lnTo>
                <a:cubicBezTo>
                  <a:pt x="2493" y="639"/>
                  <a:pt x="5168" y="2220"/>
                  <a:pt x="7356" y="3284"/>
                </a:cubicBezTo>
                <a:cubicBezTo>
                  <a:pt x="8177" y="3679"/>
                  <a:pt x="8511" y="3709"/>
                  <a:pt x="8785" y="4560"/>
                </a:cubicBezTo>
                <a:cubicBezTo>
                  <a:pt x="9058" y="5442"/>
                  <a:pt x="9210" y="6293"/>
                  <a:pt x="9423" y="7174"/>
                </a:cubicBezTo>
                <a:cubicBezTo>
                  <a:pt x="9758" y="8573"/>
                  <a:pt x="10244" y="9819"/>
                  <a:pt x="11429" y="10670"/>
                </a:cubicBezTo>
                <a:cubicBezTo>
                  <a:pt x="11976" y="11035"/>
                  <a:pt x="12128" y="11004"/>
                  <a:pt x="12645" y="11551"/>
                </a:cubicBezTo>
                <a:cubicBezTo>
                  <a:pt x="13405" y="12311"/>
                  <a:pt x="13162" y="12311"/>
                  <a:pt x="13375" y="13193"/>
                </a:cubicBezTo>
                <a:cubicBezTo>
                  <a:pt x="13527" y="13770"/>
                  <a:pt x="13770" y="14226"/>
                  <a:pt x="14165" y="14682"/>
                </a:cubicBezTo>
                <a:cubicBezTo>
                  <a:pt x="14261" y="14793"/>
                  <a:pt x="14369" y="14839"/>
                  <a:pt x="14473" y="14839"/>
                </a:cubicBezTo>
                <a:cubicBezTo>
                  <a:pt x="14798" y="14839"/>
                  <a:pt x="15079" y="14389"/>
                  <a:pt x="14803" y="14044"/>
                </a:cubicBezTo>
                <a:cubicBezTo>
                  <a:pt x="14043" y="13041"/>
                  <a:pt x="14074" y="11673"/>
                  <a:pt x="13557" y="10548"/>
                </a:cubicBezTo>
                <a:cubicBezTo>
                  <a:pt x="13283" y="9940"/>
                  <a:pt x="12797" y="9515"/>
                  <a:pt x="12463" y="8937"/>
                </a:cubicBezTo>
                <a:cubicBezTo>
                  <a:pt x="11460" y="7174"/>
                  <a:pt x="12706" y="5047"/>
                  <a:pt x="12128" y="3132"/>
                </a:cubicBezTo>
                <a:cubicBezTo>
                  <a:pt x="11354" y="624"/>
                  <a:pt x="9145" y="0"/>
                  <a:pt x="669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"/>
          <p:cNvSpPr/>
          <p:nvPr/>
        </p:nvSpPr>
        <p:spPr>
          <a:xfrm flipH="1">
            <a:off x="7846250" y="4384725"/>
            <a:ext cx="734075" cy="655225"/>
          </a:xfrm>
          <a:custGeom>
            <a:avLst/>
            <a:gdLst/>
            <a:ahLst/>
            <a:cxnLst/>
            <a:rect l="l" t="t" r="r" b="b"/>
            <a:pathLst>
              <a:path w="29363" h="26209" extrusionOk="0">
                <a:moveTo>
                  <a:pt x="9676" y="1"/>
                </a:moveTo>
                <a:cubicBezTo>
                  <a:pt x="9064" y="1"/>
                  <a:pt x="8443" y="95"/>
                  <a:pt x="7843" y="275"/>
                </a:cubicBezTo>
                <a:cubicBezTo>
                  <a:pt x="5472" y="1005"/>
                  <a:pt x="2767" y="1066"/>
                  <a:pt x="274" y="1309"/>
                </a:cubicBezTo>
                <a:cubicBezTo>
                  <a:pt x="31" y="1339"/>
                  <a:pt x="1" y="1704"/>
                  <a:pt x="274" y="1734"/>
                </a:cubicBezTo>
                <a:cubicBezTo>
                  <a:pt x="720" y="1745"/>
                  <a:pt x="1180" y="1747"/>
                  <a:pt x="1650" y="1747"/>
                </a:cubicBezTo>
                <a:cubicBezTo>
                  <a:pt x="1807" y="1747"/>
                  <a:pt x="1966" y="1746"/>
                  <a:pt x="2125" y="1746"/>
                </a:cubicBezTo>
                <a:cubicBezTo>
                  <a:pt x="5473" y="1746"/>
                  <a:pt x="9172" y="1814"/>
                  <a:pt x="11217" y="4804"/>
                </a:cubicBezTo>
                <a:cubicBezTo>
                  <a:pt x="11976" y="5929"/>
                  <a:pt x="12372" y="7540"/>
                  <a:pt x="13435" y="8391"/>
                </a:cubicBezTo>
                <a:cubicBezTo>
                  <a:pt x="13894" y="8760"/>
                  <a:pt x="14398" y="8861"/>
                  <a:pt x="14921" y="8861"/>
                </a:cubicBezTo>
                <a:cubicBezTo>
                  <a:pt x="15552" y="8861"/>
                  <a:pt x="16211" y="8714"/>
                  <a:pt x="16850" y="8714"/>
                </a:cubicBezTo>
                <a:cubicBezTo>
                  <a:pt x="17297" y="8714"/>
                  <a:pt x="17735" y="8786"/>
                  <a:pt x="18147" y="9029"/>
                </a:cubicBezTo>
                <a:cubicBezTo>
                  <a:pt x="18967" y="9485"/>
                  <a:pt x="19636" y="10397"/>
                  <a:pt x="20274" y="11096"/>
                </a:cubicBezTo>
                <a:cubicBezTo>
                  <a:pt x="21034" y="11887"/>
                  <a:pt x="22129" y="12798"/>
                  <a:pt x="22615" y="13801"/>
                </a:cubicBezTo>
                <a:cubicBezTo>
                  <a:pt x="23344" y="15260"/>
                  <a:pt x="22159" y="16628"/>
                  <a:pt x="23375" y="18118"/>
                </a:cubicBezTo>
                <a:cubicBezTo>
                  <a:pt x="23892" y="18756"/>
                  <a:pt x="24530" y="19121"/>
                  <a:pt x="24803" y="19972"/>
                </a:cubicBezTo>
                <a:cubicBezTo>
                  <a:pt x="25016" y="20701"/>
                  <a:pt x="24986" y="21552"/>
                  <a:pt x="24986" y="22312"/>
                </a:cubicBezTo>
                <a:cubicBezTo>
                  <a:pt x="24955" y="23680"/>
                  <a:pt x="24591" y="24865"/>
                  <a:pt x="25594" y="25990"/>
                </a:cubicBezTo>
                <a:cubicBezTo>
                  <a:pt x="25705" y="26124"/>
                  <a:pt x="25914" y="26208"/>
                  <a:pt x="26101" y="26208"/>
                </a:cubicBezTo>
                <a:cubicBezTo>
                  <a:pt x="26170" y="26208"/>
                  <a:pt x="26236" y="26197"/>
                  <a:pt x="26293" y="26172"/>
                </a:cubicBezTo>
                <a:cubicBezTo>
                  <a:pt x="29363" y="25109"/>
                  <a:pt x="28968" y="19698"/>
                  <a:pt x="27539" y="17479"/>
                </a:cubicBezTo>
                <a:cubicBezTo>
                  <a:pt x="27053" y="16689"/>
                  <a:pt x="26354" y="16172"/>
                  <a:pt x="25624" y="15595"/>
                </a:cubicBezTo>
                <a:cubicBezTo>
                  <a:pt x="24925" y="15017"/>
                  <a:pt x="24743" y="14409"/>
                  <a:pt x="24165" y="13710"/>
                </a:cubicBezTo>
                <a:cubicBezTo>
                  <a:pt x="23496" y="12890"/>
                  <a:pt x="22524" y="12282"/>
                  <a:pt x="21733" y="11552"/>
                </a:cubicBezTo>
                <a:cubicBezTo>
                  <a:pt x="20943" y="10823"/>
                  <a:pt x="20183" y="9941"/>
                  <a:pt x="19332" y="9272"/>
                </a:cubicBezTo>
                <a:cubicBezTo>
                  <a:pt x="18815" y="8877"/>
                  <a:pt x="18390" y="8725"/>
                  <a:pt x="17812" y="8513"/>
                </a:cubicBezTo>
                <a:cubicBezTo>
                  <a:pt x="17235" y="8300"/>
                  <a:pt x="16171" y="8239"/>
                  <a:pt x="15685" y="7783"/>
                </a:cubicBezTo>
                <a:cubicBezTo>
                  <a:pt x="15350" y="7449"/>
                  <a:pt x="15229" y="6628"/>
                  <a:pt x="15168" y="6233"/>
                </a:cubicBezTo>
                <a:cubicBezTo>
                  <a:pt x="14864" y="4288"/>
                  <a:pt x="14651" y="2677"/>
                  <a:pt x="13071" y="1248"/>
                </a:cubicBezTo>
                <a:cubicBezTo>
                  <a:pt x="12133" y="392"/>
                  <a:pt x="10922" y="1"/>
                  <a:pt x="967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"/>
          <p:cNvSpPr/>
          <p:nvPr/>
        </p:nvSpPr>
        <p:spPr>
          <a:xfrm flipH="1">
            <a:off x="8214313" y="3969825"/>
            <a:ext cx="307775" cy="258575"/>
          </a:xfrm>
          <a:custGeom>
            <a:avLst/>
            <a:gdLst/>
            <a:ahLst/>
            <a:cxnLst/>
            <a:rect l="l" t="t" r="r" b="b"/>
            <a:pathLst>
              <a:path w="12311" h="10343" extrusionOk="0">
                <a:moveTo>
                  <a:pt x="851" y="3200"/>
                </a:moveTo>
                <a:cubicBezTo>
                  <a:pt x="803" y="3314"/>
                  <a:pt x="762" y="3429"/>
                  <a:pt x="726" y="3545"/>
                </a:cubicBezTo>
                <a:lnTo>
                  <a:pt x="726" y="3545"/>
                </a:lnTo>
                <a:lnTo>
                  <a:pt x="851" y="3200"/>
                </a:lnTo>
                <a:close/>
                <a:moveTo>
                  <a:pt x="726" y="3545"/>
                </a:moveTo>
                <a:lnTo>
                  <a:pt x="207" y="4972"/>
                </a:lnTo>
                <a:lnTo>
                  <a:pt x="207" y="4972"/>
                </a:lnTo>
                <a:cubicBezTo>
                  <a:pt x="318" y="4702"/>
                  <a:pt x="445" y="4441"/>
                  <a:pt x="586" y="4187"/>
                </a:cubicBezTo>
                <a:lnTo>
                  <a:pt x="586" y="4187"/>
                </a:lnTo>
                <a:cubicBezTo>
                  <a:pt x="615" y="3971"/>
                  <a:pt x="661" y="3757"/>
                  <a:pt x="726" y="3545"/>
                </a:cubicBezTo>
                <a:close/>
                <a:moveTo>
                  <a:pt x="207" y="4972"/>
                </a:moveTo>
                <a:cubicBezTo>
                  <a:pt x="130" y="5158"/>
                  <a:pt x="61" y="5348"/>
                  <a:pt x="0" y="5541"/>
                </a:cubicBezTo>
                <a:lnTo>
                  <a:pt x="207" y="4972"/>
                </a:lnTo>
                <a:close/>
                <a:moveTo>
                  <a:pt x="7689" y="0"/>
                </a:moveTo>
                <a:cubicBezTo>
                  <a:pt x="4804" y="0"/>
                  <a:pt x="1985" y="1681"/>
                  <a:pt x="586" y="4187"/>
                </a:cubicBezTo>
                <a:lnTo>
                  <a:pt x="586" y="4187"/>
                </a:lnTo>
                <a:cubicBezTo>
                  <a:pt x="393" y="5658"/>
                  <a:pt x="987" y="7230"/>
                  <a:pt x="1581" y="8641"/>
                </a:cubicBezTo>
                <a:cubicBezTo>
                  <a:pt x="1793" y="9097"/>
                  <a:pt x="2006" y="9614"/>
                  <a:pt x="2432" y="9887"/>
                </a:cubicBezTo>
                <a:cubicBezTo>
                  <a:pt x="2766" y="10130"/>
                  <a:pt x="3192" y="10191"/>
                  <a:pt x="3617" y="10222"/>
                </a:cubicBezTo>
                <a:cubicBezTo>
                  <a:pt x="4255" y="10294"/>
                  <a:pt x="4898" y="10342"/>
                  <a:pt x="5538" y="10342"/>
                </a:cubicBezTo>
                <a:cubicBezTo>
                  <a:pt x="6514" y="10342"/>
                  <a:pt x="7484" y="10230"/>
                  <a:pt x="8420" y="9918"/>
                </a:cubicBezTo>
                <a:cubicBezTo>
                  <a:pt x="9970" y="9401"/>
                  <a:pt x="11368" y="8276"/>
                  <a:pt x="11885" y="6757"/>
                </a:cubicBezTo>
                <a:cubicBezTo>
                  <a:pt x="12310" y="5419"/>
                  <a:pt x="12067" y="3960"/>
                  <a:pt x="11642" y="2623"/>
                </a:cubicBezTo>
                <a:cubicBezTo>
                  <a:pt x="11459" y="2045"/>
                  <a:pt x="11247" y="1468"/>
                  <a:pt x="10851" y="1012"/>
                </a:cubicBezTo>
                <a:cubicBezTo>
                  <a:pt x="10304" y="434"/>
                  <a:pt x="9484" y="191"/>
                  <a:pt x="8693" y="70"/>
                </a:cubicBezTo>
                <a:cubicBezTo>
                  <a:pt x="8359" y="23"/>
                  <a:pt x="8024" y="0"/>
                  <a:pt x="76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"/>
          <p:cNvSpPr/>
          <p:nvPr/>
        </p:nvSpPr>
        <p:spPr>
          <a:xfrm rot="3981810" flipH="1">
            <a:off x="6676994" y="4773695"/>
            <a:ext cx="658438" cy="797711"/>
          </a:xfrm>
          <a:custGeom>
            <a:avLst/>
            <a:gdLst/>
            <a:ahLst/>
            <a:cxnLst/>
            <a:rect l="l" t="t" r="r" b="b"/>
            <a:pathLst>
              <a:path w="31739" h="42977" extrusionOk="0">
                <a:moveTo>
                  <a:pt x="2341" y="25"/>
                </a:moveTo>
                <a:cubicBezTo>
                  <a:pt x="1031" y="25"/>
                  <a:pt x="1" y="1830"/>
                  <a:pt x="826" y="2949"/>
                </a:cubicBezTo>
                <a:cubicBezTo>
                  <a:pt x="1950" y="4469"/>
                  <a:pt x="2771" y="5380"/>
                  <a:pt x="4686" y="6019"/>
                </a:cubicBezTo>
                <a:cubicBezTo>
                  <a:pt x="6115" y="6475"/>
                  <a:pt x="7725" y="6687"/>
                  <a:pt x="9245" y="6748"/>
                </a:cubicBezTo>
                <a:cubicBezTo>
                  <a:pt x="9368" y="6753"/>
                  <a:pt x="9492" y="6755"/>
                  <a:pt x="9617" y="6755"/>
                </a:cubicBezTo>
                <a:cubicBezTo>
                  <a:pt x="11270" y="6755"/>
                  <a:pt x="13089" y="6354"/>
                  <a:pt x="14830" y="6354"/>
                </a:cubicBezTo>
                <a:cubicBezTo>
                  <a:pt x="16208" y="6354"/>
                  <a:pt x="17538" y="6606"/>
                  <a:pt x="18698" y="7508"/>
                </a:cubicBezTo>
                <a:cubicBezTo>
                  <a:pt x="19701" y="8298"/>
                  <a:pt x="20340" y="9545"/>
                  <a:pt x="21282" y="10426"/>
                </a:cubicBezTo>
                <a:cubicBezTo>
                  <a:pt x="22376" y="11429"/>
                  <a:pt x="23835" y="11429"/>
                  <a:pt x="24960" y="12371"/>
                </a:cubicBezTo>
                <a:cubicBezTo>
                  <a:pt x="27452" y="14408"/>
                  <a:pt x="27665" y="18359"/>
                  <a:pt x="27726" y="21308"/>
                </a:cubicBezTo>
                <a:cubicBezTo>
                  <a:pt x="27817" y="24773"/>
                  <a:pt x="25963" y="27053"/>
                  <a:pt x="24777" y="30092"/>
                </a:cubicBezTo>
                <a:cubicBezTo>
                  <a:pt x="24170" y="31673"/>
                  <a:pt x="24078" y="33162"/>
                  <a:pt x="22741" y="34347"/>
                </a:cubicBezTo>
                <a:cubicBezTo>
                  <a:pt x="21677" y="35259"/>
                  <a:pt x="20340" y="35989"/>
                  <a:pt x="19063" y="36536"/>
                </a:cubicBezTo>
                <a:cubicBezTo>
                  <a:pt x="17665" y="37113"/>
                  <a:pt x="16206" y="37569"/>
                  <a:pt x="14777" y="38086"/>
                </a:cubicBezTo>
                <a:cubicBezTo>
                  <a:pt x="13258" y="38633"/>
                  <a:pt x="11616" y="39332"/>
                  <a:pt x="10005" y="39424"/>
                </a:cubicBezTo>
                <a:cubicBezTo>
                  <a:pt x="7786" y="39575"/>
                  <a:pt x="5689" y="39940"/>
                  <a:pt x="4382" y="41946"/>
                </a:cubicBezTo>
                <a:cubicBezTo>
                  <a:pt x="4060" y="42453"/>
                  <a:pt x="4539" y="42977"/>
                  <a:pt x="5029" y="42977"/>
                </a:cubicBezTo>
                <a:cubicBezTo>
                  <a:pt x="5186" y="42977"/>
                  <a:pt x="5343" y="42923"/>
                  <a:pt x="5476" y="42797"/>
                </a:cubicBezTo>
                <a:cubicBezTo>
                  <a:pt x="6449" y="41886"/>
                  <a:pt x="7695" y="41673"/>
                  <a:pt x="8941" y="41642"/>
                </a:cubicBezTo>
                <a:cubicBezTo>
                  <a:pt x="9108" y="41642"/>
                  <a:pt x="9279" y="41640"/>
                  <a:pt x="9452" y="41640"/>
                </a:cubicBezTo>
                <a:cubicBezTo>
                  <a:pt x="9969" y="41640"/>
                  <a:pt x="10499" y="41658"/>
                  <a:pt x="10978" y="41794"/>
                </a:cubicBezTo>
                <a:cubicBezTo>
                  <a:pt x="11677" y="41977"/>
                  <a:pt x="12224" y="42341"/>
                  <a:pt x="12923" y="42493"/>
                </a:cubicBezTo>
                <a:cubicBezTo>
                  <a:pt x="13928" y="42697"/>
                  <a:pt x="14926" y="42798"/>
                  <a:pt x="15914" y="42798"/>
                </a:cubicBezTo>
                <a:cubicBezTo>
                  <a:pt x="17733" y="42798"/>
                  <a:pt x="19518" y="42453"/>
                  <a:pt x="21252" y="41764"/>
                </a:cubicBezTo>
                <a:cubicBezTo>
                  <a:pt x="23714" y="40791"/>
                  <a:pt x="26753" y="39424"/>
                  <a:pt x="28182" y="37113"/>
                </a:cubicBezTo>
                <a:cubicBezTo>
                  <a:pt x="28881" y="35958"/>
                  <a:pt x="29154" y="34651"/>
                  <a:pt x="29246" y="33344"/>
                </a:cubicBezTo>
                <a:cubicBezTo>
                  <a:pt x="29367" y="31794"/>
                  <a:pt x="29641" y="30518"/>
                  <a:pt x="30127" y="29059"/>
                </a:cubicBezTo>
                <a:cubicBezTo>
                  <a:pt x="31738" y="24074"/>
                  <a:pt x="31525" y="18481"/>
                  <a:pt x="28486" y="14074"/>
                </a:cubicBezTo>
                <a:cubicBezTo>
                  <a:pt x="27209" y="12250"/>
                  <a:pt x="25781" y="11034"/>
                  <a:pt x="23774" y="10031"/>
                </a:cubicBezTo>
                <a:cubicBezTo>
                  <a:pt x="21799" y="9058"/>
                  <a:pt x="20005" y="6809"/>
                  <a:pt x="19002" y="4833"/>
                </a:cubicBezTo>
                <a:cubicBezTo>
                  <a:pt x="17665" y="2189"/>
                  <a:pt x="14717" y="1277"/>
                  <a:pt x="11890" y="1216"/>
                </a:cubicBezTo>
                <a:cubicBezTo>
                  <a:pt x="11668" y="1212"/>
                  <a:pt x="11449" y="1211"/>
                  <a:pt x="11232" y="1211"/>
                </a:cubicBezTo>
                <a:cubicBezTo>
                  <a:pt x="10943" y="1211"/>
                  <a:pt x="10657" y="1213"/>
                  <a:pt x="10373" y="1213"/>
                </a:cubicBezTo>
                <a:cubicBezTo>
                  <a:pt x="9380" y="1213"/>
                  <a:pt x="8414" y="1186"/>
                  <a:pt x="7422" y="943"/>
                </a:cubicBezTo>
                <a:cubicBezTo>
                  <a:pt x="6570" y="730"/>
                  <a:pt x="5780" y="396"/>
                  <a:pt x="4929" y="213"/>
                </a:cubicBezTo>
                <a:cubicBezTo>
                  <a:pt x="4108" y="0"/>
                  <a:pt x="3318" y="122"/>
                  <a:pt x="2467" y="31"/>
                </a:cubicBezTo>
                <a:cubicBezTo>
                  <a:pt x="2425" y="27"/>
                  <a:pt x="2383" y="25"/>
                  <a:pt x="2341" y="2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"/>
          <p:cNvSpPr/>
          <p:nvPr/>
        </p:nvSpPr>
        <p:spPr>
          <a:xfrm>
            <a:off x="-26400" y="3629250"/>
            <a:ext cx="1479235" cy="1874223"/>
          </a:xfrm>
          <a:custGeom>
            <a:avLst/>
            <a:gdLst/>
            <a:ahLst/>
            <a:cxnLst/>
            <a:rect l="l" t="t" r="r" b="b"/>
            <a:pathLst>
              <a:path w="72556" h="91930" extrusionOk="0">
                <a:moveTo>
                  <a:pt x="8404" y="0"/>
                </a:moveTo>
                <a:cubicBezTo>
                  <a:pt x="5829" y="0"/>
                  <a:pt x="4478" y="4262"/>
                  <a:pt x="4074" y="7018"/>
                </a:cubicBezTo>
                <a:cubicBezTo>
                  <a:pt x="3132" y="13614"/>
                  <a:pt x="2159" y="20210"/>
                  <a:pt x="1460" y="26836"/>
                </a:cubicBezTo>
                <a:cubicBezTo>
                  <a:pt x="396" y="37201"/>
                  <a:pt x="1" y="47627"/>
                  <a:pt x="305" y="58052"/>
                </a:cubicBezTo>
                <a:cubicBezTo>
                  <a:pt x="578" y="67566"/>
                  <a:pt x="1855" y="78022"/>
                  <a:pt x="8785" y="84557"/>
                </a:cubicBezTo>
                <a:cubicBezTo>
                  <a:pt x="14621" y="90059"/>
                  <a:pt x="23132" y="91487"/>
                  <a:pt x="31157" y="91822"/>
                </a:cubicBezTo>
                <a:cubicBezTo>
                  <a:pt x="32812" y="91894"/>
                  <a:pt x="34469" y="91930"/>
                  <a:pt x="36126" y="91930"/>
                </a:cubicBezTo>
                <a:cubicBezTo>
                  <a:pt x="42105" y="91930"/>
                  <a:pt x="48088" y="91469"/>
                  <a:pt x="54014" y="90636"/>
                </a:cubicBezTo>
                <a:cubicBezTo>
                  <a:pt x="60245" y="89724"/>
                  <a:pt x="66993" y="88053"/>
                  <a:pt x="70762" y="83007"/>
                </a:cubicBezTo>
                <a:cubicBezTo>
                  <a:pt x="71735" y="81700"/>
                  <a:pt x="72495" y="80180"/>
                  <a:pt x="72525" y="78539"/>
                </a:cubicBezTo>
                <a:cubicBezTo>
                  <a:pt x="72555" y="76958"/>
                  <a:pt x="71917" y="75438"/>
                  <a:pt x="71309" y="73949"/>
                </a:cubicBezTo>
                <a:cubicBezTo>
                  <a:pt x="70884" y="72946"/>
                  <a:pt x="70397" y="71882"/>
                  <a:pt x="69516" y="71244"/>
                </a:cubicBezTo>
                <a:cubicBezTo>
                  <a:pt x="68817" y="70727"/>
                  <a:pt x="67935" y="70545"/>
                  <a:pt x="67115" y="70241"/>
                </a:cubicBezTo>
                <a:cubicBezTo>
                  <a:pt x="63072" y="68630"/>
                  <a:pt x="61370" y="63949"/>
                  <a:pt x="58330" y="60879"/>
                </a:cubicBezTo>
                <a:cubicBezTo>
                  <a:pt x="56111" y="58599"/>
                  <a:pt x="52859" y="56806"/>
                  <a:pt x="52434" y="53675"/>
                </a:cubicBezTo>
                <a:cubicBezTo>
                  <a:pt x="52130" y="51608"/>
                  <a:pt x="53224" y="49602"/>
                  <a:pt x="53528" y="47566"/>
                </a:cubicBezTo>
                <a:cubicBezTo>
                  <a:pt x="53790" y="45587"/>
                  <a:pt x="52687" y="43052"/>
                  <a:pt x="50779" y="43052"/>
                </a:cubicBezTo>
                <a:cubicBezTo>
                  <a:pt x="50694" y="43052"/>
                  <a:pt x="50607" y="43057"/>
                  <a:pt x="50519" y="43067"/>
                </a:cubicBezTo>
                <a:cubicBezTo>
                  <a:pt x="49516" y="43189"/>
                  <a:pt x="48695" y="43979"/>
                  <a:pt x="47692" y="44070"/>
                </a:cubicBezTo>
                <a:cubicBezTo>
                  <a:pt x="47623" y="44076"/>
                  <a:pt x="47555" y="44079"/>
                  <a:pt x="47489" y="44079"/>
                </a:cubicBezTo>
                <a:cubicBezTo>
                  <a:pt x="45562" y="44079"/>
                  <a:pt x="44648" y="41579"/>
                  <a:pt x="43649" y="39845"/>
                </a:cubicBezTo>
                <a:cubicBezTo>
                  <a:pt x="41643" y="36380"/>
                  <a:pt x="37388" y="34708"/>
                  <a:pt x="35382" y="31274"/>
                </a:cubicBezTo>
                <a:cubicBezTo>
                  <a:pt x="33254" y="27687"/>
                  <a:pt x="34075" y="23219"/>
                  <a:pt x="34500" y="19085"/>
                </a:cubicBezTo>
                <a:cubicBezTo>
                  <a:pt x="34713" y="17109"/>
                  <a:pt x="34774" y="14982"/>
                  <a:pt x="33831" y="13249"/>
                </a:cubicBezTo>
                <a:cubicBezTo>
                  <a:pt x="31886" y="9662"/>
                  <a:pt x="27023" y="9389"/>
                  <a:pt x="23071" y="8477"/>
                </a:cubicBezTo>
                <a:cubicBezTo>
                  <a:pt x="17934" y="7322"/>
                  <a:pt x="14682" y="4465"/>
                  <a:pt x="10852" y="1121"/>
                </a:cubicBezTo>
                <a:cubicBezTo>
                  <a:pt x="9937" y="332"/>
                  <a:pt x="9123" y="0"/>
                  <a:pt x="840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"/>
          <p:cNvSpPr/>
          <p:nvPr/>
        </p:nvSpPr>
        <p:spPr>
          <a:xfrm>
            <a:off x="143628" y="4266151"/>
            <a:ext cx="1016317" cy="972688"/>
          </a:xfrm>
          <a:custGeom>
            <a:avLst/>
            <a:gdLst/>
            <a:ahLst/>
            <a:cxnLst/>
            <a:rect l="l" t="t" r="r" b="b"/>
            <a:pathLst>
              <a:path w="49850" h="47710" extrusionOk="0">
                <a:moveTo>
                  <a:pt x="5062" y="1"/>
                </a:moveTo>
                <a:cubicBezTo>
                  <a:pt x="5006" y="1"/>
                  <a:pt x="4951" y="1"/>
                  <a:pt x="4894" y="1"/>
                </a:cubicBezTo>
                <a:cubicBezTo>
                  <a:pt x="92" y="1"/>
                  <a:pt x="1733" y="3527"/>
                  <a:pt x="1976" y="7509"/>
                </a:cubicBezTo>
                <a:cubicBezTo>
                  <a:pt x="2250" y="12281"/>
                  <a:pt x="2554" y="17114"/>
                  <a:pt x="1976" y="21856"/>
                </a:cubicBezTo>
                <a:cubicBezTo>
                  <a:pt x="1399" y="26598"/>
                  <a:pt x="1" y="31552"/>
                  <a:pt x="1703" y="36020"/>
                </a:cubicBezTo>
                <a:cubicBezTo>
                  <a:pt x="3800" y="41613"/>
                  <a:pt x="9940" y="44470"/>
                  <a:pt x="15746" y="45929"/>
                </a:cubicBezTo>
                <a:cubicBezTo>
                  <a:pt x="20540" y="47111"/>
                  <a:pt x="25471" y="47710"/>
                  <a:pt x="30404" y="47710"/>
                </a:cubicBezTo>
                <a:cubicBezTo>
                  <a:pt x="34478" y="47710"/>
                  <a:pt x="38554" y="47301"/>
                  <a:pt x="42555" y="46476"/>
                </a:cubicBezTo>
                <a:cubicBezTo>
                  <a:pt x="45260" y="45929"/>
                  <a:pt x="48330" y="44835"/>
                  <a:pt x="49272" y="42221"/>
                </a:cubicBezTo>
                <a:cubicBezTo>
                  <a:pt x="49850" y="40610"/>
                  <a:pt x="49424" y="38817"/>
                  <a:pt x="48938" y="37145"/>
                </a:cubicBezTo>
                <a:cubicBezTo>
                  <a:pt x="48178" y="34409"/>
                  <a:pt x="47266" y="31643"/>
                  <a:pt x="45594" y="29333"/>
                </a:cubicBezTo>
                <a:cubicBezTo>
                  <a:pt x="43923" y="27054"/>
                  <a:pt x="41369" y="25230"/>
                  <a:pt x="38512" y="25108"/>
                </a:cubicBezTo>
                <a:cubicBezTo>
                  <a:pt x="37752" y="25078"/>
                  <a:pt x="36901" y="25139"/>
                  <a:pt x="36263" y="24713"/>
                </a:cubicBezTo>
                <a:cubicBezTo>
                  <a:pt x="35229" y="24044"/>
                  <a:pt x="35260" y="22555"/>
                  <a:pt x="34834" y="21400"/>
                </a:cubicBezTo>
                <a:cubicBezTo>
                  <a:pt x="34105" y="19455"/>
                  <a:pt x="32007" y="18360"/>
                  <a:pt x="29941" y="17996"/>
                </a:cubicBezTo>
                <a:cubicBezTo>
                  <a:pt x="27904" y="17631"/>
                  <a:pt x="25776" y="17783"/>
                  <a:pt x="23740" y="17418"/>
                </a:cubicBezTo>
                <a:cubicBezTo>
                  <a:pt x="19484" y="16628"/>
                  <a:pt x="15746" y="13345"/>
                  <a:pt x="14469" y="9181"/>
                </a:cubicBezTo>
                <a:cubicBezTo>
                  <a:pt x="13831" y="7084"/>
                  <a:pt x="13740" y="4774"/>
                  <a:pt x="12524" y="3011"/>
                </a:cubicBezTo>
                <a:cubicBezTo>
                  <a:pt x="10344" y="831"/>
                  <a:pt x="8135" y="1"/>
                  <a:pt x="506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"/>
          <p:cNvSpPr/>
          <p:nvPr/>
        </p:nvSpPr>
        <p:spPr>
          <a:xfrm>
            <a:off x="252100" y="4085925"/>
            <a:ext cx="377000" cy="370975"/>
          </a:xfrm>
          <a:custGeom>
            <a:avLst/>
            <a:gdLst/>
            <a:ahLst/>
            <a:cxnLst/>
            <a:rect l="l" t="t" r="r" b="b"/>
            <a:pathLst>
              <a:path w="15080" h="14839" extrusionOk="0">
                <a:moveTo>
                  <a:pt x="6698" y="0"/>
                </a:moveTo>
                <a:cubicBezTo>
                  <a:pt x="4340" y="0"/>
                  <a:pt x="1761" y="579"/>
                  <a:pt x="31" y="609"/>
                </a:cubicBezTo>
                <a:cubicBezTo>
                  <a:pt x="0" y="609"/>
                  <a:pt x="0" y="639"/>
                  <a:pt x="31" y="639"/>
                </a:cubicBezTo>
                <a:lnTo>
                  <a:pt x="0" y="639"/>
                </a:lnTo>
                <a:cubicBezTo>
                  <a:pt x="2493" y="639"/>
                  <a:pt x="5168" y="2220"/>
                  <a:pt x="7356" y="3284"/>
                </a:cubicBezTo>
                <a:cubicBezTo>
                  <a:pt x="8177" y="3679"/>
                  <a:pt x="8511" y="3709"/>
                  <a:pt x="8785" y="4560"/>
                </a:cubicBezTo>
                <a:cubicBezTo>
                  <a:pt x="9058" y="5442"/>
                  <a:pt x="9210" y="6293"/>
                  <a:pt x="9423" y="7174"/>
                </a:cubicBezTo>
                <a:cubicBezTo>
                  <a:pt x="9758" y="8573"/>
                  <a:pt x="10244" y="9819"/>
                  <a:pt x="11429" y="10670"/>
                </a:cubicBezTo>
                <a:cubicBezTo>
                  <a:pt x="11976" y="11035"/>
                  <a:pt x="12128" y="11004"/>
                  <a:pt x="12645" y="11551"/>
                </a:cubicBezTo>
                <a:cubicBezTo>
                  <a:pt x="13405" y="12311"/>
                  <a:pt x="13162" y="12311"/>
                  <a:pt x="13375" y="13193"/>
                </a:cubicBezTo>
                <a:cubicBezTo>
                  <a:pt x="13527" y="13770"/>
                  <a:pt x="13770" y="14226"/>
                  <a:pt x="14165" y="14682"/>
                </a:cubicBezTo>
                <a:cubicBezTo>
                  <a:pt x="14261" y="14793"/>
                  <a:pt x="14369" y="14839"/>
                  <a:pt x="14473" y="14839"/>
                </a:cubicBezTo>
                <a:cubicBezTo>
                  <a:pt x="14798" y="14839"/>
                  <a:pt x="15079" y="14389"/>
                  <a:pt x="14803" y="14044"/>
                </a:cubicBezTo>
                <a:cubicBezTo>
                  <a:pt x="14043" y="13041"/>
                  <a:pt x="14074" y="11673"/>
                  <a:pt x="13557" y="10548"/>
                </a:cubicBezTo>
                <a:cubicBezTo>
                  <a:pt x="13283" y="9940"/>
                  <a:pt x="12797" y="9515"/>
                  <a:pt x="12463" y="8937"/>
                </a:cubicBezTo>
                <a:cubicBezTo>
                  <a:pt x="11460" y="7174"/>
                  <a:pt x="12706" y="5047"/>
                  <a:pt x="12128" y="3132"/>
                </a:cubicBezTo>
                <a:cubicBezTo>
                  <a:pt x="11354" y="624"/>
                  <a:pt x="9145" y="0"/>
                  <a:pt x="669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"/>
          <p:cNvSpPr/>
          <p:nvPr/>
        </p:nvSpPr>
        <p:spPr>
          <a:xfrm>
            <a:off x="636280" y="4487806"/>
            <a:ext cx="598638" cy="534336"/>
          </a:xfrm>
          <a:custGeom>
            <a:avLst/>
            <a:gdLst/>
            <a:ahLst/>
            <a:cxnLst/>
            <a:rect l="l" t="t" r="r" b="b"/>
            <a:pathLst>
              <a:path w="29363" h="26209" extrusionOk="0">
                <a:moveTo>
                  <a:pt x="9676" y="1"/>
                </a:moveTo>
                <a:cubicBezTo>
                  <a:pt x="9064" y="1"/>
                  <a:pt x="8443" y="95"/>
                  <a:pt x="7843" y="275"/>
                </a:cubicBezTo>
                <a:cubicBezTo>
                  <a:pt x="5472" y="1005"/>
                  <a:pt x="2767" y="1066"/>
                  <a:pt x="274" y="1309"/>
                </a:cubicBezTo>
                <a:cubicBezTo>
                  <a:pt x="31" y="1339"/>
                  <a:pt x="1" y="1704"/>
                  <a:pt x="274" y="1734"/>
                </a:cubicBezTo>
                <a:cubicBezTo>
                  <a:pt x="720" y="1745"/>
                  <a:pt x="1180" y="1747"/>
                  <a:pt x="1650" y="1747"/>
                </a:cubicBezTo>
                <a:cubicBezTo>
                  <a:pt x="1807" y="1747"/>
                  <a:pt x="1966" y="1746"/>
                  <a:pt x="2125" y="1746"/>
                </a:cubicBezTo>
                <a:cubicBezTo>
                  <a:pt x="5473" y="1746"/>
                  <a:pt x="9172" y="1814"/>
                  <a:pt x="11217" y="4804"/>
                </a:cubicBezTo>
                <a:cubicBezTo>
                  <a:pt x="11976" y="5929"/>
                  <a:pt x="12372" y="7540"/>
                  <a:pt x="13435" y="8391"/>
                </a:cubicBezTo>
                <a:cubicBezTo>
                  <a:pt x="13894" y="8760"/>
                  <a:pt x="14398" y="8861"/>
                  <a:pt x="14921" y="8861"/>
                </a:cubicBezTo>
                <a:cubicBezTo>
                  <a:pt x="15552" y="8861"/>
                  <a:pt x="16211" y="8714"/>
                  <a:pt x="16850" y="8714"/>
                </a:cubicBezTo>
                <a:cubicBezTo>
                  <a:pt x="17297" y="8714"/>
                  <a:pt x="17735" y="8786"/>
                  <a:pt x="18147" y="9029"/>
                </a:cubicBezTo>
                <a:cubicBezTo>
                  <a:pt x="18967" y="9485"/>
                  <a:pt x="19636" y="10397"/>
                  <a:pt x="20274" y="11096"/>
                </a:cubicBezTo>
                <a:cubicBezTo>
                  <a:pt x="21034" y="11887"/>
                  <a:pt x="22129" y="12798"/>
                  <a:pt x="22615" y="13801"/>
                </a:cubicBezTo>
                <a:cubicBezTo>
                  <a:pt x="23344" y="15260"/>
                  <a:pt x="22159" y="16628"/>
                  <a:pt x="23375" y="18118"/>
                </a:cubicBezTo>
                <a:cubicBezTo>
                  <a:pt x="23892" y="18756"/>
                  <a:pt x="24530" y="19121"/>
                  <a:pt x="24803" y="19972"/>
                </a:cubicBezTo>
                <a:cubicBezTo>
                  <a:pt x="25016" y="20701"/>
                  <a:pt x="24986" y="21552"/>
                  <a:pt x="24986" y="22312"/>
                </a:cubicBezTo>
                <a:cubicBezTo>
                  <a:pt x="24955" y="23680"/>
                  <a:pt x="24591" y="24865"/>
                  <a:pt x="25594" y="25990"/>
                </a:cubicBezTo>
                <a:cubicBezTo>
                  <a:pt x="25705" y="26124"/>
                  <a:pt x="25914" y="26208"/>
                  <a:pt x="26101" y="26208"/>
                </a:cubicBezTo>
                <a:cubicBezTo>
                  <a:pt x="26170" y="26208"/>
                  <a:pt x="26236" y="26197"/>
                  <a:pt x="26293" y="26172"/>
                </a:cubicBezTo>
                <a:cubicBezTo>
                  <a:pt x="29363" y="25109"/>
                  <a:pt x="28968" y="19698"/>
                  <a:pt x="27539" y="17479"/>
                </a:cubicBezTo>
                <a:cubicBezTo>
                  <a:pt x="27053" y="16689"/>
                  <a:pt x="26354" y="16172"/>
                  <a:pt x="25624" y="15595"/>
                </a:cubicBezTo>
                <a:cubicBezTo>
                  <a:pt x="24925" y="15017"/>
                  <a:pt x="24743" y="14409"/>
                  <a:pt x="24165" y="13710"/>
                </a:cubicBezTo>
                <a:cubicBezTo>
                  <a:pt x="23496" y="12890"/>
                  <a:pt x="22524" y="12282"/>
                  <a:pt x="21733" y="11552"/>
                </a:cubicBezTo>
                <a:cubicBezTo>
                  <a:pt x="20943" y="10823"/>
                  <a:pt x="20183" y="9941"/>
                  <a:pt x="19332" y="9272"/>
                </a:cubicBezTo>
                <a:cubicBezTo>
                  <a:pt x="18815" y="8877"/>
                  <a:pt x="18390" y="8725"/>
                  <a:pt x="17812" y="8513"/>
                </a:cubicBezTo>
                <a:cubicBezTo>
                  <a:pt x="17235" y="8300"/>
                  <a:pt x="16171" y="8239"/>
                  <a:pt x="15685" y="7783"/>
                </a:cubicBezTo>
                <a:cubicBezTo>
                  <a:pt x="15350" y="7449"/>
                  <a:pt x="15229" y="6628"/>
                  <a:pt x="15168" y="6233"/>
                </a:cubicBezTo>
                <a:cubicBezTo>
                  <a:pt x="14864" y="4288"/>
                  <a:pt x="14651" y="2677"/>
                  <a:pt x="13071" y="1248"/>
                </a:cubicBezTo>
                <a:cubicBezTo>
                  <a:pt x="12133" y="392"/>
                  <a:pt x="10922" y="1"/>
                  <a:pt x="96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"/>
          <p:cNvSpPr/>
          <p:nvPr/>
        </p:nvSpPr>
        <p:spPr>
          <a:xfrm>
            <a:off x="1188136" y="4401266"/>
            <a:ext cx="250980" cy="387401"/>
          </a:xfrm>
          <a:custGeom>
            <a:avLst/>
            <a:gdLst/>
            <a:ahLst/>
            <a:cxnLst/>
            <a:rect l="l" t="t" r="r" b="b"/>
            <a:pathLst>
              <a:path w="11217" h="17314" extrusionOk="0">
                <a:moveTo>
                  <a:pt x="3682" y="0"/>
                </a:moveTo>
                <a:cubicBezTo>
                  <a:pt x="3334" y="0"/>
                  <a:pt x="2991" y="82"/>
                  <a:pt x="2676" y="272"/>
                </a:cubicBezTo>
                <a:cubicBezTo>
                  <a:pt x="1825" y="758"/>
                  <a:pt x="1521" y="1822"/>
                  <a:pt x="1308" y="2795"/>
                </a:cubicBezTo>
                <a:cubicBezTo>
                  <a:pt x="913" y="4436"/>
                  <a:pt x="518" y="6077"/>
                  <a:pt x="153" y="7749"/>
                </a:cubicBezTo>
                <a:cubicBezTo>
                  <a:pt x="62" y="8083"/>
                  <a:pt x="1" y="8418"/>
                  <a:pt x="31" y="8752"/>
                </a:cubicBezTo>
                <a:lnTo>
                  <a:pt x="31" y="8722"/>
                </a:lnTo>
                <a:cubicBezTo>
                  <a:pt x="244" y="10211"/>
                  <a:pt x="2281" y="11001"/>
                  <a:pt x="2858" y="12430"/>
                </a:cubicBezTo>
                <a:cubicBezTo>
                  <a:pt x="3284" y="13524"/>
                  <a:pt x="2828" y="14831"/>
                  <a:pt x="3436" y="15834"/>
                </a:cubicBezTo>
                <a:cubicBezTo>
                  <a:pt x="4073" y="16893"/>
                  <a:pt x="4918" y="17314"/>
                  <a:pt x="5808" y="17314"/>
                </a:cubicBezTo>
                <a:cubicBezTo>
                  <a:pt x="7803" y="17314"/>
                  <a:pt x="10020" y="15199"/>
                  <a:pt x="10609" y="13433"/>
                </a:cubicBezTo>
                <a:cubicBezTo>
                  <a:pt x="11217" y="11640"/>
                  <a:pt x="11126" y="9694"/>
                  <a:pt x="10943" y="7810"/>
                </a:cubicBezTo>
                <a:cubicBezTo>
                  <a:pt x="10852" y="6685"/>
                  <a:pt x="10700" y="5469"/>
                  <a:pt x="9910" y="4679"/>
                </a:cubicBezTo>
                <a:cubicBezTo>
                  <a:pt x="9484" y="4284"/>
                  <a:pt x="8968" y="4010"/>
                  <a:pt x="8481" y="3676"/>
                </a:cubicBezTo>
                <a:cubicBezTo>
                  <a:pt x="7509" y="2977"/>
                  <a:pt x="6870" y="1883"/>
                  <a:pt x="5989" y="1062"/>
                </a:cubicBezTo>
                <a:cubicBezTo>
                  <a:pt x="5369" y="463"/>
                  <a:pt x="4508" y="0"/>
                  <a:pt x="36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"/>
          <p:cNvSpPr/>
          <p:nvPr/>
        </p:nvSpPr>
        <p:spPr>
          <a:xfrm>
            <a:off x="4552363" y="4604000"/>
            <a:ext cx="1309325" cy="869575"/>
          </a:xfrm>
          <a:custGeom>
            <a:avLst/>
            <a:gdLst/>
            <a:ahLst/>
            <a:cxnLst/>
            <a:rect l="l" t="t" r="r" b="b"/>
            <a:pathLst>
              <a:path w="52373" h="34783" extrusionOk="0">
                <a:moveTo>
                  <a:pt x="24129" y="0"/>
                </a:moveTo>
                <a:cubicBezTo>
                  <a:pt x="22639" y="0"/>
                  <a:pt x="21270" y="534"/>
                  <a:pt x="20518" y="1828"/>
                </a:cubicBezTo>
                <a:cubicBezTo>
                  <a:pt x="18755" y="4898"/>
                  <a:pt x="22068" y="9305"/>
                  <a:pt x="19940" y="12132"/>
                </a:cubicBezTo>
                <a:cubicBezTo>
                  <a:pt x="18664" y="13804"/>
                  <a:pt x="16171" y="13864"/>
                  <a:pt x="14378" y="14959"/>
                </a:cubicBezTo>
                <a:cubicBezTo>
                  <a:pt x="12220" y="16266"/>
                  <a:pt x="11247" y="18910"/>
                  <a:pt x="9180" y="20339"/>
                </a:cubicBezTo>
                <a:cubicBezTo>
                  <a:pt x="5837" y="22618"/>
                  <a:pt x="1764" y="21980"/>
                  <a:pt x="852" y="26843"/>
                </a:cubicBezTo>
                <a:cubicBezTo>
                  <a:pt x="1" y="31555"/>
                  <a:pt x="3618" y="33439"/>
                  <a:pt x="7691" y="34169"/>
                </a:cubicBezTo>
                <a:cubicBezTo>
                  <a:pt x="10070" y="34591"/>
                  <a:pt x="12547" y="34783"/>
                  <a:pt x="15073" y="34783"/>
                </a:cubicBezTo>
                <a:cubicBezTo>
                  <a:pt x="24358" y="34783"/>
                  <a:pt x="34295" y="32191"/>
                  <a:pt x="42372" y="28941"/>
                </a:cubicBezTo>
                <a:cubicBezTo>
                  <a:pt x="45290" y="27755"/>
                  <a:pt x="48239" y="26327"/>
                  <a:pt x="50062" y="23773"/>
                </a:cubicBezTo>
                <a:cubicBezTo>
                  <a:pt x="51977" y="21129"/>
                  <a:pt x="52372" y="17482"/>
                  <a:pt x="51157" y="14442"/>
                </a:cubicBezTo>
                <a:cubicBezTo>
                  <a:pt x="49910" y="11433"/>
                  <a:pt x="47144" y="9092"/>
                  <a:pt x="43983" y="8302"/>
                </a:cubicBezTo>
                <a:cubicBezTo>
                  <a:pt x="41217" y="7603"/>
                  <a:pt x="38238" y="7998"/>
                  <a:pt x="35624" y="6934"/>
                </a:cubicBezTo>
                <a:cubicBezTo>
                  <a:pt x="32858" y="5779"/>
                  <a:pt x="31004" y="3165"/>
                  <a:pt x="28542" y="1433"/>
                </a:cubicBezTo>
                <a:cubicBezTo>
                  <a:pt x="27298" y="557"/>
                  <a:pt x="25651" y="0"/>
                  <a:pt x="2412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"/>
          <p:cNvSpPr/>
          <p:nvPr/>
        </p:nvSpPr>
        <p:spPr>
          <a:xfrm>
            <a:off x="3615638" y="4706300"/>
            <a:ext cx="1231850" cy="1065550"/>
          </a:xfrm>
          <a:custGeom>
            <a:avLst/>
            <a:gdLst/>
            <a:ahLst/>
            <a:cxnLst/>
            <a:rect l="l" t="t" r="r" b="b"/>
            <a:pathLst>
              <a:path w="49274" h="42622" extrusionOk="0">
                <a:moveTo>
                  <a:pt x="48694" y="1"/>
                </a:moveTo>
                <a:cubicBezTo>
                  <a:pt x="48391" y="1"/>
                  <a:pt x="48073" y="198"/>
                  <a:pt x="48043" y="582"/>
                </a:cubicBezTo>
                <a:cubicBezTo>
                  <a:pt x="47739" y="3804"/>
                  <a:pt x="43818" y="6114"/>
                  <a:pt x="41356" y="7816"/>
                </a:cubicBezTo>
                <a:cubicBezTo>
                  <a:pt x="39197" y="9306"/>
                  <a:pt x="37465" y="10947"/>
                  <a:pt x="35945" y="13105"/>
                </a:cubicBezTo>
                <a:cubicBezTo>
                  <a:pt x="35033" y="14412"/>
                  <a:pt x="34152" y="15993"/>
                  <a:pt x="32419" y="16175"/>
                </a:cubicBezTo>
                <a:cubicBezTo>
                  <a:pt x="31143" y="16327"/>
                  <a:pt x="29957" y="16175"/>
                  <a:pt x="28681" y="16479"/>
                </a:cubicBezTo>
                <a:cubicBezTo>
                  <a:pt x="26188" y="17056"/>
                  <a:pt x="23848" y="18394"/>
                  <a:pt x="21507" y="19366"/>
                </a:cubicBezTo>
                <a:cubicBezTo>
                  <a:pt x="20291" y="19853"/>
                  <a:pt x="19015" y="20309"/>
                  <a:pt x="17769" y="20673"/>
                </a:cubicBezTo>
                <a:cubicBezTo>
                  <a:pt x="16522" y="21038"/>
                  <a:pt x="15154" y="20856"/>
                  <a:pt x="13878" y="21221"/>
                </a:cubicBezTo>
                <a:cubicBezTo>
                  <a:pt x="12540" y="21585"/>
                  <a:pt x="11446" y="22436"/>
                  <a:pt x="10443" y="23439"/>
                </a:cubicBezTo>
                <a:cubicBezTo>
                  <a:pt x="9470" y="24412"/>
                  <a:pt x="8559" y="25020"/>
                  <a:pt x="7464" y="25841"/>
                </a:cubicBezTo>
                <a:cubicBezTo>
                  <a:pt x="5245" y="27482"/>
                  <a:pt x="4516" y="29914"/>
                  <a:pt x="4881" y="32497"/>
                </a:cubicBezTo>
                <a:cubicBezTo>
                  <a:pt x="5094" y="33926"/>
                  <a:pt x="5002" y="35537"/>
                  <a:pt x="4850" y="36996"/>
                </a:cubicBezTo>
                <a:cubicBezTo>
                  <a:pt x="4656" y="38717"/>
                  <a:pt x="3472" y="41606"/>
                  <a:pt x="1299" y="41606"/>
                </a:cubicBezTo>
                <a:cubicBezTo>
                  <a:pt x="1094" y="41606"/>
                  <a:pt x="879" y="41580"/>
                  <a:pt x="656" y="41525"/>
                </a:cubicBezTo>
                <a:cubicBezTo>
                  <a:pt x="609" y="41511"/>
                  <a:pt x="565" y="41505"/>
                  <a:pt x="525" y="41505"/>
                </a:cubicBezTo>
                <a:cubicBezTo>
                  <a:pt x="112" y="41505"/>
                  <a:pt x="0" y="42149"/>
                  <a:pt x="443" y="42315"/>
                </a:cubicBezTo>
                <a:cubicBezTo>
                  <a:pt x="1010" y="42519"/>
                  <a:pt x="1568" y="42622"/>
                  <a:pt x="2105" y="42622"/>
                </a:cubicBezTo>
                <a:cubicBezTo>
                  <a:pt x="3326" y="42622"/>
                  <a:pt x="4441" y="42094"/>
                  <a:pt x="5306" y="41039"/>
                </a:cubicBezTo>
                <a:cubicBezTo>
                  <a:pt x="6765" y="39276"/>
                  <a:pt x="6826" y="36874"/>
                  <a:pt x="6978" y="34716"/>
                </a:cubicBezTo>
                <a:cubicBezTo>
                  <a:pt x="7069" y="33440"/>
                  <a:pt x="7616" y="32345"/>
                  <a:pt x="8467" y="31373"/>
                </a:cubicBezTo>
                <a:cubicBezTo>
                  <a:pt x="9167" y="30522"/>
                  <a:pt x="10352" y="30370"/>
                  <a:pt x="11355" y="29975"/>
                </a:cubicBezTo>
                <a:cubicBezTo>
                  <a:pt x="12601" y="29458"/>
                  <a:pt x="13544" y="28759"/>
                  <a:pt x="14486" y="27816"/>
                </a:cubicBezTo>
                <a:cubicBezTo>
                  <a:pt x="15337" y="26965"/>
                  <a:pt x="16006" y="26905"/>
                  <a:pt x="17191" y="26722"/>
                </a:cubicBezTo>
                <a:cubicBezTo>
                  <a:pt x="19653" y="26388"/>
                  <a:pt x="21598" y="25354"/>
                  <a:pt x="23513" y="23804"/>
                </a:cubicBezTo>
                <a:cubicBezTo>
                  <a:pt x="25428" y="22254"/>
                  <a:pt x="26918" y="20522"/>
                  <a:pt x="29197" y="19640"/>
                </a:cubicBezTo>
                <a:cubicBezTo>
                  <a:pt x="31264" y="18850"/>
                  <a:pt x="33392" y="19063"/>
                  <a:pt x="35185" y="17664"/>
                </a:cubicBezTo>
                <a:cubicBezTo>
                  <a:pt x="37009" y="16266"/>
                  <a:pt x="37951" y="14108"/>
                  <a:pt x="39532" y="12436"/>
                </a:cubicBezTo>
                <a:cubicBezTo>
                  <a:pt x="41477" y="10339"/>
                  <a:pt x="44152" y="9123"/>
                  <a:pt x="46280" y="7239"/>
                </a:cubicBezTo>
                <a:cubicBezTo>
                  <a:pt x="48255" y="5506"/>
                  <a:pt x="49167" y="3166"/>
                  <a:pt x="49258" y="582"/>
                </a:cubicBezTo>
                <a:cubicBezTo>
                  <a:pt x="49274" y="191"/>
                  <a:pt x="48991" y="1"/>
                  <a:pt x="4869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2"/>
          <p:cNvGrpSpPr/>
          <p:nvPr/>
        </p:nvGrpSpPr>
        <p:grpSpPr>
          <a:xfrm>
            <a:off x="2841460" y="4384715"/>
            <a:ext cx="822293" cy="608113"/>
            <a:chOff x="2865710" y="4140652"/>
            <a:chExt cx="822293" cy="608113"/>
          </a:xfrm>
        </p:grpSpPr>
        <p:sp>
          <p:nvSpPr>
            <p:cNvPr id="193" name="Google Shape;193;p2"/>
            <p:cNvSpPr/>
            <p:nvPr/>
          </p:nvSpPr>
          <p:spPr>
            <a:xfrm rot="-7016196">
              <a:off x="3007886" y="4562827"/>
              <a:ext cx="57774" cy="103349"/>
            </a:xfrm>
            <a:custGeom>
              <a:avLst/>
              <a:gdLst/>
              <a:ahLst/>
              <a:cxnLst/>
              <a:rect l="l" t="t" r="r" b="b"/>
              <a:pathLst>
                <a:path w="2311" h="4134" extrusionOk="0">
                  <a:moveTo>
                    <a:pt x="1228" y="0"/>
                  </a:moveTo>
                  <a:cubicBezTo>
                    <a:pt x="1102" y="0"/>
                    <a:pt x="977" y="49"/>
                    <a:pt x="882" y="163"/>
                  </a:cubicBezTo>
                  <a:cubicBezTo>
                    <a:pt x="669" y="436"/>
                    <a:pt x="578" y="740"/>
                    <a:pt x="396" y="1044"/>
                  </a:cubicBezTo>
                  <a:cubicBezTo>
                    <a:pt x="152" y="1531"/>
                    <a:pt x="0" y="1804"/>
                    <a:pt x="92" y="2382"/>
                  </a:cubicBezTo>
                  <a:cubicBezTo>
                    <a:pt x="213" y="3142"/>
                    <a:pt x="730" y="3689"/>
                    <a:pt x="1368" y="4053"/>
                  </a:cubicBezTo>
                  <a:cubicBezTo>
                    <a:pt x="1466" y="4102"/>
                    <a:pt x="1572" y="4134"/>
                    <a:pt x="1678" y="4134"/>
                  </a:cubicBezTo>
                  <a:cubicBezTo>
                    <a:pt x="1770" y="4134"/>
                    <a:pt x="1861" y="4110"/>
                    <a:pt x="1946" y="4053"/>
                  </a:cubicBezTo>
                  <a:cubicBezTo>
                    <a:pt x="2311" y="3810"/>
                    <a:pt x="2219" y="3324"/>
                    <a:pt x="2189" y="2929"/>
                  </a:cubicBezTo>
                  <a:cubicBezTo>
                    <a:pt x="2128" y="2534"/>
                    <a:pt x="2159" y="2138"/>
                    <a:pt x="2067" y="1713"/>
                  </a:cubicBezTo>
                  <a:cubicBezTo>
                    <a:pt x="2007" y="1500"/>
                    <a:pt x="1824" y="1348"/>
                    <a:pt x="1763" y="1135"/>
                  </a:cubicBezTo>
                  <a:cubicBezTo>
                    <a:pt x="1703" y="983"/>
                    <a:pt x="1794" y="710"/>
                    <a:pt x="1794" y="528"/>
                  </a:cubicBezTo>
                  <a:cubicBezTo>
                    <a:pt x="1794" y="235"/>
                    <a:pt x="1507" y="0"/>
                    <a:pt x="1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 rot="-7016196">
              <a:off x="2966336" y="4516401"/>
              <a:ext cx="45025" cy="66949"/>
            </a:xfrm>
            <a:custGeom>
              <a:avLst/>
              <a:gdLst/>
              <a:ahLst/>
              <a:cxnLst/>
              <a:rect l="l" t="t" r="r" b="b"/>
              <a:pathLst>
                <a:path w="1801" h="2678" extrusionOk="0">
                  <a:moveTo>
                    <a:pt x="607" y="1"/>
                  </a:moveTo>
                  <a:cubicBezTo>
                    <a:pt x="518" y="1"/>
                    <a:pt x="428" y="21"/>
                    <a:pt x="342" y="64"/>
                  </a:cubicBezTo>
                  <a:cubicBezTo>
                    <a:pt x="145" y="204"/>
                    <a:pt x="0" y="474"/>
                    <a:pt x="51" y="706"/>
                  </a:cubicBezTo>
                  <a:lnTo>
                    <a:pt x="51" y="706"/>
                  </a:lnTo>
                  <a:cubicBezTo>
                    <a:pt x="11" y="957"/>
                    <a:pt x="85" y="1124"/>
                    <a:pt x="159" y="1371"/>
                  </a:cubicBezTo>
                  <a:cubicBezTo>
                    <a:pt x="190" y="1553"/>
                    <a:pt x="190" y="1705"/>
                    <a:pt x="190" y="1888"/>
                  </a:cubicBezTo>
                  <a:cubicBezTo>
                    <a:pt x="190" y="2283"/>
                    <a:pt x="433" y="2496"/>
                    <a:pt x="767" y="2648"/>
                  </a:cubicBezTo>
                  <a:cubicBezTo>
                    <a:pt x="797" y="2678"/>
                    <a:pt x="889" y="2678"/>
                    <a:pt x="949" y="2678"/>
                  </a:cubicBezTo>
                  <a:cubicBezTo>
                    <a:pt x="1314" y="2678"/>
                    <a:pt x="1618" y="2404"/>
                    <a:pt x="1709" y="2100"/>
                  </a:cubicBezTo>
                  <a:cubicBezTo>
                    <a:pt x="1801" y="1766"/>
                    <a:pt x="1770" y="1371"/>
                    <a:pt x="1679" y="1006"/>
                  </a:cubicBezTo>
                  <a:cubicBezTo>
                    <a:pt x="1562" y="569"/>
                    <a:pt x="1362" y="215"/>
                    <a:pt x="916" y="80"/>
                  </a:cubicBezTo>
                  <a:lnTo>
                    <a:pt x="916" y="80"/>
                  </a:lnTo>
                  <a:cubicBezTo>
                    <a:pt x="818" y="29"/>
                    <a:pt x="713" y="1"/>
                    <a:pt x="6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 rot="-7016196">
              <a:off x="3030704" y="4450217"/>
              <a:ext cx="29675" cy="32675"/>
            </a:xfrm>
            <a:custGeom>
              <a:avLst/>
              <a:gdLst/>
              <a:ahLst/>
              <a:cxnLst/>
              <a:rect l="l" t="t" r="r" b="b"/>
              <a:pathLst>
                <a:path w="1187" h="1307" extrusionOk="0">
                  <a:moveTo>
                    <a:pt x="799" y="0"/>
                  </a:moveTo>
                  <a:cubicBezTo>
                    <a:pt x="710" y="0"/>
                    <a:pt x="618" y="39"/>
                    <a:pt x="553" y="133"/>
                  </a:cubicBezTo>
                  <a:cubicBezTo>
                    <a:pt x="461" y="285"/>
                    <a:pt x="340" y="437"/>
                    <a:pt x="249" y="619"/>
                  </a:cubicBezTo>
                  <a:cubicBezTo>
                    <a:pt x="218" y="680"/>
                    <a:pt x="188" y="741"/>
                    <a:pt x="157" y="832"/>
                  </a:cubicBezTo>
                  <a:cubicBezTo>
                    <a:pt x="127" y="923"/>
                    <a:pt x="97" y="984"/>
                    <a:pt x="66" y="1075"/>
                  </a:cubicBezTo>
                  <a:cubicBezTo>
                    <a:pt x="1" y="1206"/>
                    <a:pt x="124" y="1306"/>
                    <a:pt x="244" y="1306"/>
                  </a:cubicBezTo>
                  <a:cubicBezTo>
                    <a:pt x="290" y="1306"/>
                    <a:pt x="336" y="1291"/>
                    <a:pt x="370" y="1257"/>
                  </a:cubicBezTo>
                  <a:cubicBezTo>
                    <a:pt x="492" y="1136"/>
                    <a:pt x="644" y="1014"/>
                    <a:pt x="735" y="862"/>
                  </a:cubicBezTo>
                  <a:cubicBezTo>
                    <a:pt x="857" y="710"/>
                    <a:pt x="948" y="558"/>
                    <a:pt x="1039" y="406"/>
                  </a:cubicBezTo>
                  <a:cubicBezTo>
                    <a:pt x="1186" y="196"/>
                    <a:pt x="999" y="0"/>
                    <a:pt x="7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 rot="-7016196">
              <a:off x="3121320" y="4409859"/>
              <a:ext cx="41825" cy="79624"/>
            </a:xfrm>
            <a:custGeom>
              <a:avLst/>
              <a:gdLst/>
              <a:ahLst/>
              <a:cxnLst/>
              <a:rect l="l" t="t" r="r" b="b"/>
              <a:pathLst>
                <a:path w="1673" h="3185" extrusionOk="0">
                  <a:moveTo>
                    <a:pt x="836" y="0"/>
                  </a:moveTo>
                  <a:cubicBezTo>
                    <a:pt x="555" y="0"/>
                    <a:pt x="274" y="160"/>
                    <a:pt x="213" y="479"/>
                  </a:cubicBezTo>
                  <a:lnTo>
                    <a:pt x="183" y="479"/>
                  </a:lnTo>
                  <a:cubicBezTo>
                    <a:pt x="152" y="570"/>
                    <a:pt x="91" y="661"/>
                    <a:pt x="61" y="783"/>
                  </a:cubicBezTo>
                  <a:cubicBezTo>
                    <a:pt x="31" y="904"/>
                    <a:pt x="31" y="1026"/>
                    <a:pt x="31" y="1148"/>
                  </a:cubicBezTo>
                  <a:cubicBezTo>
                    <a:pt x="0" y="1360"/>
                    <a:pt x="0" y="1603"/>
                    <a:pt x="0" y="1816"/>
                  </a:cubicBezTo>
                  <a:cubicBezTo>
                    <a:pt x="31" y="2090"/>
                    <a:pt x="152" y="2242"/>
                    <a:pt x="243" y="2485"/>
                  </a:cubicBezTo>
                  <a:cubicBezTo>
                    <a:pt x="335" y="2667"/>
                    <a:pt x="395" y="2850"/>
                    <a:pt x="517" y="3002"/>
                  </a:cubicBezTo>
                  <a:cubicBezTo>
                    <a:pt x="593" y="3123"/>
                    <a:pt x="715" y="3184"/>
                    <a:pt x="836" y="3184"/>
                  </a:cubicBezTo>
                  <a:cubicBezTo>
                    <a:pt x="958" y="3184"/>
                    <a:pt x="1079" y="3123"/>
                    <a:pt x="1155" y="3002"/>
                  </a:cubicBezTo>
                  <a:cubicBezTo>
                    <a:pt x="1277" y="2850"/>
                    <a:pt x="1338" y="2667"/>
                    <a:pt x="1398" y="2485"/>
                  </a:cubicBezTo>
                  <a:cubicBezTo>
                    <a:pt x="1520" y="2242"/>
                    <a:pt x="1611" y="2090"/>
                    <a:pt x="1642" y="1816"/>
                  </a:cubicBezTo>
                  <a:cubicBezTo>
                    <a:pt x="1672" y="1603"/>
                    <a:pt x="1672" y="1360"/>
                    <a:pt x="1642" y="1148"/>
                  </a:cubicBezTo>
                  <a:cubicBezTo>
                    <a:pt x="1642" y="1026"/>
                    <a:pt x="1611" y="904"/>
                    <a:pt x="1611" y="783"/>
                  </a:cubicBezTo>
                  <a:cubicBezTo>
                    <a:pt x="1550" y="692"/>
                    <a:pt x="1520" y="570"/>
                    <a:pt x="1459" y="479"/>
                  </a:cubicBezTo>
                  <a:cubicBezTo>
                    <a:pt x="1398" y="160"/>
                    <a:pt x="1117" y="0"/>
                    <a:pt x="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 rot="-7016196">
              <a:off x="3135058" y="4522280"/>
              <a:ext cx="42600" cy="47575"/>
            </a:xfrm>
            <a:custGeom>
              <a:avLst/>
              <a:gdLst/>
              <a:ahLst/>
              <a:cxnLst/>
              <a:rect l="l" t="t" r="r" b="b"/>
              <a:pathLst>
                <a:path w="1704" h="1903" extrusionOk="0">
                  <a:moveTo>
                    <a:pt x="1000" y="0"/>
                  </a:moveTo>
                  <a:cubicBezTo>
                    <a:pt x="766" y="0"/>
                    <a:pt x="539" y="119"/>
                    <a:pt x="427" y="321"/>
                  </a:cubicBezTo>
                  <a:cubicBezTo>
                    <a:pt x="305" y="503"/>
                    <a:pt x="214" y="686"/>
                    <a:pt x="123" y="898"/>
                  </a:cubicBezTo>
                  <a:cubicBezTo>
                    <a:pt x="31" y="1081"/>
                    <a:pt x="1" y="1233"/>
                    <a:pt x="62" y="1415"/>
                  </a:cubicBezTo>
                  <a:cubicBezTo>
                    <a:pt x="92" y="1567"/>
                    <a:pt x="214" y="1750"/>
                    <a:pt x="366" y="1810"/>
                  </a:cubicBezTo>
                  <a:cubicBezTo>
                    <a:pt x="469" y="1872"/>
                    <a:pt x="586" y="1903"/>
                    <a:pt x="705" y="1903"/>
                  </a:cubicBezTo>
                  <a:cubicBezTo>
                    <a:pt x="934" y="1903"/>
                    <a:pt x="1168" y="1788"/>
                    <a:pt x="1308" y="1567"/>
                  </a:cubicBezTo>
                  <a:cubicBezTo>
                    <a:pt x="1430" y="1354"/>
                    <a:pt x="1521" y="1081"/>
                    <a:pt x="1642" y="838"/>
                  </a:cubicBezTo>
                  <a:cubicBezTo>
                    <a:pt x="1703" y="686"/>
                    <a:pt x="1642" y="443"/>
                    <a:pt x="1551" y="321"/>
                  </a:cubicBezTo>
                  <a:cubicBezTo>
                    <a:pt x="1490" y="199"/>
                    <a:pt x="1369" y="108"/>
                    <a:pt x="1247" y="47"/>
                  </a:cubicBezTo>
                  <a:cubicBezTo>
                    <a:pt x="1167" y="15"/>
                    <a:pt x="1083" y="0"/>
                    <a:pt x="10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 rot="-7016196">
              <a:off x="3197074" y="4592698"/>
              <a:ext cx="77249" cy="80449"/>
            </a:xfrm>
            <a:custGeom>
              <a:avLst/>
              <a:gdLst/>
              <a:ahLst/>
              <a:cxnLst/>
              <a:rect l="l" t="t" r="r" b="b"/>
              <a:pathLst>
                <a:path w="3090" h="3218" extrusionOk="0">
                  <a:moveTo>
                    <a:pt x="2223" y="1"/>
                  </a:moveTo>
                  <a:cubicBezTo>
                    <a:pt x="2179" y="1"/>
                    <a:pt x="2133" y="6"/>
                    <a:pt x="2088" y="14"/>
                  </a:cubicBezTo>
                  <a:lnTo>
                    <a:pt x="2088" y="14"/>
                  </a:lnTo>
                  <a:cubicBezTo>
                    <a:pt x="2055" y="11"/>
                    <a:pt x="2022" y="9"/>
                    <a:pt x="1988" y="9"/>
                  </a:cubicBezTo>
                  <a:cubicBezTo>
                    <a:pt x="1540" y="9"/>
                    <a:pt x="1059" y="312"/>
                    <a:pt x="761" y="635"/>
                  </a:cubicBezTo>
                  <a:cubicBezTo>
                    <a:pt x="426" y="1000"/>
                    <a:pt x="153" y="1486"/>
                    <a:pt x="62" y="2003"/>
                  </a:cubicBezTo>
                  <a:cubicBezTo>
                    <a:pt x="1" y="2398"/>
                    <a:pt x="122" y="2884"/>
                    <a:pt x="518" y="3066"/>
                  </a:cubicBezTo>
                  <a:cubicBezTo>
                    <a:pt x="705" y="3170"/>
                    <a:pt x="835" y="3217"/>
                    <a:pt x="995" y="3217"/>
                  </a:cubicBezTo>
                  <a:cubicBezTo>
                    <a:pt x="1070" y="3217"/>
                    <a:pt x="1151" y="3207"/>
                    <a:pt x="1247" y="3188"/>
                  </a:cubicBezTo>
                  <a:cubicBezTo>
                    <a:pt x="1551" y="3097"/>
                    <a:pt x="1855" y="2823"/>
                    <a:pt x="1916" y="2489"/>
                  </a:cubicBezTo>
                  <a:cubicBezTo>
                    <a:pt x="1977" y="2246"/>
                    <a:pt x="2037" y="2063"/>
                    <a:pt x="2159" y="1851"/>
                  </a:cubicBezTo>
                  <a:cubicBezTo>
                    <a:pt x="2306" y="1641"/>
                    <a:pt x="2511" y="1489"/>
                    <a:pt x="2664" y="1294"/>
                  </a:cubicBezTo>
                  <a:lnTo>
                    <a:pt x="2664" y="1294"/>
                  </a:lnTo>
                  <a:cubicBezTo>
                    <a:pt x="2754" y="1216"/>
                    <a:pt x="2806" y="1134"/>
                    <a:pt x="2858" y="1030"/>
                  </a:cubicBezTo>
                  <a:cubicBezTo>
                    <a:pt x="2875" y="996"/>
                    <a:pt x="2892" y="962"/>
                    <a:pt x="2904" y="928"/>
                  </a:cubicBezTo>
                  <a:lnTo>
                    <a:pt x="2904" y="928"/>
                  </a:lnTo>
                  <a:cubicBezTo>
                    <a:pt x="3090" y="663"/>
                    <a:pt x="3032" y="225"/>
                    <a:pt x="2676" y="149"/>
                  </a:cubicBezTo>
                  <a:lnTo>
                    <a:pt x="2676" y="149"/>
                  </a:lnTo>
                  <a:cubicBezTo>
                    <a:pt x="2706" y="194"/>
                    <a:pt x="2721" y="217"/>
                    <a:pt x="2718" y="217"/>
                  </a:cubicBezTo>
                  <a:cubicBezTo>
                    <a:pt x="2714" y="217"/>
                    <a:pt x="2691" y="194"/>
                    <a:pt x="2645" y="149"/>
                  </a:cubicBezTo>
                  <a:cubicBezTo>
                    <a:pt x="2554" y="88"/>
                    <a:pt x="2463" y="57"/>
                    <a:pt x="2372" y="27"/>
                  </a:cubicBezTo>
                  <a:cubicBezTo>
                    <a:pt x="2325" y="8"/>
                    <a:pt x="2275" y="1"/>
                    <a:pt x="22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 rot="-7016196">
              <a:off x="3225815" y="4382501"/>
              <a:ext cx="9900" cy="6875"/>
            </a:xfrm>
            <a:custGeom>
              <a:avLst/>
              <a:gdLst/>
              <a:ahLst/>
              <a:cxnLst/>
              <a:rect l="l" t="t" r="r" b="b"/>
              <a:pathLst>
                <a:path w="396" h="275" extrusionOk="0">
                  <a:moveTo>
                    <a:pt x="183" y="1"/>
                  </a:moveTo>
                  <a:cubicBezTo>
                    <a:pt x="0" y="1"/>
                    <a:pt x="0" y="274"/>
                    <a:pt x="183" y="274"/>
                  </a:cubicBezTo>
                  <a:cubicBezTo>
                    <a:pt x="395" y="274"/>
                    <a:pt x="395" y="1"/>
                    <a:pt x="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 rot="-7016196">
              <a:off x="3273269" y="4491390"/>
              <a:ext cx="24350" cy="39525"/>
            </a:xfrm>
            <a:custGeom>
              <a:avLst/>
              <a:gdLst/>
              <a:ahLst/>
              <a:cxnLst/>
              <a:rect l="l" t="t" r="r" b="b"/>
              <a:pathLst>
                <a:path w="974" h="1581" extrusionOk="0">
                  <a:moveTo>
                    <a:pt x="487" y="0"/>
                  </a:moveTo>
                  <a:cubicBezTo>
                    <a:pt x="244" y="30"/>
                    <a:pt x="0" y="213"/>
                    <a:pt x="31" y="486"/>
                  </a:cubicBezTo>
                  <a:lnTo>
                    <a:pt x="0" y="486"/>
                  </a:lnTo>
                  <a:lnTo>
                    <a:pt x="31" y="1094"/>
                  </a:lnTo>
                  <a:cubicBezTo>
                    <a:pt x="31" y="1337"/>
                    <a:pt x="244" y="1581"/>
                    <a:pt x="487" y="1581"/>
                  </a:cubicBezTo>
                  <a:cubicBezTo>
                    <a:pt x="760" y="1550"/>
                    <a:pt x="943" y="1368"/>
                    <a:pt x="973" y="1094"/>
                  </a:cubicBezTo>
                  <a:lnTo>
                    <a:pt x="973" y="486"/>
                  </a:ln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 rot="-7016196">
              <a:off x="3197746" y="4380793"/>
              <a:ext cx="44100" cy="34225"/>
            </a:xfrm>
            <a:custGeom>
              <a:avLst/>
              <a:gdLst/>
              <a:ahLst/>
              <a:cxnLst/>
              <a:rect l="l" t="t" r="r" b="b"/>
              <a:pathLst>
                <a:path w="1764" h="1369" extrusionOk="0">
                  <a:moveTo>
                    <a:pt x="882" y="1"/>
                  </a:moveTo>
                  <a:cubicBezTo>
                    <a:pt x="0" y="1"/>
                    <a:pt x="0" y="1368"/>
                    <a:pt x="882" y="1368"/>
                  </a:cubicBezTo>
                  <a:cubicBezTo>
                    <a:pt x="1763" y="1368"/>
                    <a:pt x="1763" y="1"/>
                    <a:pt x="8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 rot="-7016196">
              <a:off x="2878951" y="4474420"/>
              <a:ext cx="50800" cy="60874"/>
            </a:xfrm>
            <a:custGeom>
              <a:avLst/>
              <a:gdLst/>
              <a:ahLst/>
              <a:cxnLst/>
              <a:rect l="l" t="t" r="r" b="b"/>
              <a:pathLst>
                <a:path w="2032" h="2435" extrusionOk="0">
                  <a:moveTo>
                    <a:pt x="665" y="0"/>
                  </a:moveTo>
                  <a:cubicBezTo>
                    <a:pt x="603" y="0"/>
                    <a:pt x="526" y="29"/>
                    <a:pt x="482" y="73"/>
                  </a:cubicBezTo>
                  <a:cubicBezTo>
                    <a:pt x="435" y="143"/>
                    <a:pt x="407" y="195"/>
                    <a:pt x="368" y="256"/>
                  </a:cubicBezTo>
                  <a:lnTo>
                    <a:pt x="368" y="256"/>
                  </a:lnTo>
                  <a:cubicBezTo>
                    <a:pt x="1" y="655"/>
                    <a:pt x="160" y="1341"/>
                    <a:pt x="269" y="1806"/>
                  </a:cubicBezTo>
                  <a:cubicBezTo>
                    <a:pt x="330" y="2079"/>
                    <a:pt x="603" y="2353"/>
                    <a:pt x="877" y="2414"/>
                  </a:cubicBezTo>
                  <a:cubicBezTo>
                    <a:pt x="974" y="2424"/>
                    <a:pt x="1066" y="2435"/>
                    <a:pt x="1156" y="2435"/>
                  </a:cubicBezTo>
                  <a:cubicBezTo>
                    <a:pt x="1319" y="2435"/>
                    <a:pt x="1469" y="2399"/>
                    <a:pt x="1606" y="2262"/>
                  </a:cubicBezTo>
                  <a:lnTo>
                    <a:pt x="1698" y="2201"/>
                  </a:lnTo>
                  <a:cubicBezTo>
                    <a:pt x="1910" y="2018"/>
                    <a:pt x="2032" y="1654"/>
                    <a:pt x="1910" y="1380"/>
                  </a:cubicBezTo>
                  <a:cubicBezTo>
                    <a:pt x="1796" y="1061"/>
                    <a:pt x="1700" y="777"/>
                    <a:pt x="1492" y="539"/>
                  </a:cubicBezTo>
                  <a:lnTo>
                    <a:pt x="1492" y="539"/>
                  </a:lnTo>
                  <a:lnTo>
                    <a:pt x="1515" y="559"/>
                  </a:lnTo>
                  <a:cubicBezTo>
                    <a:pt x="1359" y="326"/>
                    <a:pt x="1181" y="114"/>
                    <a:pt x="924" y="76"/>
                  </a:cubicBezTo>
                  <a:lnTo>
                    <a:pt x="924" y="76"/>
                  </a:lnTo>
                  <a:cubicBezTo>
                    <a:pt x="864" y="50"/>
                    <a:pt x="801" y="31"/>
                    <a:pt x="725" y="12"/>
                  </a:cubicBezTo>
                  <a:cubicBezTo>
                    <a:pt x="709" y="4"/>
                    <a:pt x="688" y="0"/>
                    <a:pt x="6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 rot="-7016196">
              <a:off x="3000470" y="4291259"/>
              <a:ext cx="41825" cy="79624"/>
            </a:xfrm>
            <a:custGeom>
              <a:avLst/>
              <a:gdLst/>
              <a:ahLst/>
              <a:cxnLst/>
              <a:rect l="l" t="t" r="r" b="b"/>
              <a:pathLst>
                <a:path w="1673" h="3185" extrusionOk="0">
                  <a:moveTo>
                    <a:pt x="836" y="0"/>
                  </a:moveTo>
                  <a:cubicBezTo>
                    <a:pt x="555" y="0"/>
                    <a:pt x="274" y="160"/>
                    <a:pt x="213" y="479"/>
                  </a:cubicBezTo>
                  <a:lnTo>
                    <a:pt x="183" y="479"/>
                  </a:lnTo>
                  <a:cubicBezTo>
                    <a:pt x="152" y="570"/>
                    <a:pt x="91" y="661"/>
                    <a:pt x="61" y="783"/>
                  </a:cubicBezTo>
                  <a:cubicBezTo>
                    <a:pt x="31" y="904"/>
                    <a:pt x="31" y="1026"/>
                    <a:pt x="31" y="1148"/>
                  </a:cubicBezTo>
                  <a:cubicBezTo>
                    <a:pt x="0" y="1360"/>
                    <a:pt x="0" y="1603"/>
                    <a:pt x="0" y="1816"/>
                  </a:cubicBezTo>
                  <a:cubicBezTo>
                    <a:pt x="31" y="2090"/>
                    <a:pt x="152" y="2242"/>
                    <a:pt x="243" y="2485"/>
                  </a:cubicBezTo>
                  <a:cubicBezTo>
                    <a:pt x="335" y="2667"/>
                    <a:pt x="395" y="2850"/>
                    <a:pt x="517" y="3002"/>
                  </a:cubicBezTo>
                  <a:cubicBezTo>
                    <a:pt x="593" y="3123"/>
                    <a:pt x="715" y="3184"/>
                    <a:pt x="836" y="3184"/>
                  </a:cubicBezTo>
                  <a:cubicBezTo>
                    <a:pt x="958" y="3184"/>
                    <a:pt x="1079" y="3123"/>
                    <a:pt x="1155" y="3002"/>
                  </a:cubicBezTo>
                  <a:cubicBezTo>
                    <a:pt x="1277" y="2850"/>
                    <a:pt x="1338" y="2667"/>
                    <a:pt x="1398" y="2485"/>
                  </a:cubicBezTo>
                  <a:cubicBezTo>
                    <a:pt x="1520" y="2242"/>
                    <a:pt x="1611" y="2090"/>
                    <a:pt x="1642" y="1816"/>
                  </a:cubicBezTo>
                  <a:cubicBezTo>
                    <a:pt x="1672" y="1603"/>
                    <a:pt x="1672" y="1360"/>
                    <a:pt x="1642" y="1148"/>
                  </a:cubicBezTo>
                  <a:cubicBezTo>
                    <a:pt x="1642" y="1026"/>
                    <a:pt x="1611" y="904"/>
                    <a:pt x="1611" y="783"/>
                  </a:cubicBezTo>
                  <a:cubicBezTo>
                    <a:pt x="1550" y="692"/>
                    <a:pt x="1520" y="570"/>
                    <a:pt x="1459" y="479"/>
                  </a:cubicBezTo>
                  <a:cubicBezTo>
                    <a:pt x="1398" y="160"/>
                    <a:pt x="1117" y="0"/>
                    <a:pt x="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 rot="-7016196">
              <a:off x="3351624" y="4459464"/>
              <a:ext cx="57774" cy="103349"/>
            </a:xfrm>
            <a:custGeom>
              <a:avLst/>
              <a:gdLst/>
              <a:ahLst/>
              <a:cxnLst/>
              <a:rect l="l" t="t" r="r" b="b"/>
              <a:pathLst>
                <a:path w="2311" h="4134" extrusionOk="0">
                  <a:moveTo>
                    <a:pt x="1228" y="0"/>
                  </a:moveTo>
                  <a:cubicBezTo>
                    <a:pt x="1102" y="0"/>
                    <a:pt x="977" y="49"/>
                    <a:pt x="882" y="163"/>
                  </a:cubicBezTo>
                  <a:cubicBezTo>
                    <a:pt x="669" y="436"/>
                    <a:pt x="578" y="740"/>
                    <a:pt x="396" y="1044"/>
                  </a:cubicBezTo>
                  <a:cubicBezTo>
                    <a:pt x="152" y="1531"/>
                    <a:pt x="0" y="1804"/>
                    <a:pt x="92" y="2382"/>
                  </a:cubicBezTo>
                  <a:cubicBezTo>
                    <a:pt x="213" y="3142"/>
                    <a:pt x="730" y="3689"/>
                    <a:pt x="1368" y="4053"/>
                  </a:cubicBezTo>
                  <a:cubicBezTo>
                    <a:pt x="1466" y="4102"/>
                    <a:pt x="1572" y="4134"/>
                    <a:pt x="1678" y="4134"/>
                  </a:cubicBezTo>
                  <a:cubicBezTo>
                    <a:pt x="1770" y="4134"/>
                    <a:pt x="1861" y="4110"/>
                    <a:pt x="1946" y="4053"/>
                  </a:cubicBezTo>
                  <a:cubicBezTo>
                    <a:pt x="2311" y="3810"/>
                    <a:pt x="2219" y="3324"/>
                    <a:pt x="2189" y="2929"/>
                  </a:cubicBezTo>
                  <a:cubicBezTo>
                    <a:pt x="2128" y="2534"/>
                    <a:pt x="2159" y="2138"/>
                    <a:pt x="2067" y="1713"/>
                  </a:cubicBezTo>
                  <a:cubicBezTo>
                    <a:pt x="2007" y="1500"/>
                    <a:pt x="1824" y="1348"/>
                    <a:pt x="1763" y="1135"/>
                  </a:cubicBezTo>
                  <a:cubicBezTo>
                    <a:pt x="1703" y="983"/>
                    <a:pt x="1794" y="710"/>
                    <a:pt x="1794" y="528"/>
                  </a:cubicBezTo>
                  <a:cubicBezTo>
                    <a:pt x="1794" y="235"/>
                    <a:pt x="1507" y="0"/>
                    <a:pt x="1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 rot="-7016196">
              <a:off x="3134309" y="4274543"/>
              <a:ext cx="44100" cy="34225"/>
            </a:xfrm>
            <a:custGeom>
              <a:avLst/>
              <a:gdLst/>
              <a:ahLst/>
              <a:cxnLst/>
              <a:rect l="l" t="t" r="r" b="b"/>
              <a:pathLst>
                <a:path w="1764" h="1369" extrusionOk="0">
                  <a:moveTo>
                    <a:pt x="882" y="1"/>
                  </a:moveTo>
                  <a:cubicBezTo>
                    <a:pt x="0" y="1"/>
                    <a:pt x="0" y="1368"/>
                    <a:pt x="882" y="1368"/>
                  </a:cubicBezTo>
                  <a:cubicBezTo>
                    <a:pt x="1763" y="1368"/>
                    <a:pt x="1763" y="1"/>
                    <a:pt x="8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 rot="-7016196">
              <a:off x="3263911" y="4297601"/>
              <a:ext cx="45025" cy="66949"/>
            </a:xfrm>
            <a:custGeom>
              <a:avLst/>
              <a:gdLst/>
              <a:ahLst/>
              <a:cxnLst/>
              <a:rect l="l" t="t" r="r" b="b"/>
              <a:pathLst>
                <a:path w="1801" h="2678" extrusionOk="0">
                  <a:moveTo>
                    <a:pt x="607" y="1"/>
                  </a:moveTo>
                  <a:cubicBezTo>
                    <a:pt x="518" y="1"/>
                    <a:pt x="428" y="21"/>
                    <a:pt x="342" y="64"/>
                  </a:cubicBezTo>
                  <a:cubicBezTo>
                    <a:pt x="145" y="204"/>
                    <a:pt x="0" y="474"/>
                    <a:pt x="51" y="706"/>
                  </a:cubicBezTo>
                  <a:lnTo>
                    <a:pt x="51" y="706"/>
                  </a:lnTo>
                  <a:cubicBezTo>
                    <a:pt x="11" y="957"/>
                    <a:pt x="85" y="1124"/>
                    <a:pt x="159" y="1371"/>
                  </a:cubicBezTo>
                  <a:cubicBezTo>
                    <a:pt x="190" y="1553"/>
                    <a:pt x="190" y="1705"/>
                    <a:pt x="190" y="1888"/>
                  </a:cubicBezTo>
                  <a:cubicBezTo>
                    <a:pt x="190" y="2283"/>
                    <a:pt x="433" y="2496"/>
                    <a:pt x="767" y="2648"/>
                  </a:cubicBezTo>
                  <a:cubicBezTo>
                    <a:pt x="797" y="2678"/>
                    <a:pt x="889" y="2678"/>
                    <a:pt x="949" y="2678"/>
                  </a:cubicBezTo>
                  <a:cubicBezTo>
                    <a:pt x="1314" y="2678"/>
                    <a:pt x="1618" y="2404"/>
                    <a:pt x="1709" y="2100"/>
                  </a:cubicBezTo>
                  <a:cubicBezTo>
                    <a:pt x="1801" y="1766"/>
                    <a:pt x="1770" y="1371"/>
                    <a:pt x="1679" y="1006"/>
                  </a:cubicBezTo>
                  <a:cubicBezTo>
                    <a:pt x="1562" y="569"/>
                    <a:pt x="1362" y="215"/>
                    <a:pt x="916" y="80"/>
                  </a:cubicBezTo>
                  <a:lnTo>
                    <a:pt x="916" y="80"/>
                  </a:lnTo>
                  <a:cubicBezTo>
                    <a:pt x="818" y="29"/>
                    <a:pt x="713" y="1"/>
                    <a:pt x="6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 rot="-7016196">
              <a:off x="3373651" y="4300633"/>
              <a:ext cx="50800" cy="60874"/>
            </a:xfrm>
            <a:custGeom>
              <a:avLst/>
              <a:gdLst/>
              <a:ahLst/>
              <a:cxnLst/>
              <a:rect l="l" t="t" r="r" b="b"/>
              <a:pathLst>
                <a:path w="2032" h="2435" extrusionOk="0">
                  <a:moveTo>
                    <a:pt x="665" y="0"/>
                  </a:moveTo>
                  <a:cubicBezTo>
                    <a:pt x="603" y="0"/>
                    <a:pt x="526" y="29"/>
                    <a:pt x="482" y="73"/>
                  </a:cubicBezTo>
                  <a:cubicBezTo>
                    <a:pt x="435" y="143"/>
                    <a:pt x="407" y="195"/>
                    <a:pt x="368" y="256"/>
                  </a:cubicBezTo>
                  <a:lnTo>
                    <a:pt x="368" y="256"/>
                  </a:lnTo>
                  <a:cubicBezTo>
                    <a:pt x="1" y="655"/>
                    <a:pt x="160" y="1341"/>
                    <a:pt x="269" y="1806"/>
                  </a:cubicBezTo>
                  <a:cubicBezTo>
                    <a:pt x="330" y="2079"/>
                    <a:pt x="603" y="2353"/>
                    <a:pt x="877" y="2414"/>
                  </a:cubicBezTo>
                  <a:cubicBezTo>
                    <a:pt x="974" y="2424"/>
                    <a:pt x="1066" y="2435"/>
                    <a:pt x="1156" y="2435"/>
                  </a:cubicBezTo>
                  <a:cubicBezTo>
                    <a:pt x="1319" y="2435"/>
                    <a:pt x="1469" y="2399"/>
                    <a:pt x="1606" y="2262"/>
                  </a:cubicBezTo>
                  <a:lnTo>
                    <a:pt x="1698" y="2201"/>
                  </a:lnTo>
                  <a:cubicBezTo>
                    <a:pt x="1910" y="2018"/>
                    <a:pt x="2032" y="1654"/>
                    <a:pt x="1910" y="1380"/>
                  </a:cubicBezTo>
                  <a:cubicBezTo>
                    <a:pt x="1796" y="1061"/>
                    <a:pt x="1700" y="777"/>
                    <a:pt x="1492" y="539"/>
                  </a:cubicBezTo>
                  <a:lnTo>
                    <a:pt x="1492" y="539"/>
                  </a:lnTo>
                  <a:lnTo>
                    <a:pt x="1515" y="559"/>
                  </a:lnTo>
                  <a:cubicBezTo>
                    <a:pt x="1359" y="326"/>
                    <a:pt x="1181" y="114"/>
                    <a:pt x="924" y="76"/>
                  </a:cubicBezTo>
                  <a:lnTo>
                    <a:pt x="924" y="76"/>
                  </a:lnTo>
                  <a:cubicBezTo>
                    <a:pt x="864" y="50"/>
                    <a:pt x="801" y="31"/>
                    <a:pt x="725" y="12"/>
                  </a:cubicBezTo>
                  <a:cubicBezTo>
                    <a:pt x="709" y="4"/>
                    <a:pt x="688" y="0"/>
                    <a:pt x="6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 rot="-7016196">
              <a:off x="3492409" y="4449431"/>
              <a:ext cx="44100" cy="34225"/>
            </a:xfrm>
            <a:custGeom>
              <a:avLst/>
              <a:gdLst/>
              <a:ahLst/>
              <a:cxnLst/>
              <a:rect l="l" t="t" r="r" b="b"/>
              <a:pathLst>
                <a:path w="1764" h="1369" extrusionOk="0">
                  <a:moveTo>
                    <a:pt x="882" y="1"/>
                  </a:moveTo>
                  <a:cubicBezTo>
                    <a:pt x="0" y="1"/>
                    <a:pt x="0" y="1368"/>
                    <a:pt x="882" y="1368"/>
                  </a:cubicBezTo>
                  <a:cubicBezTo>
                    <a:pt x="1763" y="1368"/>
                    <a:pt x="1763" y="1"/>
                    <a:pt x="8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 rot="-7016196">
              <a:off x="3599961" y="4428652"/>
              <a:ext cx="57774" cy="103349"/>
            </a:xfrm>
            <a:custGeom>
              <a:avLst/>
              <a:gdLst/>
              <a:ahLst/>
              <a:cxnLst/>
              <a:rect l="l" t="t" r="r" b="b"/>
              <a:pathLst>
                <a:path w="2311" h="4134" extrusionOk="0">
                  <a:moveTo>
                    <a:pt x="1228" y="0"/>
                  </a:moveTo>
                  <a:cubicBezTo>
                    <a:pt x="1102" y="0"/>
                    <a:pt x="977" y="49"/>
                    <a:pt x="882" y="163"/>
                  </a:cubicBezTo>
                  <a:cubicBezTo>
                    <a:pt x="669" y="436"/>
                    <a:pt x="578" y="740"/>
                    <a:pt x="396" y="1044"/>
                  </a:cubicBezTo>
                  <a:cubicBezTo>
                    <a:pt x="152" y="1531"/>
                    <a:pt x="0" y="1804"/>
                    <a:pt x="92" y="2382"/>
                  </a:cubicBezTo>
                  <a:cubicBezTo>
                    <a:pt x="213" y="3142"/>
                    <a:pt x="730" y="3689"/>
                    <a:pt x="1368" y="4053"/>
                  </a:cubicBezTo>
                  <a:cubicBezTo>
                    <a:pt x="1466" y="4102"/>
                    <a:pt x="1572" y="4134"/>
                    <a:pt x="1678" y="4134"/>
                  </a:cubicBezTo>
                  <a:cubicBezTo>
                    <a:pt x="1770" y="4134"/>
                    <a:pt x="1861" y="4110"/>
                    <a:pt x="1946" y="4053"/>
                  </a:cubicBezTo>
                  <a:cubicBezTo>
                    <a:pt x="2311" y="3810"/>
                    <a:pt x="2219" y="3324"/>
                    <a:pt x="2189" y="2929"/>
                  </a:cubicBezTo>
                  <a:cubicBezTo>
                    <a:pt x="2128" y="2534"/>
                    <a:pt x="2159" y="2138"/>
                    <a:pt x="2067" y="1713"/>
                  </a:cubicBezTo>
                  <a:cubicBezTo>
                    <a:pt x="2007" y="1500"/>
                    <a:pt x="1824" y="1348"/>
                    <a:pt x="1763" y="1135"/>
                  </a:cubicBezTo>
                  <a:cubicBezTo>
                    <a:pt x="1703" y="983"/>
                    <a:pt x="1794" y="710"/>
                    <a:pt x="1794" y="528"/>
                  </a:cubicBezTo>
                  <a:cubicBezTo>
                    <a:pt x="1794" y="235"/>
                    <a:pt x="1507" y="0"/>
                    <a:pt x="1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 rot="-7016196">
              <a:off x="3540382" y="4291259"/>
              <a:ext cx="41825" cy="79624"/>
            </a:xfrm>
            <a:custGeom>
              <a:avLst/>
              <a:gdLst/>
              <a:ahLst/>
              <a:cxnLst/>
              <a:rect l="l" t="t" r="r" b="b"/>
              <a:pathLst>
                <a:path w="1673" h="3185" extrusionOk="0">
                  <a:moveTo>
                    <a:pt x="836" y="0"/>
                  </a:moveTo>
                  <a:cubicBezTo>
                    <a:pt x="555" y="0"/>
                    <a:pt x="274" y="160"/>
                    <a:pt x="213" y="479"/>
                  </a:cubicBezTo>
                  <a:lnTo>
                    <a:pt x="183" y="479"/>
                  </a:lnTo>
                  <a:cubicBezTo>
                    <a:pt x="152" y="570"/>
                    <a:pt x="91" y="661"/>
                    <a:pt x="61" y="783"/>
                  </a:cubicBezTo>
                  <a:cubicBezTo>
                    <a:pt x="31" y="904"/>
                    <a:pt x="31" y="1026"/>
                    <a:pt x="31" y="1148"/>
                  </a:cubicBezTo>
                  <a:cubicBezTo>
                    <a:pt x="0" y="1360"/>
                    <a:pt x="0" y="1603"/>
                    <a:pt x="0" y="1816"/>
                  </a:cubicBezTo>
                  <a:cubicBezTo>
                    <a:pt x="31" y="2090"/>
                    <a:pt x="152" y="2242"/>
                    <a:pt x="243" y="2485"/>
                  </a:cubicBezTo>
                  <a:cubicBezTo>
                    <a:pt x="335" y="2667"/>
                    <a:pt x="395" y="2850"/>
                    <a:pt x="517" y="3002"/>
                  </a:cubicBezTo>
                  <a:cubicBezTo>
                    <a:pt x="593" y="3123"/>
                    <a:pt x="715" y="3184"/>
                    <a:pt x="836" y="3184"/>
                  </a:cubicBezTo>
                  <a:cubicBezTo>
                    <a:pt x="958" y="3184"/>
                    <a:pt x="1079" y="3123"/>
                    <a:pt x="1155" y="3002"/>
                  </a:cubicBezTo>
                  <a:cubicBezTo>
                    <a:pt x="1277" y="2850"/>
                    <a:pt x="1338" y="2667"/>
                    <a:pt x="1398" y="2485"/>
                  </a:cubicBezTo>
                  <a:cubicBezTo>
                    <a:pt x="1520" y="2242"/>
                    <a:pt x="1611" y="2090"/>
                    <a:pt x="1642" y="1816"/>
                  </a:cubicBezTo>
                  <a:cubicBezTo>
                    <a:pt x="1672" y="1603"/>
                    <a:pt x="1672" y="1360"/>
                    <a:pt x="1642" y="1148"/>
                  </a:cubicBezTo>
                  <a:cubicBezTo>
                    <a:pt x="1642" y="1026"/>
                    <a:pt x="1611" y="904"/>
                    <a:pt x="1611" y="783"/>
                  </a:cubicBezTo>
                  <a:cubicBezTo>
                    <a:pt x="1550" y="692"/>
                    <a:pt x="1520" y="570"/>
                    <a:pt x="1459" y="479"/>
                  </a:cubicBezTo>
                  <a:cubicBezTo>
                    <a:pt x="1398" y="160"/>
                    <a:pt x="1117" y="0"/>
                    <a:pt x="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 rot="-7016196">
              <a:off x="3265120" y="4146630"/>
              <a:ext cx="42600" cy="47575"/>
            </a:xfrm>
            <a:custGeom>
              <a:avLst/>
              <a:gdLst/>
              <a:ahLst/>
              <a:cxnLst/>
              <a:rect l="l" t="t" r="r" b="b"/>
              <a:pathLst>
                <a:path w="1704" h="1903" extrusionOk="0">
                  <a:moveTo>
                    <a:pt x="1000" y="0"/>
                  </a:moveTo>
                  <a:cubicBezTo>
                    <a:pt x="766" y="0"/>
                    <a:pt x="539" y="119"/>
                    <a:pt x="427" y="321"/>
                  </a:cubicBezTo>
                  <a:cubicBezTo>
                    <a:pt x="305" y="503"/>
                    <a:pt x="214" y="686"/>
                    <a:pt x="123" y="898"/>
                  </a:cubicBezTo>
                  <a:cubicBezTo>
                    <a:pt x="31" y="1081"/>
                    <a:pt x="1" y="1233"/>
                    <a:pt x="62" y="1415"/>
                  </a:cubicBezTo>
                  <a:cubicBezTo>
                    <a:pt x="92" y="1567"/>
                    <a:pt x="214" y="1750"/>
                    <a:pt x="366" y="1810"/>
                  </a:cubicBezTo>
                  <a:cubicBezTo>
                    <a:pt x="469" y="1872"/>
                    <a:pt x="586" y="1903"/>
                    <a:pt x="705" y="1903"/>
                  </a:cubicBezTo>
                  <a:cubicBezTo>
                    <a:pt x="934" y="1903"/>
                    <a:pt x="1168" y="1788"/>
                    <a:pt x="1308" y="1567"/>
                  </a:cubicBezTo>
                  <a:cubicBezTo>
                    <a:pt x="1430" y="1354"/>
                    <a:pt x="1521" y="1081"/>
                    <a:pt x="1642" y="838"/>
                  </a:cubicBezTo>
                  <a:cubicBezTo>
                    <a:pt x="1703" y="686"/>
                    <a:pt x="1642" y="443"/>
                    <a:pt x="1551" y="321"/>
                  </a:cubicBezTo>
                  <a:cubicBezTo>
                    <a:pt x="1490" y="199"/>
                    <a:pt x="1369" y="108"/>
                    <a:pt x="1247" y="47"/>
                  </a:cubicBezTo>
                  <a:cubicBezTo>
                    <a:pt x="1167" y="15"/>
                    <a:pt x="1083" y="0"/>
                    <a:pt x="10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 rot="-7016196">
              <a:off x="3113739" y="4681895"/>
              <a:ext cx="50800" cy="60874"/>
            </a:xfrm>
            <a:custGeom>
              <a:avLst/>
              <a:gdLst/>
              <a:ahLst/>
              <a:cxnLst/>
              <a:rect l="l" t="t" r="r" b="b"/>
              <a:pathLst>
                <a:path w="2032" h="2435" extrusionOk="0">
                  <a:moveTo>
                    <a:pt x="665" y="0"/>
                  </a:moveTo>
                  <a:cubicBezTo>
                    <a:pt x="603" y="0"/>
                    <a:pt x="526" y="29"/>
                    <a:pt x="482" y="73"/>
                  </a:cubicBezTo>
                  <a:cubicBezTo>
                    <a:pt x="435" y="143"/>
                    <a:pt x="407" y="195"/>
                    <a:pt x="368" y="256"/>
                  </a:cubicBezTo>
                  <a:lnTo>
                    <a:pt x="368" y="256"/>
                  </a:lnTo>
                  <a:cubicBezTo>
                    <a:pt x="1" y="655"/>
                    <a:pt x="160" y="1341"/>
                    <a:pt x="269" y="1806"/>
                  </a:cubicBezTo>
                  <a:cubicBezTo>
                    <a:pt x="330" y="2079"/>
                    <a:pt x="603" y="2353"/>
                    <a:pt x="877" y="2414"/>
                  </a:cubicBezTo>
                  <a:cubicBezTo>
                    <a:pt x="974" y="2424"/>
                    <a:pt x="1066" y="2435"/>
                    <a:pt x="1156" y="2435"/>
                  </a:cubicBezTo>
                  <a:cubicBezTo>
                    <a:pt x="1319" y="2435"/>
                    <a:pt x="1469" y="2399"/>
                    <a:pt x="1606" y="2262"/>
                  </a:cubicBezTo>
                  <a:lnTo>
                    <a:pt x="1698" y="2201"/>
                  </a:lnTo>
                  <a:cubicBezTo>
                    <a:pt x="1910" y="2018"/>
                    <a:pt x="2032" y="1654"/>
                    <a:pt x="1910" y="1380"/>
                  </a:cubicBezTo>
                  <a:cubicBezTo>
                    <a:pt x="1796" y="1061"/>
                    <a:pt x="1700" y="777"/>
                    <a:pt x="1492" y="539"/>
                  </a:cubicBezTo>
                  <a:lnTo>
                    <a:pt x="1492" y="539"/>
                  </a:lnTo>
                  <a:lnTo>
                    <a:pt x="1515" y="559"/>
                  </a:lnTo>
                  <a:cubicBezTo>
                    <a:pt x="1359" y="326"/>
                    <a:pt x="1181" y="114"/>
                    <a:pt x="924" y="76"/>
                  </a:cubicBezTo>
                  <a:lnTo>
                    <a:pt x="924" y="76"/>
                  </a:lnTo>
                  <a:cubicBezTo>
                    <a:pt x="864" y="50"/>
                    <a:pt x="801" y="31"/>
                    <a:pt x="725" y="12"/>
                  </a:cubicBezTo>
                  <a:cubicBezTo>
                    <a:pt x="709" y="4"/>
                    <a:pt x="688" y="0"/>
                    <a:pt x="6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2"/>
          <p:cNvSpPr/>
          <p:nvPr/>
        </p:nvSpPr>
        <p:spPr>
          <a:xfrm rot="3982125" flipH="1">
            <a:off x="3297078" y="4807502"/>
            <a:ext cx="975491" cy="863145"/>
          </a:xfrm>
          <a:custGeom>
            <a:avLst/>
            <a:gdLst/>
            <a:ahLst/>
            <a:cxnLst/>
            <a:rect l="l" t="t" r="r" b="b"/>
            <a:pathLst>
              <a:path w="31739" h="42977" extrusionOk="0">
                <a:moveTo>
                  <a:pt x="2341" y="25"/>
                </a:moveTo>
                <a:cubicBezTo>
                  <a:pt x="1031" y="25"/>
                  <a:pt x="1" y="1830"/>
                  <a:pt x="826" y="2949"/>
                </a:cubicBezTo>
                <a:cubicBezTo>
                  <a:pt x="1950" y="4469"/>
                  <a:pt x="2771" y="5380"/>
                  <a:pt x="4686" y="6019"/>
                </a:cubicBezTo>
                <a:cubicBezTo>
                  <a:pt x="6115" y="6475"/>
                  <a:pt x="7725" y="6687"/>
                  <a:pt x="9245" y="6748"/>
                </a:cubicBezTo>
                <a:cubicBezTo>
                  <a:pt x="9368" y="6753"/>
                  <a:pt x="9492" y="6755"/>
                  <a:pt x="9617" y="6755"/>
                </a:cubicBezTo>
                <a:cubicBezTo>
                  <a:pt x="11270" y="6755"/>
                  <a:pt x="13089" y="6354"/>
                  <a:pt x="14830" y="6354"/>
                </a:cubicBezTo>
                <a:cubicBezTo>
                  <a:pt x="16208" y="6354"/>
                  <a:pt x="17538" y="6606"/>
                  <a:pt x="18698" y="7508"/>
                </a:cubicBezTo>
                <a:cubicBezTo>
                  <a:pt x="19701" y="8298"/>
                  <a:pt x="20340" y="9545"/>
                  <a:pt x="21282" y="10426"/>
                </a:cubicBezTo>
                <a:cubicBezTo>
                  <a:pt x="22376" y="11429"/>
                  <a:pt x="23835" y="11429"/>
                  <a:pt x="24960" y="12371"/>
                </a:cubicBezTo>
                <a:cubicBezTo>
                  <a:pt x="27452" y="14408"/>
                  <a:pt x="27665" y="18359"/>
                  <a:pt x="27726" y="21308"/>
                </a:cubicBezTo>
                <a:cubicBezTo>
                  <a:pt x="27817" y="24773"/>
                  <a:pt x="25963" y="27053"/>
                  <a:pt x="24777" y="30092"/>
                </a:cubicBezTo>
                <a:cubicBezTo>
                  <a:pt x="24170" y="31673"/>
                  <a:pt x="24078" y="33162"/>
                  <a:pt x="22741" y="34347"/>
                </a:cubicBezTo>
                <a:cubicBezTo>
                  <a:pt x="21677" y="35259"/>
                  <a:pt x="20340" y="35989"/>
                  <a:pt x="19063" y="36536"/>
                </a:cubicBezTo>
                <a:cubicBezTo>
                  <a:pt x="17665" y="37113"/>
                  <a:pt x="16206" y="37569"/>
                  <a:pt x="14777" y="38086"/>
                </a:cubicBezTo>
                <a:cubicBezTo>
                  <a:pt x="13258" y="38633"/>
                  <a:pt x="11616" y="39332"/>
                  <a:pt x="10005" y="39424"/>
                </a:cubicBezTo>
                <a:cubicBezTo>
                  <a:pt x="7786" y="39575"/>
                  <a:pt x="5689" y="39940"/>
                  <a:pt x="4382" y="41946"/>
                </a:cubicBezTo>
                <a:cubicBezTo>
                  <a:pt x="4060" y="42453"/>
                  <a:pt x="4539" y="42977"/>
                  <a:pt x="5029" y="42977"/>
                </a:cubicBezTo>
                <a:cubicBezTo>
                  <a:pt x="5186" y="42977"/>
                  <a:pt x="5343" y="42923"/>
                  <a:pt x="5476" y="42797"/>
                </a:cubicBezTo>
                <a:cubicBezTo>
                  <a:pt x="6449" y="41886"/>
                  <a:pt x="7695" y="41673"/>
                  <a:pt x="8941" y="41642"/>
                </a:cubicBezTo>
                <a:cubicBezTo>
                  <a:pt x="9108" y="41642"/>
                  <a:pt x="9279" y="41640"/>
                  <a:pt x="9452" y="41640"/>
                </a:cubicBezTo>
                <a:cubicBezTo>
                  <a:pt x="9969" y="41640"/>
                  <a:pt x="10499" y="41658"/>
                  <a:pt x="10978" y="41794"/>
                </a:cubicBezTo>
                <a:cubicBezTo>
                  <a:pt x="11677" y="41977"/>
                  <a:pt x="12224" y="42341"/>
                  <a:pt x="12923" y="42493"/>
                </a:cubicBezTo>
                <a:cubicBezTo>
                  <a:pt x="13928" y="42697"/>
                  <a:pt x="14926" y="42798"/>
                  <a:pt x="15914" y="42798"/>
                </a:cubicBezTo>
                <a:cubicBezTo>
                  <a:pt x="17733" y="42798"/>
                  <a:pt x="19518" y="42453"/>
                  <a:pt x="21252" y="41764"/>
                </a:cubicBezTo>
                <a:cubicBezTo>
                  <a:pt x="23714" y="40791"/>
                  <a:pt x="26753" y="39424"/>
                  <a:pt x="28182" y="37113"/>
                </a:cubicBezTo>
                <a:cubicBezTo>
                  <a:pt x="28881" y="35958"/>
                  <a:pt x="29154" y="34651"/>
                  <a:pt x="29246" y="33344"/>
                </a:cubicBezTo>
                <a:cubicBezTo>
                  <a:pt x="29367" y="31794"/>
                  <a:pt x="29641" y="30518"/>
                  <a:pt x="30127" y="29059"/>
                </a:cubicBezTo>
                <a:cubicBezTo>
                  <a:pt x="31738" y="24074"/>
                  <a:pt x="31525" y="18481"/>
                  <a:pt x="28486" y="14074"/>
                </a:cubicBezTo>
                <a:cubicBezTo>
                  <a:pt x="27209" y="12250"/>
                  <a:pt x="25781" y="11034"/>
                  <a:pt x="23774" y="10031"/>
                </a:cubicBezTo>
                <a:cubicBezTo>
                  <a:pt x="21799" y="9058"/>
                  <a:pt x="20005" y="6809"/>
                  <a:pt x="19002" y="4833"/>
                </a:cubicBezTo>
                <a:cubicBezTo>
                  <a:pt x="17665" y="2189"/>
                  <a:pt x="14717" y="1277"/>
                  <a:pt x="11890" y="1216"/>
                </a:cubicBezTo>
                <a:cubicBezTo>
                  <a:pt x="11668" y="1212"/>
                  <a:pt x="11449" y="1211"/>
                  <a:pt x="11232" y="1211"/>
                </a:cubicBezTo>
                <a:cubicBezTo>
                  <a:pt x="10943" y="1211"/>
                  <a:pt x="10657" y="1213"/>
                  <a:pt x="10373" y="1213"/>
                </a:cubicBezTo>
                <a:cubicBezTo>
                  <a:pt x="9380" y="1213"/>
                  <a:pt x="8414" y="1186"/>
                  <a:pt x="7422" y="943"/>
                </a:cubicBezTo>
                <a:cubicBezTo>
                  <a:pt x="6570" y="730"/>
                  <a:pt x="5780" y="396"/>
                  <a:pt x="4929" y="213"/>
                </a:cubicBezTo>
                <a:cubicBezTo>
                  <a:pt x="4108" y="0"/>
                  <a:pt x="3318" y="122"/>
                  <a:pt x="2467" y="31"/>
                </a:cubicBezTo>
                <a:cubicBezTo>
                  <a:pt x="2425" y="27"/>
                  <a:pt x="2383" y="25"/>
                  <a:pt x="2341" y="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"/>
          <p:cNvSpPr txBox="1">
            <a:spLocks noGrp="1"/>
          </p:cNvSpPr>
          <p:nvPr>
            <p:ph type="title"/>
          </p:nvPr>
        </p:nvSpPr>
        <p:spPr>
          <a:xfrm>
            <a:off x="713225" y="2192686"/>
            <a:ext cx="4276500" cy="822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6" name="Google Shape;216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4" y="1276763"/>
            <a:ext cx="11574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7" name="Google Shape;217;p3"/>
          <p:cNvSpPr txBox="1">
            <a:spLocks noGrp="1"/>
          </p:cNvSpPr>
          <p:nvPr>
            <p:ph type="subTitle" idx="1"/>
          </p:nvPr>
        </p:nvSpPr>
        <p:spPr>
          <a:xfrm>
            <a:off x="713223" y="3056513"/>
            <a:ext cx="4276500" cy="40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2" name="Google Shape;1162;p9"/>
          <p:cNvGrpSpPr/>
          <p:nvPr/>
        </p:nvGrpSpPr>
        <p:grpSpPr>
          <a:xfrm>
            <a:off x="-712450" y="3552900"/>
            <a:ext cx="9987325" cy="2343978"/>
            <a:chOff x="-712450" y="3552900"/>
            <a:chExt cx="9987325" cy="2343978"/>
          </a:xfrm>
        </p:grpSpPr>
        <p:sp>
          <p:nvSpPr>
            <p:cNvPr id="1163" name="Google Shape;1163;p9"/>
            <p:cNvSpPr/>
            <p:nvPr/>
          </p:nvSpPr>
          <p:spPr>
            <a:xfrm flipH="1">
              <a:off x="2614563" y="4542900"/>
              <a:ext cx="1309325" cy="869575"/>
            </a:xfrm>
            <a:custGeom>
              <a:avLst/>
              <a:gdLst/>
              <a:ahLst/>
              <a:cxnLst/>
              <a:rect l="l" t="t" r="r" b="b"/>
              <a:pathLst>
                <a:path w="52373" h="34783" extrusionOk="0">
                  <a:moveTo>
                    <a:pt x="24129" y="0"/>
                  </a:moveTo>
                  <a:cubicBezTo>
                    <a:pt x="22639" y="0"/>
                    <a:pt x="21270" y="534"/>
                    <a:pt x="20518" y="1828"/>
                  </a:cubicBezTo>
                  <a:cubicBezTo>
                    <a:pt x="18755" y="4898"/>
                    <a:pt x="22068" y="9305"/>
                    <a:pt x="19940" y="12132"/>
                  </a:cubicBezTo>
                  <a:cubicBezTo>
                    <a:pt x="18664" y="13804"/>
                    <a:pt x="16171" y="13864"/>
                    <a:pt x="14378" y="14959"/>
                  </a:cubicBezTo>
                  <a:cubicBezTo>
                    <a:pt x="12220" y="16266"/>
                    <a:pt x="11247" y="18910"/>
                    <a:pt x="9180" y="20339"/>
                  </a:cubicBezTo>
                  <a:cubicBezTo>
                    <a:pt x="5837" y="22618"/>
                    <a:pt x="1764" y="21980"/>
                    <a:pt x="852" y="26843"/>
                  </a:cubicBezTo>
                  <a:cubicBezTo>
                    <a:pt x="1" y="31555"/>
                    <a:pt x="3618" y="33439"/>
                    <a:pt x="7691" y="34169"/>
                  </a:cubicBezTo>
                  <a:cubicBezTo>
                    <a:pt x="10070" y="34591"/>
                    <a:pt x="12547" y="34783"/>
                    <a:pt x="15073" y="34783"/>
                  </a:cubicBezTo>
                  <a:cubicBezTo>
                    <a:pt x="24358" y="34783"/>
                    <a:pt x="34295" y="32191"/>
                    <a:pt x="42372" y="28941"/>
                  </a:cubicBezTo>
                  <a:cubicBezTo>
                    <a:pt x="45290" y="27755"/>
                    <a:pt x="48239" y="26327"/>
                    <a:pt x="50062" y="23773"/>
                  </a:cubicBezTo>
                  <a:cubicBezTo>
                    <a:pt x="51977" y="21129"/>
                    <a:pt x="52372" y="17482"/>
                    <a:pt x="51157" y="14442"/>
                  </a:cubicBezTo>
                  <a:cubicBezTo>
                    <a:pt x="49910" y="11433"/>
                    <a:pt x="47144" y="9092"/>
                    <a:pt x="43983" y="8302"/>
                  </a:cubicBezTo>
                  <a:cubicBezTo>
                    <a:pt x="41217" y="7603"/>
                    <a:pt x="38238" y="7998"/>
                    <a:pt x="35624" y="6934"/>
                  </a:cubicBezTo>
                  <a:cubicBezTo>
                    <a:pt x="32858" y="5779"/>
                    <a:pt x="31004" y="3165"/>
                    <a:pt x="28542" y="1433"/>
                  </a:cubicBezTo>
                  <a:cubicBezTo>
                    <a:pt x="27298" y="557"/>
                    <a:pt x="25651" y="0"/>
                    <a:pt x="241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9"/>
            <p:cNvSpPr/>
            <p:nvPr/>
          </p:nvSpPr>
          <p:spPr>
            <a:xfrm>
              <a:off x="-712450" y="3762149"/>
              <a:ext cx="1301725" cy="1766898"/>
            </a:xfrm>
            <a:custGeom>
              <a:avLst/>
              <a:gdLst/>
              <a:ahLst/>
              <a:cxnLst/>
              <a:rect l="l" t="t" r="r" b="b"/>
              <a:pathLst>
                <a:path w="52069" h="96014" extrusionOk="0">
                  <a:moveTo>
                    <a:pt x="12303" y="1"/>
                  </a:moveTo>
                  <a:cubicBezTo>
                    <a:pt x="11636" y="1"/>
                    <a:pt x="11013" y="72"/>
                    <a:pt x="10457" y="237"/>
                  </a:cubicBezTo>
                  <a:cubicBezTo>
                    <a:pt x="6414" y="1453"/>
                    <a:pt x="5685" y="7137"/>
                    <a:pt x="4834" y="10663"/>
                  </a:cubicBezTo>
                  <a:cubicBezTo>
                    <a:pt x="2341" y="20845"/>
                    <a:pt x="1825" y="31362"/>
                    <a:pt x="1338" y="41818"/>
                  </a:cubicBezTo>
                  <a:cubicBezTo>
                    <a:pt x="578" y="57715"/>
                    <a:pt x="1" y="73977"/>
                    <a:pt x="4651" y="89205"/>
                  </a:cubicBezTo>
                  <a:cubicBezTo>
                    <a:pt x="4986" y="90299"/>
                    <a:pt x="5350" y="91424"/>
                    <a:pt x="6171" y="92244"/>
                  </a:cubicBezTo>
                  <a:cubicBezTo>
                    <a:pt x="7113" y="93217"/>
                    <a:pt x="8542" y="93582"/>
                    <a:pt x="9879" y="93886"/>
                  </a:cubicBezTo>
                  <a:cubicBezTo>
                    <a:pt x="16214" y="95305"/>
                    <a:pt x="22719" y="96014"/>
                    <a:pt x="29222" y="96014"/>
                  </a:cubicBezTo>
                  <a:cubicBezTo>
                    <a:pt x="32611" y="96014"/>
                    <a:pt x="36000" y="95821"/>
                    <a:pt x="39363" y="95436"/>
                  </a:cubicBezTo>
                  <a:cubicBezTo>
                    <a:pt x="43588" y="94980"/>
                    <a:pt x="48269" y="93825"/>
                    <a:pt x="50397" y="90178"/>
                  </a:cubicBezTo>
                  <a:cubicBezTo>
                    <a:pt x="52069" y="87351"/>
                    <a:pt x="51674" y="83825"/>
                    <a:pt x="51248" y="80603"/>
                  </a:cubicBezTo>
                  <a:cubicBezTo>
                    <a:pt x="50336" y="73794"/>
                    <a:pt x="49394" y="66834"/>
                    <a:pt x="46263" y="60755"/>
                  </a:cubicBezTo>
                  <a:cubicBezTo>
                    <a:pt x="44379" y="57077"/>
                    <a:pt x="41673" y="53581"/>
                    <a:pt x="41521" y="49478"/>
                  </a:cubicBezTo>
                  <a:cubicBezTo>
                    <a:pt x="41369" y="44554"/>
                    <a:pt x="44895" y="40298"/>
                    <a:pt x="45959" y="35496"/>
                  </a:cubicBezTo>
                  <a:cubicBezTo>
                    <a:pt x="46871" y="31332"/>
                    <a:pt x="45838" y="27016"/>
                    <a:pt x="44683" y="22943"/>
                  </a:cubicBezTo>
                  <a:cubicBezTo>
                    <a:pt x="43831" y="19994"/>
                    <a:pt x="42616" y="16711"/>
                    <a:pt x="39789" y="15496"/>
                  </a:cubicBezTo>
                  <a:cubicBezTo>
                    <a:pt x="38269" y="14857"/>
                    <a:pt x="36536" y="14888"/>
                    <a:pt x="35047" y="14189"/>
                  </a:cubicBezTo>
                  <a:cubicBezTo>
                    <a:pt x="31187" y="12304"/>
                    <a:pt x="31096" y="6347"/>
                    <a:pt x="27479" y="4006"/>
                  </a:cubicBezTo>
                  <a:cubicBezTo>
                    <a:pt x="26384" y="3337"/>
                    <a:pt x="25138" y="3033"/>
                    <a:pt x="23892" y="2760"/>
                  </a:cubicBezTo>
                  <a:cubicBezTo>
                    <a:pt x="20913" y="2118"/>
                    <a:pt x="15938" y="1"/>
                    <a:pt x="12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9"/>
            <p:cNvSpPr/>
            <p:nvPr/>
          </p:nvSpPr>
          <p:spPr>
            <a:xfrm rot="-3982125">
              <a:off x="5039904" y="4301989"/>
              <a:ext cx="975491" cy="1320889"/>
            </a:xfrm>
            <a:custGeom>
              <a:avLst/>
              <a:gdLst/>
              <a:ahLst/>
              <a:cxnLst/>
              <a:rect l="l" t="t" r="r" b="b"/>
              <a:pathLst>
                <a:path w="31739" h="42977" extrusionOk="0">
                  <a:moveTo>
                    <a:pt x="2341" y="25"/>
                  </a:moveTo>
                  <a:cubicBezTo>
                    <a:pt x="1031" y="25"/>
                    <a:pt x="1" y="1830"/>
                    <a:pt x="826" y="2949"/>
                  </a:cubicBezTo>
                  <a:cubicBezTo>
                    <a:pt x="1950" y="4469"/>
                    <a:pt x="2771" y="5380"/>
                    <a:pt x="4686" y="6019"/>
                  </a:cubicBezTo>
                  <a:cubicBezTo>
                    <a:pt x="6115" y="6475"/>
                    <a:pt x="7725" y="6687"/>
                    <a:pt x="9245" y="6748"/>
                  </a:cubicBezTo>
                  <a:cubicBezTo>
                    <a:pt x="9368" y="6753"/>
                    <a:pt x="9492" y="6755"/>
                    <a:pt x="9617" y="6755"/>
                  </a:cubicBezTo>
                  <a:cubicBezTo>
                    <a:pt x="11270" y="6755"/>
                    <a:pt x="13089" y="6354"/>
                    <a:pt x="14830" y="6354"/>
                  </a:cubicBezTo>
                  <a:cubicBezTo>
                    <a:pt x="16208" y="6354"/>
                    <a:pt x="17538" y="6606"/>
                    <a:pt x="18698" y="7508"/>
                  </a:cubicBezTo>
                  <a:cubicBezTo>
                    <a:pt x="19701" y="8298"/>
                    <a:pt x="20340" y="9545"/>
                    <a:pt x="21282" y="10426"/>
                  </a:cubicBezTo>
                  <a:cubicBezTo>
                    <a:pt x="22376" y="11429"/>
                    <a:pt x="23835" y="11429"/>
                    <a:pt x="24960" y="12371"/>
                  </a:cubicBezTo>
                  <a:cubicBezTo>
                    <a:pt x="27452" y="14408"/>
                    <a:pt x="27665" y="18359"/>
                    <a:pt x="27726" y="21308"/>
                  </a:cubicBezTo>
                  <a:cubicBezTo>
                    <a:pt x="27817" y="24773"/>
                    <a:pt x="25963" y="27053"/>
                    <a:pt x="24777" y="30092"/>
                  </a:cubicBezTo>
                  <a:cubicBezTo>
                    <a:pt x="24170" y="31673"/>
                    <a:pt x="24078" y="33162"/>
                    <a:pt x="22741" y="34347"/>
                  </a:cubicBezTo>
                  <a:cubicBezTo>
                    <a:pt x="21677" y="35259"/>
                    <a:pt x="20340" y="35989"/>
                    <a:pt x="19063" y="36536"/>
                  </a:cubicBezTo>
                  <a:cubicBezTo>
                    <a:pt x="17665" y="37113"/>
                    <a:pt x="16206" y="37569"/>
                    <a:pt x="14777" y="38086"/>
                  </a:cubicBezTo>
                  <a:cubicBezTo>
                    <a:pt x="13258" y="38633"/>
                    <a:pt x="11616" y="39332"/>
                    <a:pt x="10005" y="39424"/>
                  </a:cubicBezTo>
                  <a:cubicBezTo>
                    <a:pt x="7786" y="39575"/>
                    <a:pt x="5689" y="39940"/>
                    <a:pt x="4382" y="41946"/>
                  </a:cubicBezTo>
                  <a:cubicBezTo>
                    <a:pt x="4060" y="42453"/>
                    <a:pt x="4539" y="42977"/>
                    <a:pt x="5029" y="42977"/>
                  </a:cubicBezTo>
                  <a:cubicBezTo>
                    <a:pt x="5186" y="42977"/>
                    <a:pt x="5343" y="42923"/>
                    <a:pt x="5476" y="42797"/>
                  </a:cubicBezTo>
                  <a:cubicBezTo>
                    <a:pt x="6449" y="41886"/>
                    <a:pt x="7695" y="41673"/>
                    <a:pt x="8941" y="41642"/>
                  </a:cubicBezTo>
                  <a:cubicBezTo>
                    <a:pt x="9108" y="41642"/>
                    <a:pt x="9279" y="41640"/>
                    <a:pt x="9452" y="41640"/>
                  </a:cubicBezTo>
                  <a:cubicBezTo>
                    <a:pt x="9969" y="41640"/>
                    <a:pt x="10499" y="41658"/>
                    <a:pt x="10978" y="41794"/>
                  </a:cubicBezTo>
                  <a:cubicBezTo>
                    <a:pt x="11677" y="41977"/>
                    <a:pt x="12224" y="42341"/>
                    <a:pt x="12923" y="42493"/>
                  </a:cubicBezTo>
                  <a:cubicBezTo>
                    <a:pt x="13928" y="42697"/>
                    <a:pt x="14926" y="42798"/>
                    <a:pt x="15914" y="42798"/>
                  </a:cubicBezTo>
                  <a:cubicBezTo>
                    <a:pt x="17733" y="42798"/>
                    <a:pt x="19518" y="42453"/>
                    <a:pt x="21252" y="41764"/>
                  </a:cubicBezTo>
                  <a:cubicBezTo>
                    <a:pt x="23714" y="40791"/>
                    <a:pt x="26753" y="39424"/>
                    <a:pt x="28182" y="37113"/>
                  </a:cubicBezTo>
                  <a:cubicBezTo>
                    <a:pt x="28881" y="35958"/>
                    <a:pt x="29154" y="34651"/>
                    <a:pt x="29246" y="33344"/>
                  </a:cubicBezTo>
                  <a:cubicBezTo>
                    <a:pt x="29367" y="31794"/>
                    <a:pt x="29641" y="30518"/>
                    <a:pt x="30127" y="29059"/>
                  </a:cubicBezTo>
                  <a:cubicBezTo>
                    <a:pt x="31738" y="24074"/>
                    <a:pt x="31525" y="18481"/>
                    <a:pt x="28486" y="14074"/>
                  </a:cubicBezTo>
                  <a:cubicBezTo>
                    <a:pt x="27209" y="12250"/>
                    <a:pt x="25781" y="11034"/>
                    <a:pt x="23774" y="10031"/>
                  </a:cubicBezTo>
                  <a:cubicBezTo>
                    <a:pt x="21799" y="9058"/>
                    <a:pt x="20005" y="6809"/>
                    <a:pt x="19002" y="4833"/>
                  </a:cubicBezTo>
                  <a:cubicBezTo>
                    <a:pt x="17665" y="2189"/>
                    <a:pt x="14717" y="1277"/>
                    <a:pt x="11890" y="1216"/>
                  </a:cubicBezTo>
                  <a:cubicBezTo>
                    <a:pt x="11668" y="1212"/>
                    <a:pt x="11449" y="1211"/>
                    <a:pt x="11232" y="1211"/>
                  </a:cubicBezTo>
                  <a:cubicBezTo>
                    <a:pt x="10943" y="1211"/>
                    <a:pt x="10657" y="1213"/>
                    <a:pt x="10373" y="1213"/>
                  </a:cubicBezTo>
                  <a:cubicBezTo>
                    <a:pt x="9380" y="1213"/>
                    <a:pt x="8414" y="1186"/>
                    <a:pt x="7422" y="943"/>
                  </a:cubicBezTo>
                  <a:cubicBezTo>
                    <a:pt x="6570" y="730"/>
                    <a:pt x="5780" y="396"/>
                    <a:pt x="4929" y="213"/>
                  </a:cubicBezTo>
                  <a:cubicBezTo>
                    <a:pt x="4108" y="0"/>
                    <a:pt x="3318" y="122"/>
                    <a:pt x="2467" y="31"/>
                  </a:cubicBezTo>
                  <a:cubicBezTo>
                    <a:pt x="2425" y="27"/>
                    <a:pt x="2383" y="25"/>
                    <a:pt x="2341" y="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9"/>
            <p:cNvSpPr/>
            <p:nvPr/>
          </p:nvSpPr>
          <p:spPr>
            <a:xfrm rot="-5524587" flipH="1">
              <a:off x="5737226" y="4541026"/>
              <a:ext cx="1174797" cy="1483911"/>
            </a:xfrm>
            <a:custGeom>
              <a:avLst/>
              <a:gdLst/>
              <a:ahLst/>
              <a:cxnLst/>
              <a:rect l="l" t="t" r="r" b="b"/>
              <a:pathLst>
                <a:path w="52069" h="96014" extrusionOk="0">
                  <a:moveTo>
                    <a:pt x="12303" y="1"/>
                  </a:moveTo>
                  <a:cubicBezTo>
                    <a:pt x="11636" y="1"/>
                    <a:pt x="11013" y="72"/>
                    <a:pt x="10457" y="237"/>
                  </a:cubicBezTo>
                  <a:cubicBezTo>
                    <a:pt x="6414" y="1453"/>
                    <a:pt x="5685" y="7137"/>
                    <a:pt x="4834" y="10663"/>
                  </a:cubicBezTo>
                  <a:cubicBezTo>
                    <a:pt x="2341" y="20845"/>
                    <a:pt x="1825" y="31362"/>
                    <a:pt x="1338" y="41818"/>
                  </a:cubicBezTo>
                  <a:cubicBezTo>
                    <a:pt x="578" y="57715"/>
                    <a:pt x="1" y="73977"/>
                    <a:pt x="4651" y="89205"/>
                  </a:cubicBezTo>
                  <a:cubicBezTo>
                    <a:pt x="4986" y="90299"/>
                    <a:pt x="5350" y="91424"/>
                    <a:pt x="6171" y="92244"/>
                  </a:cubicBezTo>
                  <a:cubicBezTo>
                    <a:pt x="7113" y="93217"/>
                    <a:pt x="8542" y="93582"/>
                    <a:pt x="9879" y="93886"/>
                  </a:cubicBezTo>
                  <a:cubicBezTo>
                    <a:pt x="16214" y="95305"/>
                    <a:pt x="22719" y="96014"/>
                    <a:pt x="29222" y="96014"/>
                  </a:cubicBezTo>
                  <a:cubicBezTo>
                    <a:pt x="32611" y="96014"/>
                    <a:pt x="36000" y="95821"/>
                    <a:pt x="39363" y="95436"/>
                  </a:cubicBezTo>
                  <a:cubicBezTo>
                    <a:pt x="43588" y="94980"/>
                    <a:pt x="48269" y="93825"/>
                    <a:pt x="50397" y="90178"/>
                  </a:cubicBezTo>
                  <a:cubicBezTo>
                    <a:pt x="52069" y="87351"/>
                    <a:pt x="51674" y="83825"/>
                    <a:pt x="51248" y="80603"/>
                  </a:cubicBezTo>
                  <a:cubicBezTo>
                    <a:pt x="50336" y="73794"/>
                    <a:pt x="49394" y="66834"/>
                    <a:pt x="46263" y="60755"/>
                  </a:cubicBezTo>
                  <a:cubicBezTo>
                    <a:pt x="44379" y="57077"/>
                    <a:pt x="41673" y="53581"/>
                    <a:pt x="41521" y="49478"/>
                  </a:cubicBezTo>
                  <a:cubicBezTo>
                    <a:pt x="41369" y="44554"/>
                    <a:pt x="44895" y="40298"/>
                    <a:pt x="45959" y="35496"/>
                  </a:cubicBezTo>
                  <a:cubicBezTo>
                    <a:pt x="46871" y="31332"/>
                    <a:pt x="45838" y="27016"/>
                    <a:pt x="44683" y="22943"/>
                  </a:cubicBezTo>
                  <a:cubicBezTo>
                    <a:pt x="43831" y="19994"/>
                    <a:pt x="42616" y="16711"/>
                    <a:pt x="39789" y="15496"/>
                  </a:cubicBezTo>
                  <a:cubicBezTo>
                    <a:pt x="38269" y="14857"/>
                    <a:pt x="36536" y="14888"/>
                    <a:pt x="35047" y="14189"/>
                  </a:cubicBezTo>
                  <a:cubicBezTo>
                    <a:pt x="31187" y="12304"/>
                    <a:pt x="31096" y="6347"/>
                    <a:pt x="27479" y="4006"/>
                  </a:cubicBezTo>
                  <a:cubicBezTo>
                    <a:pt x="26384" y="3337"/>
                    <a:pt x="25138" y="3033"/>
                    <a:pt x="23892" y="2760"/>
                  </a:cubicBezTo>
                  <a:cubicBezTo>
                    <a:pt x="20913" y="2118"/>
                    <a:pt x="15938" y="1"/>
                    <a:pt x="12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7" name="Google Shape;1167;p9"/>
            <p:cNvGrpSpPr/>
            <p:nvPr/>
          </p:nvGrpSpPr>
          <p:grpSpPr>
            <a:xfrm flipH="1">
              <a:off x="7210891" y="4152648"/>
              <a:ext cx="1580445" cy="807500"/>
              <a:chOff x="1041325" y="3967675"/>
              <a:chExt cx="974200" cy="497750"/>
            </a:xfrm>
          </p:grpSpPr>
          <p:sp>
            <p:nvSpPr>
              <p:cNvPr id="1168" name="Google Shape;1168;p9"/>
              <p:cNvSpPr/>
              <p:nvPr/>
            </p:nvSpPr>
            <p:spPr>
              <a:xfrm>
                <a:off x="1901525" y="4241225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95" y="1"/>
                    </a:moveTo>
                    <a:cubicBezTo>
                      <a:pt x="0" y="1"/>
                      <a:pt x="0" y="578"/>
                      <a:pt x="395" y="578"/>
                    </a:cubicBezTo>
                    <a:cubicBezTo>
                      <a:pt x="760" y="578"/>
                      <a:pt x="760" y="1"/>
                      <a:pt x="3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9"/>
              <p:cNvSpPr/>
              <p:nvPr/>
            </p:nvSpPr>
            <p:spPr>
              <a:xfrm>
                <a:off x="1801975" y="4314175"/>
                <a:ext cx="41050" cy="39850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1594" extrusionOk="0">
                    <a:moveTo>
                      <a:pt x="669" y="1"/>
                    </a:moveTo>
                    <a:cubicBezTo>
                      <a:pt x="517" y="1"/>
                      <a:pt x="335" y="62"/>
                      <a:pt x="213" y="183"/>
                    </a:cubicBezTo>
                    <a:cubicBezTo>
                      <a:pt x="92" y="305"/>
                      <a:pt x="0" y="487"/>
                      <a:pt x="31" y="639"/>
                    </a:cubicBezTo>
                    <a:lnTo>
                      <a:pt x="61" y="822"/>
                    </a:lnTo>
                    <a:cubicBezTo>
                      <a:pt x="92" y="943"/>
                      <a:pt x="122" y="1034"/>
                      <a:pt x="213" y="1125"/>
                    </a:cubicBezTo>
                    <a:cubicBezTo>
                      <a:pt x="277" y="1190"/>
                      <a:pt x="357" y="1239"/>
                      <a:pt x="441" y="1273"/>
                    </a:cubicBezTo>
                    <a:lnTo>
                      <a:pt x="441" y="1273"/>
                    </a:lnTo>
                    <a:cubicBezTo>
                      <a:pt x="474" y="1295"/>
                      <a:pt x="495" y="1317"/>
                      <a:pt x="517" y="1338"/>
                    </a:cubicBezTo>
                    <a:cubicBezTo>
                      <a:pt x="568" y="1372"/>
                      <a:pt x="619" y="1397"/>
                      <a:pt x="670" y="1417"/>
                    </a:cubicBezTo>
                    <a:lnTo>
                      <a:pt x="670" y="1417"/>
                    </a:lnTo>
                    <a:cubicBezTo>
                      <a:pt x="720" y="1449"/>
                      <a:pt x="771" y="1495"/>
                      <a:pt x="821" y="1521"/>
                    </a:cubicBezTo>
                    <a:cubicBezTo>
                      <a:pt x="894" y="1569"/>
                      <a:pt x="986" y="1594"/>
                      <a:pt x="1081" y="1594"/>
                    </a:cubicBezTo>
                    <a:cubicBezTo>
                      <a:pt x="1222" y="1594"/>
                      <a:pt x="1368" y="1539"/>
                      <a:pt x="1459" y="1429"/>
                    </a:cubicBezTo>
                    <a:cubicBezTo>
                      <a:pt x="1520" y="1369"/>
                      <a:pt x="1581" y="1277"/>
                      <a:pt x="1611" y="1217"/>
                    </a:cubicBezTo>
                    <a:cubicBezTo>
                      <a:pt x="1642" y="1095"/>
                      <a:pt x="1611" y="882"/>
                      <a:pt x="1551" y="791"/>
                    </a:cubicBezTo>
                    <a:cubicBezTo>
                      <a:pt x="1525" y="741"/>
                      <a:pt x="1479" y="690"/>
                      <a:pt x="1447" y="640"/>
                    </a:cubicBezTo>
                    <a:lnTo>
                      <a:pt x="1447" y="640"/>
                    </a:lnTo>
                    <a:cubicBezTo>
                      <a:pt x="1427" y="589"/>
                      <a:pt x="1402" y="538"/>
                      <a:pt x="1368" y="487"/>
                    </a:cubicBezTo>
                    <a:cubicBezTo>
                      <a:pt x="1346" y="465"/>
                      <a:pt x="1325" y="444"/>
                      <a:pt x="1303" y="411"/>
                    </a:cubicBezTo>
                    <a:lnTo>
                      <a:pt x="1303" y="411"/>
                    </a:lnTo>
                    <a:cubicBezTo>
                      <a:pt x="1269" y="327"/>
                      <a:pt x="1220" y="248"/>
                      <a:pt x="1155" y="183"/>
                    </a:cubicBezTo>
                    <a:cubicBezTo>
                      <a:pt x="1003" y="62"/>
                      <a:pt x="882" y="1"/>
                      <a:pt x="6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9"/>
              <p:cNvSpPr/>
              <p:nvPr/>
            </p:nvSpPr>
            <p:spPr>
              <a:xfrm>
                <a:off x="1731300" y="4183425"/>
                <a:ext cx="38775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098" extrusionOk="0">
                    <a:moveTo>
                      <a:pt x="654" y="0"/>
                    </a:moveTo>
                    <a:cubicBezTo>
                      <a:pt x="553" y="0"/>
                      <a:pt x="459" y="26"/>
                      <a:pt x="365" y="64"/>
                    </a:cubicBezTo>
                    <a:cubicBezTo>
                      <a:pt x="1" y="246"/>
                      <a:pt x="1" y="854"/>
                      <a:pt x="365" y="1006"/>
                    </a:cubicBezTo>
                    <a:cubicBezTo>
                      <a:pt x="473" y="1049"/>
                      <a:pt x="580" y="1092"/>
                      <a:pt x="698" y="1092"/>
                    </a:cubicBezTo>
                    <a:cubicBezTo>
                      <a:pt x="709" y="1092"/>
                      <a:pt x="720" y="1091"/>
                      <a:pt x="731" y="1091"/>
                    </a:cubicBezTo>
                    <a:lnTo>
                      <a:pt x="731" y="1091"/>
                    </a:lnTo>
                    <a:lnTo>
                      <a:pt x="700" y="1097"/>
                    </a:lnTo>
                    <a:lnTo>
                      <a:pt x="700" y="1097"/>
                    </a:lnTo>
                    <a:lnTo>
                      <a:pt x="737" y="1090"/>
                    </a:lnTo>
                    <a:lnTo>
                      <a:pt x="737" y="1090"/>
                    </a:lnTo>
                    <a:cubicBezTo>
                      <a:pt x="767" y="1088"/>
                      <a:pt x="798" y="1082"/>
                      <a:pt x="830" y="1073"/>
                    </a:cubicBezTo>
                    <a:lnTo>
                      <a:pt x="830" y="1073"/>
                    </a:lnTo>
                    <a:lnTo>
                      <a:pt x="1034" y="1036"/>
                    </a:lnTo>
                    <a:cubicBezTo>
                      <a:pt x="1186" y="1036"/>
                      <a:pt x="1308" y="1006"/>
                      <a:pt x="1399" y="915"/>
                    </a:cubicBezTo>
                    <a:cubicBezTo>
                      <a:pt x="1490" y="823"/>
                      <a:pt x="1551" y="671"/>
                      <a:pt x="1551" y="550"/>
                    </a:cubicBezTo>
                    <a:cubicBezTo>
                      <a:pt x="1551" y="428"/>
                      <a:pt x="1490" y="276"/>
                      <a:pt x="1399" y="185"/>
                    </a:cubicBezTo>
                    <a:cubicBezTo>
                      <a:pt x="1308" y="94"/>
                      <a:pt x="1186" y="64"/>
                      <a:pt x="1034" y="33"/>
                    </a:cubicBezTo>
                    <a:lnTo>
                      <a:pt x="742" y="7"/>
                    </a:lnTo>
                    <a:lnTo>
                      <a:pt x="742" y="7"/>
                    </a:lnTo>
                    <a:cubicBezTo>
                      <a:pt x="712" y="2"/>
                      <a:pt x="683" y="0"/>
                      <a:pt x="6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9"/>
              <p:cNvSpPr/>
              <p:nvPr/>
            </p:nvSpPr>
            <p:spPr>
              <a:xfrm>
                <a:off x="1722175" y="4257200"/>
                <a:ext cx="28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913" extrusionOk="0">
                    <a:moveTo>
                      <a:pt x="578" y="0"/>
                    </a:moveTo>
                    <a:cubicBezTo>
                      <a:pt x="1" y="0"/>
                      <a:pt x="1" y="912"/>
                      <a:pt x="578" y="912"/>
                    </a:cubicBezTo>
                    <a:cubicBezTo>
                      <a:pt x="1156" y="912"/>
                      <a:pt x="1156" y="0"/>
                      <a:pt x="5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9"/>
              <p:cNvSpPr/>
              <p:nvPr/>
            </p:nvSpPr>
            <p:spPr>
              <a:xfrm>
                <a:off x="1638600" y="4324675"/>
                <a:ext cx="41050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1259" extrusionOk="0">
                    <a:moveTo>
                      <a:pt x="851" y="37"/>
                    </a:moveTo>
                    <a:cubicBezTo>
                      <a:pt x="865" y="37"/>
                      <a:pt x="879" y="38"/>
                      <a:pt x="892" y="41"/>
                    </a:cubicBezTo>
                    <a:lnTo>
                      <a:pt x="892" y="41"/>
                    </a:lnTo>
                    <a:lnTo>
                      <a:pt x="882" y="37"/>
                    </a:lnTo>
                    <a:close/>
                    <a:moveTo>
                      <a:pt x="926" y="1204"/>
                    </a:moveTo>
                    <a:lnTo>
                      <a:pt x="882" y="1222"/>
                    </a:lnTo>
                    <a:lnTo>
                      <a:pt x="730" y="1222"/>
                    </a:lnTo>
                    <a:lnTo>
                      <a:pt x="926" y="1204"/>
                    </a:lnTo>
                    <a:close/>
                    <a:moveTo>
                      <a:pt x="577" y="0"/>
                    </a:moveTo>
                    <a:cubicBezTo>
                      <a:pt x="440" y="0"/>
                      <a:pt x="292" y="83"/>
                      <a:pt x="213" y="189"/>
                    </a:cubicBezTo>
                    <a:cubicBezTo>
                      <a:pt x="91" y="280"/>
                      <a:pt x="0" y="462"/>
                      <a:pt x="0" y="645"/>
                    </a:cubicBezTo>
                    <a:cubicBezTo>
                      <a:pt x="31" y="797"/>
                      <a:pt x="61" y="979"/>
                      <a:pt x="213" y="1070"/>
                    </a:cubicBezTo>
                    <a:cubicBezTo>
                      <a:pt x="319" y="1176"/>
                      <a:pt x="447" y="1258"/>
                      <a:pt x="579" y="1258"/>
                    </a:cubicBezTo>
                    <a:cubicBezTo>
                      <a:pt x="599" y="1258"/>
                      <a:pt x="619" y="1257"/>
                      <a:pt x="639" y="1253"/>
                    </a:cubicBezTo>
                    <a:lnTo>
                      <a:pt x="851" y="1253"/>
                    </a:lnTo>
                    <a:cubicBezTo>
                      <a:pt x="885" y="1236"/>
                      <a:pt x="919" y="1219"/>
                      <a:pt x="953" y="1202"/>
                    </a:cubicBezTo>
                    <a:lnTo>
                      <a:pt x="953" y="1202"/>
                    </a:lnTo>
                    <a:lnTo>
                      <a:pt x="1064" y="1192"/>
                    </a:lnTo>
                    <a:cubicBezTo>
                      <a:pt x="1216" y="1192"/>
                      <a:pt x="1338" y="1161"/>
                      <a:pt x="1459" y="1040"/>
                    </a:cubicBezTo>
                    <a:cubicBezTo>
                      <a:pt x="1581" y="949"/>
                      <a:pt x="1642" y="766"/>
                      <a:pt x="1642" y="614"/>
                    </a:cubicBezTo>
                    <a:cubicBezTo>
                      <a:pt x="1642" y="493"/>
                      <a:pt x="1581" y="310"/>
                      <a:pt x="1459" y="219"/>
                    </a:cubicBezTo>
                    <a:cubicBezTo>
                      <a:pt x="1338" y="98"/>
                      <a:pt x="1216" y="67"/>
                      <a:pt x="1064" y="37"/>
                    </a:cubicBezTo>
                    <a:lnTo>
                      <a:pt x="1064" y="67"/>
                    </a:lnTo>
                    <a:lnTo>
                      <a:pt x="944" y="56"/>
                    </a:lnTo>
                    <a:lnTo>
                      <a:pt x="944" y="56"/>
                    </a:lnTo>
                    <a:cubicBezTo>
                      <a:pt x="927" y="50"/>
                      <a:pt x="910" y="44"/>
                      <a:pt x="892" y="41"/>
                    </a:cubicBezTo>
                    <a:lnTo>
                      <a:pt x="892" y="41"/>
                    </a:lnTo>
                    <a:lnTo>
                      <a:pt x="926" y="55"/>
                    </a:lnTo>
                    <a:lnTo>
                      <a:pt x="926" y="55"/>
                    </a:lnTo>
                    <a:lnTo>
                      <a:pt x="730" y="37"/>
                    </a:lnTo>
                    <a:lnTo>
                      <a:pt x="851" y="37"/>
                    </a:lnTo>
                    <a:cubicBezTo>
                      <a:pt x="791" y="6"/>
                      <a:pt x="730" y="6"/>
                      <a:pt x="639" y="6"/>
                    </a:cubicBezTo>
                    <a:cubicBezTo>
                      <a:pt x="619" y="2"/>
                      <a:pt x="598" y="0"/>
                      <a:pt x="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9"/>
              <p:cNvSpPr/>
              <p:nvPr/>
            </p:nvSpPr>
            <p:spPr>
              <a:xfrm>
                <a:off x="1579325" y="4214650"/>
                <a:ext cx="2815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1490" extrusionOk="0">
                    <a:moveTo>
                      <a:pt x="548" y="0"/>
                    </a:moveTo>
                    <a:cubicBezTo>
                      <a:pt x="244" y="0"/>
                      <a:pt x="31" y="243"/>
                      <a:pt x="0" y="547"/>
                    </a:cubicBezTo>
                    <a:cubicBezTo>
                      <a:pt x="0" y="699"/>
                      <a:pt x="0" y="821"/>
                      <a:pt x="31" y="942"/>
                    </a:cubicBezTo>
                    <a:cubicBezTo>
                      <a:pt x="31" y="1094"/>
                      <a:pt x="61" y="1216"/>
                      <a:pt x="183" y="1307"/>
                    </a:cubicBezTo>
                    <a:cubicBezTo>
                      <a:pt x="274" y="1429"/>
                      <a:pt x="426" y="1489"/>
                      <a:pt x="548" y="1489"/>
                    </a:cubicBezTo>
                    <a:cubicBezTo>
                      <a:pt x="882" y="1459"/>
                      <a:pt x="1064" y="1246"/>
                      <a:pt x="1095" y="942"/>
                    </a:cubicBezTo>
                    <a:cubicBezTo>
                      <a:pt x="1095" y="821"/>
                      <a:pt x="1125" y="669"/>
                      <a:pt x="1125" y="547"/>
                    </a:cubicBezTo>
                    <a:cubicBezTo>
                      <a:pt x="1095" y="395"/>
                      <a:pt x="1064" y="274"/>
                      <a:pt x="943" y="152"/>
                    </a:cubicBezTo>
                    <a:cubicBezTo>
                      <a:pt x="851" y="61"/>
                      <a:pt x="700" y="0"/>
                      <a:pt x="5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9"/>
              <p:cNvSpPr/>
              <p:nvPr/>
            </p:nvSpPr>
            <p:spPr>
              <a:xfrm>
                <a:off x="1644675" y="4281500"/>
                <a:ext cx="205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0" extrusionOk="0">
                    <a:moveTo>
                      <a:pt x="396" y="1"/>
                    </a:moveTo>
                    <a:cubicBezTo>
                      <a:pt x="0" y="1"/>
                      <a:pt x="0" y="639"/>
                      <a:pt x="396" y="639"/>
                    </a:cubicBezTo>
                    <a:cubicBezTo>
                      <a:pt x="821" y="639"/>
                      <a:pt x="821" y="1"/>
                      <a:pt x="3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9"/>
              <p:cNvSpPr/>
              <p:nvPr/>
            </p:nvSpPr>
            <p:spPr>
              <a:xfrm>
                <a:off x="1647725" y="4152325"/>
                <a:ext cx="34975" cy="27375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095" extrusionOk="0">
                    <a:moveTo>
                      <a:pt x="699" y="1"/>
                    </a:moveTo>
                    <a:cubicBezTo>
                      <a:pt x="0" y="1"/>
                      <a:pt x="0" y="1095"/>
                      <a:pt x="699" y="1095"/>
                    </a:cubicBezTo>
                    <a:cubicBezTo>
                      <a:pt x="1398" y="1095"/>
                      <a:pt x="1398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9"/>
              <p:cNvSpPr/>
              <p:nvPr/>
            </p:nvSpPr>
            <p:spPr>
              <a:xfrm>
                <a:off x="1537525" y="4326900"/>
                <a:ext cx="29675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498" extrusionOk="0">
                    <a:moveTo>
                      <a:pt x="593" y="1"/>
                    </a:moveTo>
                    <a:cubicBezTo>
                      <a:pt x="457" y="1"/>
                      <a:pt x="320" y="54"/>
                      <a:pt x="213" y="161"/>
                    </a:cubicBezTo>
                    <a:lnTo>
                      <a:pt x="183" y="161"/>
                    </a:lnTo>
                    <a:cubicBezTo>
                      <a:pt x="31" y="313"/>
                      <a:pt x="1" y="525"/>
                      <a:pt x="31" y="738"/>
                    </a:cubicBezTo>
                    <a:lnTo>
                      <a:pt x="31" y="616"/>
                    </a:lnTo>
                    <a:lnTo>
                      <a:pt x="61" y="951"/>
                    </a:lnTo>
                    <a:cubicBezTo>
                      <a:pt x="61" y="1103"/>
                      <a:pt x="122" y="1224"/>
                      <a:pt x="213" y="1346"/>
                    </a:cubicBezTo>
                    <a:cubicBezTo>
                      <a:pt x="305" y="1437"/>
                      <a:pt x="457" y="1498"/>
                      <a:pt x="609" y="1498"/>
                    </a:cubicBezTo>
                    <a:cubicBezTo>
                      <a:pt x="730" y="1498"/>
                      <a:pt x="882" y="1437"/>
                      <a:pt x="973" y="1346"/>
                    </a:cubicBezTo>
                    <a:cubicBezTo>
                      <a:pt x="1065" y="1224"/>
                      <a:pt x="1125" y="1103"/>
                      <a:pt x="1125" y="951"/>
                    </a:cubicBezTo>
                    <a:lnTo>
                      <a:pt x="1144" y="750"/>
                    </a:lnTo>
                    <a:lnTo>
                      <a:pt x="1144" y="750"/>
                    </a:lnTo>
                    <a:lnTo>
                      <a:pt x="1156" y="738"/>
                    </a:lnTo>
                    <a:cubicBezTo>
                      <a:pt x="1186" y="556"/>
                      <a:pt x="1156" y="313"/>
                      <a:pt x="1004" y="161"/>
                    </a:cubicBezTo>
                    <a:lnTo>
                      <a:pt x="973" y="161"/>
                    </a:lnTo>
                    <a:cubicBezTo>
                      <a:pt x="867" y="54"/>
                      <a:pt x="730" y="1"/>
                      <a:pt x="59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9"/>
              <p:cNvSpPr/>
              <p:nvPr/>
            </p:nvSpPr>
            <p:spPr>
              <a:xfrm>
                <a:off x="1704700" y="4362050"/>
                <a:ext cx="228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31" extrusionOk="0">
                    <a:moveTo>
                      <a:pt x="457" y="1"/>
                    </a:moveTo>
                    <a:cubicBezTo>
                      <a:pt x="1" y="1"/>
                      <a:pt x="1" y="730"/>
                      <a:pt x="457" y="730"/>
                    </a:cubicBezTo>
                    <a:cubicBezTo>
                      <a:pt x="913" y="730"/>
                      <a:pt x="913" y="1"/>
                      <a:pt x="4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9"/>
              <p:cNvSpPr/>
              <p:nvPr/>
            </p:nvSpPr>
            <p:spPr>
              <a:xfrm>
                <a:off x="1862000" y="4406125"/>
                <a:ext cx="167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18" extrusionOk="0">
                    <a:moveTo>
                      <a:pt x="335" y="1"/>
                    </a:moveTo>
                    <a:cubicBezTo>
                      <a:pt x="1" y="1"/>
                      <a:pt x="1" y="517"/>
                      <a:pt x="335" y="517"/>
                    </a:cubicBezTo>
                    <a:cubicBezTo>
                      <a:pt x="669" y="517"/>
                      <a:pt x="669" y="1"/>
                      <a:pt x="3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9"/>
              <p:cNvSpPr/>
              <p:nvPr/>
            </p:nvSpPr>
            <p:spPr>
              <a:xfrm>
                <a:off x="1889350" y="4228700"/>
                <a:ext cx="2360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234" extrusionOk="0">
                    <a:moveTo>
                      <a:pt x="472" y="0"/>
                    </a:moveTo>
                    <a:cubicBezTo>
                      <a:pt x="312" y="0"/>
                      <a:pt x="153" y="76"/>
                      <a:pt x="92" y="228"/>
                    </a:cubicBezTo>
                    <a:cubicBezTo>
                      <a:pt x="31" y="289"/>
                      <a:pt x="31" y="380"/>
                      <a:pt x="1" y="471"/>
                    </a:cubicBezTo>
                    <a:cubicBezTo>
                      <a:pt x="1" y="502"/>
                      <a:pt x="1" y="532"/>
                      <a:pt x="1" y="593"/>
                    </a:cubicBezTo>
                    <a:cubicBezTo>
                      <a:pt x="1" y="654"/>
                      <a:pt x="1" y="715"/>
                      <a:pt x="1" y="775"/>
                    </a:cubicBezTo>
                    <a:cubicBezTo>
                      <a:pt x="30" y="1005"/>
                      <a:pt x="193" y="1234"/>
                      <a:pt x="441" y="1234"/>
                    </a:cubicBezTo>
                    <a:cubicBezTo>
                      <a:pt x="456" y="1234"/>
                      <a:pt x="472" y="1233"/>
                      <a:pt x="487" y="1231"/>
                    </a:cubicBezTo>
                    <a:cubicBezTo>
                      <a:pt x="730" y="1231"/>
                      <a:pt x="913" y="1049"/>
                      <a:pt x="943" y="775"/>
                    </a:cubicBezTo>
                    <a:lnTo>
                      <a:pt x="913" y="775"/>
                    </a:lnTo>
                    <a:cubicBezTo>
                      <a:pt x="913" y="715"/>
                      <a:pt x="943" y="654"/>
                      <a:pt x="943" y="593"/>
                    </a:cubicBezTo>
                    <a:cubicBezTo>
                      <a:pt x="943" y="563"/>
                      <a:pt x="943" y="502"/>
                      <a:pt x="913" y="471"/>
                    </a:cubicBezTo>
                    <a:cubicBezTo>
                      <a:pt x="913" y="380"/>
                      <a:pt x="882" y="319"/>
                      <a:pt x="852" y="228"/>
                    </a:cubicBezTo>
                    <a:cubicBezTo>
                      <a:pt x="791" y="76"/>
                      <a:pt x="632" y="0"/>
                      <a:pt x="47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9"/>
              <p:cNvSpPr/>
              <p:nvPr/>
            </p:nvSpPr>
            <p:spPr>
              <a:xfrm>
                <a:off x="1948625" y="4338500"/>
                <a:ext cx="27375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399" extrusionOk="0">
                    <a:moveTo>
                      <a:pt x="548" y="0"/>
                    </a:moveTo>
                    <a:cubicBezTo>
                      <a:pt x="335" y="31"/>
                      <a:pt x="122" y="183"/>
                      <a:pt x="62" y="396"/>
                    </a:cubicBezTo>
                    <a:cubicBezTo>
                      <a:pt x="1" y="548"/>
                      <a:pt x="31" y="730"/>
                      <a:pt x="62" y="912"/>
                    </a:cubicBezTo>
                    <a:cubicBezTo>
                      <a:pt x="62" y="1034"/>
                      <a:pt x="92" y="1156"/>
                      <a:pt x="214" y="1277"/>
                    </a:cubicBezTo>
                    <a:cubicBezTo>
                      <a:pt x="305" y="1338"/>
                      <a:pt x="426" y="1399"/>
                      <a:pt x="548" y="1399"/>
                    </a:cubicBezTo>
                    <a:cubicBezTo>
                      <a:pt x="852" y="1399"/>
                      <a:pt x="1034" y="1186"/>
                      <a:pt x="1065" y="912"/>
                    </a:cubicBezTo>
                    <a:cubicBezTo>
                      <a:pt x="1065" y="730"/>
                      <a:pt x="1095" y="548"/>
                      <a:pt x="1065" y="396"/>
                    </a:cubicBezTo>
                    <a:cubicBezTo>
                      <a:pt x="973" y="183"/>
                      <a:pt x="791" y="0"/>
                      <a:pt x="5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9"/>
              <p:cNvSpPr/>
              <p:nvPr/>
            </p:nvSpPr>
            <p:spPr>
              <a:xfrm>
                <a:off x="1886325" y="4441850"/>
                <a:ext cx="29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943" extrusionOk="0">
                    <a:moveTo>
                      <a:pt x="578" y="0"/>
                    </a:moveTo>
                    <a:cubicBezTo>
                      <a:pt x="0" y="0"/>
                      <a:pt x="0" y="943"/>
                      <a:pt x="578" y="943"/>
                    </a:cubicBezTo>
                    <a:cubicBezTo>
                      <a:pt x="1186" y="943"/>
                      <a:pt x="1186" y="0"/>
                      <a:pt x="5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9"/>
              <p:cNvSpPr/>
              <p:nvPr/>
            </p:nvSpPr>
            <p:spPr>
              <a:xfrm>
                <a:off x="1745750" y="4380475"/>
                <a:ext cx="2510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898" extrusionOk="0">
                    <a:moveTo>
                      <a:pt x="559" y="1"/>
                    </a:moveTo>
                    <a:cubicBezTo>
                      <a:pt x="517" y="1"/>
                      <a:pt x="471" y="8"/>
                      <a:pt x="426" y="24"/>
                    </a:cubicBezTo>
                    <a:lnTo>
                      <a:pt x="334" y="54"/>
                    </a:lnTo>
                    <a:cubicBezTo>
                      <a:pt x="243" y="84"/>
                      <a:pt x="182" y="115"/>
                      <a:pt x="122" y="145"/>
                    </a:cubicBezTo>
                    <a:cubicBezTo>
                      <a:pt x="91" y="206"/>
                      <a:pt x="61" y="267"/>
                      <a:pt x="30" y="358"/>
                    </a:cubicBezTo>
                    <a:cubicBezTo>
                      <a:pt x="0" y="449"/>
                      <a:pt x="0" y="449"/>
                      <a:pt x="30" y="571"/>
                    </a:cubicBezTo>
                    <a:cubicBezTo>
                      <a:pt x="61" y="632"/>
                      <a:pt x="91" y="692"/>
                      <a:pt x="122" y="753"/>
                    </a:cubicBezTo>
                    <a:cubicBezTo>
                      <a:pt x="182" y="814"/>
                      <a:pt x="243" y="844"/>
                      <a:pt x="334" y="844"/>
                    </a:cubicBezTo>
                    <a:lnTo>
                      <a:pt x="426" y="875"/>
                    </a:lnTo>
                    <a:cubicBezTo>
                      <a:pt x="471" y="890"/>
                      <a:pt x="517" y="898"/>
                      <a:pt x="559" y="898"/>
                    </a:cubicBezTo>
                    <a:cubicBezTo>
                      <a:pt x="600" y="898"/>
                      <a:pt x="638" y="890"/>
                      <a:pt x="669" y="875"/>
                    </a:cubicBezTo>
                    <a:cubicBezTo>
                      <a:pt x="760" y="844"/>
                      <a:pt x="821" y="814"/>
                      <a:pt x="882" y="753"/>
                    </a:cubicBezTo>
                    <a:cubicBezTo>
                      <a:pt x="942" y="692"/>
                      <a:pt x="1003" y="571"/>
                      <a:pt x="1003" y="449"/>
                    </a:cubicBezTo>
                    <a:cubicBezTo>
                      <a:pt x="1003" y="328"/>
                      <a:pt x="942" y="206"/>
                      <a:pt x="882" y="145"/>
                    </a:cubicBezTo>
                    <a:cubicBezTo>
                      <a:pt x="821" y="84"/>
                      <a:pt x="760" y="54"/>
                      <a:pt x="669" y="24"/>
                    </a:cubicBezTo>
                    <a:cubicBezTo>
                      <a:pt x="638" y="8"/>
                      <a:pt x="600" y="1"/>
                      <a:pt x="5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9"/>
              <p:cNvSpPr/>
              <p:nvPr/>
            </p:nvSpPr>
            <p:spPr>
              <a:xfrm>
                <a:off x="1786775" y="4239725"/>
                <a:ext cx="28150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852" extrusionOk="0">
                    <a:moveTo>
                      <a:pt x="548" y="0"/>
                    </a:moveTo>
                    <a:cubicBezTo>
                      <a:pt x="0" y="0"/>
                      <a:pt x="0" y="851"/>
                      <a:pt x="548" y="851"/>
                    </a:cubicBezTo>
                    <a:cubicBezTo>
                      <a:pt x="1125" y="851"/>
                      <a:pt x="1125" y="0"/>
                      <a:pt x="5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9"/>
              <p:cNvSpPr/>
              <p:nvPr/>
            </p:nvSpPr>
            <p:spPr>
              <a:xfrm>
                <a:off x="1842250" y="4155375"/>
                <a:ext cx="26625" cy="26600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64" extrusionOk="0">
                    <a:moveTo>
                      <a:pt x="517" y="0"/>
                    </a:moveTo>
                    <a:cubicBezTo>
                      <a:pt x="395" y="0"/>
                      <a:pt x="243" y="61"/>
                      <a:pt x="152" y="152"/>
                    </a:cubicBezTo>
                    <a:cubicBezTo>
                      <a:pt x="92" y="213"/>
                      <a:pt x="61" y="243"/>
                      <a:pt x="31" y="335"/>
                    </a:cubicBezTo>
                    <a:cubicBezTo>
                      <a:pt x="0" y="395"/>
                      <a:pt x="0" y="456"/>
                      <a:pt x="0" y="517"/>
                    </a:cubicBezTo>
                    <a:cubicBezTo>
                      <a:pt x="0" y="669"/>
                      <a:pt x="61" y="790"/>
                      <a:pt x="152" y="882"/>
                    </a:cubicBezTo>
                    <a:cubicBezTo>
                      <a:pt x="274" y="1003"/>
                      <a:pt x="395" y="1064"/>
                      <a:pt x="517" y="1064"/>
                    </a:cubicBezTo>
                    <a:cubicBezTo>
                      <a:pt x="669" y="1064"/>
                      <a:pt x="791" y="1003"/>
                      <a:pt x="882" y="882"/>
                    </a:cubicBezTo>
                    <a:cubicBezTo>
                      <a:pt x="943" y="851"/>
                      <a:pt x="973" y="790"/>
                      <a:pt x="1003" y="730"/>
                    </a:cubicBezTo>
                    <a:cubicBezTo>
                      <a:pt x="1034" y="669"/>
                      <a:pt x="1064" y="608"/>
                      <a:pt x="1064" y="517"/>
                    </a:cubicBezTo>
                    <a:cubicBezTo>
                      <a:pt x="1034" y="395"/>
                      <a:pt x="1003" y="243"/>
                      <a:pt x="882" y="152"/>
                    </a:cubicBezTo>
                    <a:cubicBezTo>
                      <a:pt x="791" y="61"/>
                      <a:pt x="669" y="0"/>
                      <a:pt x="5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9"/>
              <p:cNvSpPr/>
              <p:nvPr/>
            </p:nvSpPr>
            <p:spPr>
              <a:xfrm>
                <a:off x="1740425" y="4040625"/>
                <a:ext cx="4790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490" extrusionOk="0">
                    <a:moveTo>
                      <a:pt x="943" y="0"/>
                    </a:moveTo>
                    <a:cubicBezTo>
                      <a:pt x="0" y="0"/>
                      <a:pt x="0" y="1490"/>
                      <a:pt x="943" y="1490"/>
                    </a:cubicBezTo>
                    <a:cubicBezTo>
                      <a:pt x="1915" y="1490"/>
                      <a:pt x="1915" y="0"/>
                      <a:pt x="9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9"/>
              <p:cNvSpPr/>
              <p:nvPr/>
            </p:nvSpPr>
            <p:spPr>
              <a:xfrm>
                <a:off x="1673550" y="4226800"/>
                <a:ext cx="258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1" extrusionOk="0">
                    <a:moveTo>
                      <a:pt x="517" y="0"/>
                    </a:moveTo>
                    <a:cubicBezTo>
                      <a:pt x="0" y="0"/>
                      <a:pt x="0" y="791"/>
                      <a:pt x="517" y="791"/>
                    </a:cubicBezTo>
                    <a:cubicBezTo>
                      <a:pt x="1034" y="79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9"/>
              <p:cNvSpPr/>
              <p:nvPr/>
            </p:nvSpPr>
            <p:spPr>
              <a:xfrm>
                <a:off x="1740425" y="4324825"/>
                <a:ext cx="20525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1" h="639" extrusionOk="0">
                    <a:moveTo>
                      <a:pt x="395" y="0"/>
                    </a:moveTo>
                    <a:cubicBezTo>
                      <a:pt x="0" y="0"/>
                      <a:pt x="0" y="639"/>
                      <a:pt x="395" y="639"/>
                    </a:cubicBezTo>
                    <a:cubicBezTo>
                      <a:pt x="821" y="639"/>
                      <a:pt x="821" y="0"/>
                      <a:pt x="3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9"/>
              <p:cNvSpPr/>
              <p:nvPr/>
            </p:nvSpPr>
            <p:spPr>
              <a:xfrm>
                <a:off x="1908350" y="4286150"/>
                <a:ext cx="20550" cy="199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96" extrusionOk="0">
                    <a:moveTo>
                      <a:pt x="409" y="0"/>
                    </a:moveTo>
                    <a:cubicBezTo>
                      <a:pt x="345" y="0"/>
                      <a:pt x="285" y="17"/>
                      <a:pt x="244" y="58"/>
                    </a:cubicBezTo>
                    <a:cubicBezTo>
                      <a:pt x="214" y="88"/>
                      <a:pt x="214" y="88"/>
                      <a:pt x="183" y="88"/>
                    </a:cubicBezTo>
                    <a:cubicBezTo>
                      <a:pt x="122" y="119"/>
                      <a:pt x="92" y="180"/>
                      <a:pt x="62" y="240"/>
                    </a:cubicBezTo>
                    <a:cubicBezTo>
                      <a:pt x="31" y="271"/>
                      <a:pt x="1" y="332"/>
                      <a:pt x="1" y="392"/>
                    </a:cubicBezTo>
                    <a:cubicBezTo>
                      <a:pt x="1" y="453"/>
                      <a:pt x="31" y="514"/>
                      <a:pt x="62" y="575"/>
                    </a:cubicBezTo>
                    <a:cubicBezTo>
                      <a:pt x="92" y="635"/>
                      <a:pt x="122" y="666"/>
                      <a:pt x="183" y="696"/>
                    </a:cubicBezTo>
                    <a:cubicBezTo>
                      <a:pt x="183" y="727"/>
                      <a:pt x="214" y="727"/>
                      <a:pt x="244" y="727"/>
                    </a:cubicBezTo>
                    <a:cubicBezTo>
                      <a:pt x="305" y="772"/>
                      <a:pt x="373" y="795"/>
                      <a:pt x="441" y="795"/>
                    </a:cubicBezTo>
                    <a:cubicBezTo>
                      <a:pt x="510" y="795"/>
                      <a:pt x="578" y="772"/>
                      <a:pt x="639" y="727"/>
                    </a:cubicBezTo>
                    <a:cubicBezTo>
                      <a:pt x="761" y="666"/>
                      <a:pt x="821" y="544"/>
                      <a:pt x="821" y="392"/>
                    </a:cubicBezTo>
                    <a:cubicBezTo>
                      <a:pt x="821" y="271"/>
                      <a:pt x="761" y="119"/>
                      <a:pt x="639" y="58"/>
                    </a:cubicBezTo>
                    <a:cubicBezTo>
                      <a:pt x="572" y="25"/>
                      <a:pt x="487" y="0"/>
                      <a:pt x="4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9"/>
              <p:cNvSpPr/>
              <p:nvPr/>
            </p:nvSpPr>
            <p:spPr>
              <a:xfrm>
                <a:off x="1878725" y="4359025"/>
                <a:ext cx="2585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21" extrusionOk="0">
                    <a:moveTo>
                      <a:pt x="517" y="0"/>
                    </a:moveTo>
                    <a:cubicBezTo>
                      <a:pt x="0" y="0"/>
                      <a:pt x="0" y="821"/>
                      <a:pt x="517" y="821"/>
                    </a:cubicBezTo>
                    <a:cubicBezTo>
                      <a:pt x="1034" y="82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9"/>
              <p:cNvSpPr/>
              <p:nvPr/>
            </p:nvSpPr>
            <p:spPr>
              <a:xfrm>
                <a:off x="1822500" y="435672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0" y="609"/>
                      <a:pt x="790" y="1"/>
                      <a:pt x="3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9"/>
              <p:cNvSpPr/>
              <p:nvPr/>
            </p:nvSpPr>
            <p:spPr>
              <a:xfrm>
                <a:off x="1796650" y="4400050"/>
                <a:ext cx="2587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822" extrusionOk="0">
                    <a:moveTo>
                      <a:pt x="517" y="1"/>
                    </a:moveTo>
                    <a:cubicBezTo>
                      <a:pt x="1" y="1"/>
                      <a:pt x="1" y="821"/>
                      <a:pt x="517" y="821"/>
                    </a:cubicBezTo>
                    <a:cubicBezTo>
                      <a:pt x="1034" y="821"/>
                      <a:pt x="1034" y="1"/>
                      <a:pt x="5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9"/>
              <p:cNvSpPr/>
              <p:nvPr/>
            </p:nvSpPr>
            <p:spPr>
              <a:xfrm>
                <a:off x="1703175" y="4423600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44" y="1"/>
                    </a:moveTo>
                    <a:cubicBezTo>
                      <a:pt x="1" y="1"/>
                      <a:pt x="1" y="396"/>
                      <a:pt x="244" y="396"/>
                    </a:cubicBezTo>
                    <a:cubicBezTo>
                      <a:pt x="518" y="396"/>
                      <a:pt x="518" y="1"/>
                      <a:pt x="2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9"/>
              <p:cNvSpPr/>
              <p:nvPr/>
            </p:nvSpPr>
            <p:spPr>
              <a:xfrm>
                <a:off x="1645425" y="4391700"/>
                <a:ext cx="1902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730" extrusionOk="0">
                    <a:moveTo>
                      <a:pt x="366" y="0"/>
                    </a:moveTo>
                    <a:cubicBezTo>
                      <a:pt x="274" y="0"/>
                      <a:pt x="183" y="61"/>
                      <a:pt x="122" y="122"/>
                    </a:cubicBezTo>
                    <a:cubicBezTo>
                      <a:pt x="31" y="183"/>
                      <a:pt x="1" y="274"/>
                      <a:pt x="1" y="365"/>
                    </a:cubicBezTo>
                    <a:cubicBezTo>
                      <a:pt x="1" y="456"/>
                      <a:pt x="31" y="578"/>
                      <a:pt x="122" y="638"/>
                    </a:cubicBezTo>
                    <a:cubicBezTo>
                      <a:pt x="183" y="699"/>
                      <a:pt x="274" y="730"/>
                      <a:pt x="366" y="730"/>
                    </a:cubicBezTo>
                    <a:cubicBezTo>
                      <a:pt x="457" y="730"/>
                      <a:pt x="578" y="699"/>
                      <a:pt x="639" y="638"/>
                    </a:cubicBezTo>
                    <a:cubicBezTo>
                      <a:pt x="700" y="578"/>
                      <a:pt x="761" y="456"/>
                      <a:pt x="730" y="365"/>
                    </a:cubicBezTo>
                    <a:cubicBezTo>
                      <a:pt x="730" y="274"/>
                      <a:pt x="700" y="183"/>
                      <a:pt x="639" y="122"/>
                    </a:cubicBezTo>
                    <a:cubicBezTo>
                      <a:pt x="548" y="31"/>
                      <a:pt x="487" y="0"/>
                      <a:pt x="3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9"/>
              <p:cNvSpPr/>
              <p:nvPr/>
            </p:nvSpPr>
            <p:spPr>
              <a:xfrm>
                <a:off x="1563375" y="4405375"/>
                <a:ext cx="19000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730" extrusionOk="0">
                    <a:moveTo>
                      <a:pt x="365" y="0"/>
                    </a:moveTo>
                    <a:cubicBezTo>
                      <a:pt x="274" y="0"/>
                      <a:pt x="182" y="61"/>
                      <a:pt x="122" y="122"/>
                    </a:cubicBezTo>
                    <a:cubicBezTo>
                      <a:pt x="31" y="183"/>
                      <a:pt x="0" y="274"/>
                      <a:pt x="0" y="365"/>
                    </a:cubicBezTo>
                    <a:cubicBezTo>
                      <a:pt x="0" y="456"/>
                      <a:pt x="31" y="578"/>
                      <a:pt x="122" y="639"/>
                    </a:cubicBezTo>
                    <a:cubicBezTo>
                      <a:pt x="182" y="699"/>
                      <a:pt x="274" y="730"/>
                      <a:pt x="365" y="730"/>
                    </a:cubicBezTo>
                    <a:cubicBezTo>
                      <a:pt x="456" y="730"/>
                      <a:pt x="578" y="699"/>
                      <a:pt x="638" y="639"/>
                    </a:cubicBezTo>
                    <a:cubicBezTo>
                      <a:pt x="699" y="578"/>
                      <a:pt x="760" y="456"/>
                      <a:pt x="730" y="365"/>
                    </a:cubicBezTo>
                    <a:cubicBezTo>
                      <a:pt x="730" y="274"/>
                      <a:pt x="699" y="183"/>
                      <a:pt x="638" y="122"/>
                    </a:cubicBezTo>
                    <a:cubicBezTo>
                      <a:pt x="578" y="31"/>
                      <a:pt x="486" y="0"/>
                      <a:pt x="3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9"/>
              <p:cNvSpPr/>
              <p:nvPr/>
            </p:nvSpPr>
            <p:spPr>
              <a:xfrm>
                <a:off x="1442550" y="4379950"/>
                <a:ext cx="27375" cy="231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927" extrusionOk="0">
                    <a:moveTo>
                      <a:pt x="608" y="1"/>
                    </a:moveTo>
                    <a:cubicBezTo>
                      <a:pt x="588" y="1"/>
                      <a:pt x="568" y="4"/>
                      <a:pt x="547" y="14"/>
                    </a:cubicBezTo>
                    <a:lnTo>
                      <a:pt x="456" y="14"/>
                    </a:lnTo>
                    <a:cubicBezTo>
                      <a:pt x="395" y="14"/>
                      <a:pt x="335" y="14"/>
                      <a:pt x="304" y="45"/>
                    </a:cubicBezTo>
                    <a:cubicBezTo>
                      <a:pt x="243" y="75"/>
                      <a:pt x="183" y="105"/>
                      <a:pt x="152" y="136"/>
                    </a:cubicBezTo>
                    <a:cubicBezTo>
                      <a:pt x="61" y="227"/>
                      <a:pt x="0" y="349"/>
                      <a:pt x="31" y="470"/>
                    </a:cubicBezTo>
                    <a:cubicBezTo>
                      <a:pt x="31" y="592"/>
                      <a:pt x="61" y="713"/>
                      <a:pt x="152" y="805"/>
                    </a:cubicBezTo>
                    <a:lnTo>
                      <a:pt x="243" y="865"/>
                    </a:lnTo>
                    <a:cubicBezTo>
                      <a:pt x="304" y="896"/>
                      <a:pt x="395" y="926"/>
                      <a:pt x="456" y="926"/>
                    </a:cubicBezTo>
                    <a:lnTo>
                      <a:pt x="730" y="926"/>
                    </a:lnTo>
                    <a:lnTo>
                      <a:pt x="851" y="865"/>
                    </a:lnTo>
                    <a:cubicBezTo>
                      <a:pt x="912" y="835"/>
                      <a:pt x="942" y="805"/>
                      <a:pt x="973" y="744"/>
                    </a:cubicBezTo>
                    <a:cubicBezTo>
                      <a:pt x="1034" y="683"/>
                      <a:pt x="1094" y="561"/>
                      <a:pt x="1064" y="470"/>
                    </a:cubicBezTo>
                    <a:cubicBezTo>
                      <a:pt x="1064" y="379"/>
                      <a:pt x="1064" y="318"/>
                      <a:pt x="1003" y="227"/>
                    </a:cubicBezTo>
                    <a:cubicBezTo>
                      <a:pt x="973" y="136"/>
                      <a:pt x="851" y="75"/>
                      <a:pt x="730" y="14"/>
                    </a:cubicBezTo>
                    <a:cubicBezTo>
                      <a:pt x="689" y="14"/>
                      <a:pt x="649" y="1"/>
                      <a:pt x="60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9"/>
              <p:cNvSpPr/>
              <p:nvPr/>
            </p:nvSpPr>
            <p:spPr>
              <a:xfrm>
                <a:off x="1448625" y="4254350"/>
                <a:ext cx="26625" cy="264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57" extrusionOk="0">
                    <a:moveTo>
                      <a:pt x="441" y="0"/>
                    </a:moveTo>
                    <a:cubicBezTo>
                      <a:pt x="403" y="0"/>
                      <a:pt x="365" y="8"/>
                      <a:pt x="335" y="23"/>
                    </a:cubicBezTo>
                    <a:cubicBezTo>
                      <a:pt x="274" y="53"/>
                      <a:pt x="183" y="84"/>
                      <a:pt x="152" y="114"/>
                    </a:cubicBezTo>
                    <a:cubicBezTo>
                      <a:pt x="92" y="175"/>
                      <a:pt x="61" y="236"/>
                      <a:pt x="31" y="327"/>
                    </a:cubicBezTo>
                    <a:cubicBezTo>
                      <a:pt x="0" y="388"/>
                      <a:pt x="31" y="479"/>
                      <a:pt x="31" y="540"/>
                    </a:cubicBezTo>
                    <a:cubicBezTo>
                      <a:pt x="61" y="600"/>
                      <a:pt x="61" y="661"/>
                      <a:pt x="92" y="692"/>
                    </a:cubicBezTo>
                    <a:lnTo>
                      <a:pt x="183" y="813"/>
                    </a:lnTo>
                    <a:cubicBezTo>
                      <a:pt x="244" y="874"/>
                      <a:pt x="274" y="935"/>
                      <a:pt x="365" y="965"/>
                    </a:cubicBezTo>
                    <a:cubicBezTo>
                      <a:pt x="426" y="1026"/>
                      <a:pt x="517" y="1056"/>
                      <a:pt x="578" y="1056"/>
                    </a:cubicBezTo>
                    <a:cubicBezTo>
                      <a:pt x="730" y="1056"/>
                      <a:pt x="821" y="996"/>
                      <a:pt x="912" y="904"/>
                    </a:cubicBezTo>
                    <a:cubicBezTo>
                      <a:pt x="1003" y="813"/>
                      <a:pt x="1064" y="692"/>
                      <a:pt x="1064" y="570"/>
                    </a:cubicBezTo>
                    <a:cubicBezTo>
                      <a:pt x="1064" y="479"/>
                      <a:pt x="1034" y="418"/>
                      <a:pt x="1003" y="327"/>
                    </a:cubicBezTo>
                    <a:cubicBezTo>
                      <a:pt x="943" y="266"/>
                      <a:pt x="882" y="205"/>
                      <a:pt x="821" y="175"/>
                    </a:cubicBezTo>
                    <a:lnTo>
                      <a:pt x="699" y="84"/>
                    </a:lnTo>
                    <a:cubicBezTo>
                      <a:pt x="699" y="84"/>
                      <a:pt x="669" y="53"/>
                      <a:pt x="639" y="53"/>
                    </a:cubicBezTo>
                    <a:cubicBezTo>
                      <a:pt x="608" y="23"/>
                      <a:pt x="578" y="23"/>
                      <a:pt x="547" y="23"/>
                    </a:cubicBezTo>
                    <a:cubicBezTo>
                      <a:pt x="517" y="8"/>
                      <a:pt x="479" y="0"/>
                      <a:pt x="44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9"/>
              <p:cNvSpPr/>
              <p:nvPr/>
            </p:nvSpPr>
            <p:spPr>
              <a:xfrm>
                <a:off x="1602875" y="4293675"/>
                <a:ext cx="30425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943" extrusionOk="0">
                    <a:moveTo>
                      <a:pt x="609" y="0"/>
                    </a:moveTo>
                    <a:cubicBezTo>
                      <a:pt x="1" y="0"/>
                      <a:pt x="1" y="942"/>
                      <a:pt x="609" y="942"/>
                    </a:cubicBezTo>
                    <a:cubicBezTo>
                      <a:pt x="1217" y="942"/>
                      <a:pt x="1217" y="0"/>
                      <a:pt x="6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9"/>
              <p:cNvSpPr/>
              <p:nvPr/>
            </p:nvSpPr>
            <p:spPr>
              <a:xfrm>
                <a:off x="1483575" y="4300500"/>
                <a:ext cx="228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31" extrusionOk="0">
                    <a:moveTo>
                      <a:pt x="456" y="1"/>
                    </a:moveTo>
                    <a:cubicBezTo>
                      <a:pt x="1" y="1"/>
                      <a:pt x="1" y="730"/>
                      <a:pt x="456" y="730"/>
                    </a:cubicBezTo>
                    <a:cubicBezTo>
                      <a:pt x="912" y="730"/>
                      <a:pt x="912" y="1"/>
                      <a:pt x="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9"/>
              <p:cNvSpPr/>
              <p:nvPr/>
            </p:nvSpPr>
            <p:spPr>
              <a:xfrm>
                <a:off x="1498025" y="4364325"/>
                <a:ext cx="12175" cy="91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366" extrusionOk="0">
                    <a:moveTo>
                      <a:pt x="243" y="1"/>
                    </a:moveTo>
                    <a:cubicBezTo>
                      <a:pt x="0" y="1"/>
                      <a:pt x="0" y="366"/>
                      <a:pt x="243" y="366"/>
                    </a:cubicBezTo>
                    <a:cubicBezTo>
                      <a:pt x="486" y="366"/>
                      <a:pt x="486" y="1"/>
                      <a:pt x="2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9"/>
              <p:cNvSpPr/>
              <p:nvPr/>
            </p:nvSpPr>
            <p:spPr>
              <a:xfrm>
                <a:off x="1504100" y="4419050"/>
                <a:ext cx="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" extrusionOk="0">
                    <a:moveTo>
                      <a:pt x="0" y="0"/>
                    </a:moveTo>
                    <a:cubicBezTo>
                      <a:pt x="0" y="0"/>
                      <a:pt x="3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9"/>
              <p:cNvSpPr/>
              <p:nvPr/>
            </p:nvSpPr>
            <p:spPr>
              <a:xfrm>
                <a:off x="1364275" y="4404600"/>
                <a:ext cx="24350" cy="26625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65" extrusionOk="0">
                    <a:moveTo>
                      <a:pt x="487" y="1"/>
                    </a:moveTo>
                    <a:cubicBezTo>
                      <a:pt x="396" y="1"/>
                      <a:pt x="244" y="31"/>
                      <a:pt x="183" y="122"/>
                    </a:cubicBezTo>
                    <a:cubicBezTo>
                      <a:pt x="122" y="214"/>
                      <a:pt x="61" y="274"/>
                      <a:pt x="61" y="366"/>
                    </a:cubicBezTo>
                    <a:lnTo>
                      <a:pt x="31" y="457"/>
                    </a:lnTo>
                    <a:cubicBezTo>
                      <a:pt x="0" y="548"/>
                      <a:pt x="0" y="609"/>
                      <a:pt x="31" y="700"/>
                    </a:cubicBezTo>
                    <a:cubicBezTo>
                      <a:pt x="61" y="791"/>
                      <a:pt x="92" y="852"/>
                      <a:pt x="152" y="913"/>
                    </a:cubicBezTo>
                    <a:cubicBezTo>
                      <a:pt x="244" y="1004"/>
                      <a:pt x="365" y="1065"/>
                      <a:pt x="487" y="1065"/>
                    </a:cubicBezTo>
                    <a:cubicBezTo>
                      <a:pt x="608" y="1065"/>
                      <a:pt x="730" y="1004"/>
                      <a:pt x="821" y="913"/>
                    </a:cubicBezTo>
                    <a:cubicBezTo>
                      <a:pt x="882" y="852"/>
                      <a:pt x="943" y="791"/>
                      <a:pt x="943" y="700"/>
                    </a:cubicBezTo>
                    <a:cubicBezTo>
                      <a:pt x="973" y="639"/>
                      <a:pt x="973" y="548"/>
                      <a:pt x="943" y="457"/>
                    </a:cubicBezTo>
                    <a:lnTo>
                      <a:pt x="943" y="366"/>
                    </a:lnTo>
                    <a:cubicBezTo>
                      <a:pt x="912" y="274"/>
                      <a:pt x="882" y="214"/>
                      <a:pt x="821" y="122"/>
                    </a:cubicBezTo>
                    <a:cubicBezTo>
                      <a:pt x="760" y="92"/>
                      <a:pt x="730" y="62"/>
                      <a:pt x="669" y="31"/>
                    </a:cubicBezTo>
                    <a:cubicBezTo>
                      <a:pt x="608" y="1"/>
                      <a:pt x="548" y="1"/>
                      <a:pt x="4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9"/>
              <p:cNvSpPr/>
              <p:nvPr/>
            </p:nvSpPr>
            <p:spPr>
              <a:xfrm>
                <a:off x="1339200" y="4316475"/>
                <a:ext cx="28900" cy="228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912" extrusionOk="0">
                    <a:moveTo>
                      <a:pt x="578" y="0"/>
                    </a:moveTo>
                    <a:cubicBezTo>
                      <a:pt x="0" y="0"/>
                      <a:pt x="0" y="912"/>
                      <a:pt x="578" y="912"/>
                    </a:cubicBezTo>
                    <a:cubicBezTo>
                      <a:pt x="1155" y="912"/>
                      <a:pt x="1155" y="0"/>
                      <a:pt x="5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9"/>
              <p:cNvSpPr/>
              <p:nvPr/>
            </p:nvSpPr>
            <p:spPr>
              <a:xfrm>
                <a:off x="1409875" y="4352600"/>
                <a:ext cx="24325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940" extrusionOk="0">
                    <a:moveTo>
                      <a:pt x="487" y="0"/>
                    </a:moveTo>
                    <a:cubicBezTo>
                      <a:pt x="466" y="0"/>
                      <a:pt x="446" y="4"/>
                      <a:pt x="426" y="14"/>
                    </a:cubicBezTo>
                    <a:cubicBezTo>
                      <a:pt x="395" y="14"/>
                      <a:pt x="365" y="14"/>
                      <a:pt x="304" y="44"/>
                    </a:cubicBezTo>
                    <a:cubicBezTo>
                      <a:pt x="274" y="75"/>
                      <a:pt x="213" y="105"/>
                      <a:pt x="183" y="136"/>
                    </a:cubicBezTo>
                    <a:cubicBezTo>
                      <a:pt x="91" y="227"/>
                      <a:pt x="0" y="348"/>
                      <a:pt x="0" y="470"/>
                    </a:cubicBezTo>
                    <a:cubicBezTo>
                      <a:pt x="0" y="622"/>
                      <a:pt x="61" y="713"/>
                      <a:pt x="183" y="804"/>
                    </a:cubicBezTo>
                    <a:cubicBezTo>
                      <a:pt x="213" y="865"/>
                      <a:pt x="304" y="895"/>
                      <a:pt x="365" y="926"/>
                    </a:cubicBezTo>
                    <a:cubicBezTo>
                      <a:pt x="405" y="926"/>
                      <a:pt x="446" y="939"/>
                      <a:pt x="487" y="939"/>
                    </a:cubicBezTo>
                    <a:cubicBezTo>
                      <a:pt x="507" y="939"/>
                      <a:pt x="527" y="936"/>
                      <a:pt x="547" y="926"/>
                    </a:cubicBezTo>
                    <a:cubicBezTo>
                      <a:pt x="608" y="926"/>
                      <a:pt x="638" y="926"/>
                      <a:pt x="669" y="895"/>
                    </a:cubicBezTo>
                    <a:cubicBezTo>
                      <a:pt x="730" y="895"/>
                      <a:pt x="760" y="865"/>
                      <a:pt x="790" y="835"/>
                    </a:cubicBezTo>
                    <a:cubicBezTo>
                      <a:pt x="821" y="804"/>
                      <a:pt x="851" y="774"/>
                      <a:pt x="851" y="743"/>
                    </a:cubicBezTo>
                    <a:cubicBezTo>
                      <a:pt x="912" y="683"/>
                      <a:pt x="973" y="561"/>
                      <a:pt x="973" y="470"/>
                    </a:cubicBezTo>
                    <a:cubicBezTo>
                      <a:pt x="973" y="379"/>
                      <a:pt x="942" y="318"/>
                      <a:pt x="912" y="227"/>
                    </a:cubicBezTo>
                    <a:cubicBezTo>
                      <a:pt x="851" y="166"/>
                      <a:pt x="790" y="105"/>
                      <a:pt x="730" y="75"/>
                    </a:cubicBezTo>
                    <a:lnTo>
                      <a:pt x="608" y="14"/>
                    </a:lnTo>
                    <a:cubicBezTo>
                      <a:pt x="568" y="14"/>
                      <a:pt x="527" y="0"/>
                      <a:pt x="4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9"/>
              <p:cNvSpPr/>
              <p:nvPr/>
            </p:nvSpPr>
            <p:spPr>
              <a:xfrm>
                <a:off x="1526900" y="4417525"/>
                <a:ext cx="27375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852" extrusionOk="0">
                    <a:moveTo>
                      <a:pt x="547" y="1"/>
                    </a:moveTo>
                    <a:cubicBezTo>
                      <a:pt x="0" y="1"/>
                      <a:pt x="0" y="852"/>
                      <a:pt x="547" y="852"/>
                    </a:cubicBezTo>
                    <a:cubicBezTo>
                      <a:pt x="1094" y="852"/>
                      <a:pt x="1094" y="1"/>
                      <a:pt x="5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9"/>
              <p:cNvSpPr/>
              <p:nvPr/>
            </p:nvSpPr>
            <p:spPr>
              <a:xfrm>
                <a:off x="1322475" y="4389925"/>
                <a:ext cx="22075" cy="24325"/>
              </a:xfrm>
              <a:custGeom>
                <a:avLst/>
                <a:gdLst/>
                <a:ahLst/>
                <a:cxnLst/>
                <a:rect l="l" t="t" r="r" b="b"/>
                <a:pathLst>
                  <a:path w="883" h="973" extrusionOk="0">
                    <a:moveTo>
                      <a:pt x="355" y="1"/>
                    </a:moveTo>
                    <a:cubicBezTo>
                      <a:pt x="294" y="1"/>
                      <a:pt x="233" y="16"/>
                      <a:pt x="183" y="41"/>
                    </a:cubicBezTo>
                    <a:cubicBezTo>
                      <a:pt x="61" y="132"/>
                      <a:pt x="1" y="254"/>
                      <a:pt x="31" y="406"/>
                    </a:cubicBezTo>
                    <a:cubicBezTo>
                      <a:pt x="61" y="497"/>
                      <a:pt x="92" y="558"/>
                      <a:pt x="122" y="649"/>
                    </a:cubicBezTo>
                    <a:lnTo>
                      <a:pt x="213" y="801"/>
                    </a:lnTo>
                    <a:cubicBezTo>
                      <a:pt x="252" y="918"/>
                      <a:pt x="379" y="972"/>
                      <a:pt x="497" y="972"/>
                    </a:cubicBezTo>
                    <a:cubicBezTo>
                      <a:pt x="563" y="972"/>
                      <a:pt x="626" y="955"/>
                      <a:pt x="669" y="922"/>
                    </a:cubicBezTo>
                    <a:cubicBezTo>
                      <a:pt x="852" y="831"/>
                      <a:pt x="882" y="618"/>
                      <a:pt x="791" y="466"/>
                    </a:cubicBezTo>
                    <a:lnTo>
                      <a:pt x="821" y="466"/>
                    </a:lnTo>
                    <a:cubicBezTo>
                      <a:pt x="730" y="345"/>
                      <a:pt x="669" y="193"/>
                      <a:pt x="578" y="102"/>
                    </a:cubicBezTo>
                    <a:cubicBezTo>
                      <a:pt x="525" y="30"/>
                      <a:pt x="440" y="1"/>
                      <a:pt x="3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9"/>
              <p:cNvSpPr/>
              <p:nvPr/>
            </p:nvSpPr>
            <p:spPr>
              <a:xfrm>
                <a:off x="1239650" y="4373875"/>
                <a:ext cx="18275" cy="17500"/>
              </a:xfrm>
              <a:custGeom>
                <a:avLst/>
                <a:gdLst/>
                <a:ahLst/>
                <a:cxnLst/>
                <a:rect l="l" t="t" r="r" b="b"/>
                <a:pathLst>
                  <a:path w="731" h="700" extrusionOk="0">
                    <a:moveTo>
                      <a:pt x="235" y="1"/>
                    </a:moveTo>
                    <a:cubicBezTo>
                      <a:pt x="220" y="1"/>
                      <a:pt x="203" y="4"/>
                      <a:pt x="183" y="14"/>
                    </a:cubicBezTo>
                    <a:cubicBezTo>
                      <a:pt x="153" y="14"/>
                      <a:pt x="122" y="44"/>
                      <a:pt x="92" y="75"/>
                    </a:cubicBezTo>
                    <a:cubicBezTo>
                      <a:pt x="61" y="105"/>
                      <a:pt x="31" y="136"/>
                      <a:pt x="31" y="166"/>
                    </a:cubicBezTo>
                    <a:cubicBezTo>
                      <a:pt x="31" y="196"/>
                      <a:pt x="1" y="257"/>
                      <a:pt x="31" y="288"/>
                    </a:cubicBezTo>
                    <a:cubicBezTo>
                      <a:pt x="31" y="318"/>
                      <a:pt x="31" y="318"/>
                      <a:pt x="31" y="348"/>
                    </a:cubicBezTo>
                    <a:cubicBezTo>
                      <a:pt x="31" y="379"/>
                      <a:pt x="31" y="409"/>
                      <a:pt x="31" y="440"/>
                    </a:cubicBezTo>
                    <a:lnTo>
                      <a:pt x="92" y="531"/>
                    </a:lnTo>
                    <a:cubicBezTo>
                      <a:pt x="122" y="592"/>
                      <a:pt x="183" y="652"/>
                      <a:pt x="244" y="683"/>
                    </a:cubicBezTo>
                    <a:cubicBezTo>
                      <a:pt x="284" y="693"/>
                      <a:pt x="328" y="700"/>
                      <a:pt x="372" y="700"/>
                    </a:cubicBezTo>
                    <a:cubicBezTo>
                      <a:pt x="460" y="700"/>
                      <a:pt x="548" y="673"/>
                      <a:pt x="608" y="592"/>
                    </a:cubicBezTo>
                    <a:cubicBezTo>
                      <a:pt x="700" y="500"/>
                      <a:pt x="730" y="379"/>
                      <a:pt x="700" y="257"/>
                    </a:cubicBezTo>
                    <a:cubicBezTo>
                      <a:pt x="700" y="196"/>
                      <a:pt x="639" y="136"/>
                      <a:pt x="578" y="75"/>
                    </a:cubicBezTo>
                    <a:cubicBezTo>
                      <a:pt x="517" y="44"/>
                      <a:pt x="456" y="14"/>
                      <a:pt x="365" y="14"/>
                    </a:cubicBezTo>
                    <a:lnTo>
                      <a:pt x="304" y="14"/>
                    </a:lnTo>
                    <a:cubicBezTo>
                      <a:pt x="284" y="14"/>
                      <a:pt x="264" y="1"/>
                      <a:pt x="2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9"/>
              <p:cNvSpPr/>
              <p:nvPr/>
            </p:nvSpPr>
            <p:spPr>
              <a:xfrm>
                <a:off x="1235100" y="4293675"/>
                <a:ext cx="1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365" y="0"/>
                    </a:moveTo>
                    <a:cubicBezTo>
                      <a:pt x="0" y="0"/>
                      <a:pt x="0" y="547"/>
                      <a:pt x="365" y="547"/>
                    </a:cubicBezTo>
                    <a:cubicBezTo>
                      <a:pt x="730" y="547"/>
                      <a:pt x="730" y="0"/>
                      <a:pt x="3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9"/>
              <p:cNvSpPr/>
              <p:nvPr/>
            </p:nvSpPr>
            <p:spPr>
              <a:xfrm>
                <a:off x="1268525" y="4340775"/>
                <a:ext cx="251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791" extrusionOk="0">
                    <a:moveTo>
                      <a:pt x="487" y="1"/>
                    </a:moveTo>
                    <a:cubicBezTo>
                      <a:pt x="1" y="1"/>
                      <a:pt x="1" y="791"/>
                      <a:pt x="487" y="791"/>
                    </a:cubicBezTo>
                    <a:cubicBezTo>
                      <a:pt x="1004" y="791"/>
                      <a:pt x="1004" y="1"/>
                      <a:pt x="4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9"/>
              <p:cNvSpPr/>
              <p:nvPr/>
            </p:nvSpPr>
            <p:spPr>
              <a:xfrm>
                <a:off x="1162150" y="4359775"/>
                <a:ext cx="22050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882" h="731" extrusionOk="0">
                    <a:moveTo>
                      <a:pt x="365" y="1"/>
                    </a:moveTo>
                    <a:cubicBezTo>
                      <a:pt x="274" y="1"/>
                      <a:pt x="183" y="61"/>
                      <a:pt x="122" y="122"/>
                    </a:cubicBezTo>
                    <a:cubicBezTo>
                      <a:pt x="61" y="183"/>
                      <a:pt x="0" y="274"/>
                      <a:pt x="0" y="365"/>
                    </a:cubicBezTo>
                    <a:cubicBezTo>
                      <a:pt x="31" y="456"/>
                      <a:pt x="61" y="578"/>
                      <a:pt x="122" y="639"/>
                    </a:cubicBezTo>
                    <a:cubicBezTo>
                      <a:pt x="183" y="700"/>
                      <a:pt x="274" y="730"/>
                      <a:pt x="365" y="730"/>
                    </a:cubicBezTo>
                    <a:cubicBezTo>
                      <a:pt x="487" y="730"/>
                      <a:pt x="608" y="730"/>
                      <a:pt x="699" y="669"/>
                    </a:cubicBezTo>
                    <a:cubicBezTo>
                      <a:pt x="760" y="639"/>
                      <a:pt x="790" y="608"/>
                      <a:pt x="821" y="548"/>
                    </a:cubicBezTo>
                    <a:cubicBezTo>
                      <a:pt x="851" y="487"/>
                      <a:pt x="882" y="426"/>
                      <a:pt x="882" y="365"/>
                    </a:cubicBezTo>
                    <a:cubicBezTo>
                      <a:pt x="882" y="305"/>
                      <a:pt x="851" y="244"/>
                      <a:pt x="821" y="213"/>
                    </a:cubicBezTo>
                    <a:cubicBezTo>
                      <a:pt x="790" y="153"/>
                      <a:pt x="760" y="122"/>
                      <a:pt x="699" y="92"/>
                    </a:cubicBezTo>
                    <a:cubicBezTo>
                      <a:pt x="608" y="31"/>
                      <a:pt x="487" y="31"/>
                      <a:pt x="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9"/>
              <p:cNvSpPr/>
              <p:nvPr/>
            </p:nvSpPr>
            <p:spPr>
              <a:xfrm>
                <a:off x="1117300" y="4402325"/>
                <a:ext cx="2662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217" extrusionOk="0">
                    <a:moveTo>
                      <a:pt x="518" y="1"/>
                    </a:moveTo>
                    <a:cubicBezTo>
                      <a:pt x="396" y="1"/>
                      <a:pt x="244" y="62"/>
                      <a:pt x="153" y="153"/>
                    </a:cubicBezTo>
                    <a:lnTo>
                      <a:pt x="92" y="274"/>
                    </a:lnTo>
                    <a:cubicBezTo>
                      <a:pt x="31" y="335"/>
                      <a:pt x="31" y="426"/>
                      <a:pt x="1" y="517"/>
                    </a:cubicBezTo>
                    <a:lnTo>
                      <a:pt x="1" y="669"/>
                    </a:lnTo>
                    <a:cubicBezTo>
                      <a:pt x="1" y="761"/>
                      <a:pt x="31" y="821"/>
                      <a:pt x="62" y="882"/>
                    </a:cubicBezTo>
                    <a:cubicBezTo>
                      <a:pt x="62" y="943"/>
                      <a:pt x="122" y="1004"/>
                      <a:pt x="153" y="1065"/>
                    </a:cubicBezTo>
                    <a:cubicBezTo>
                      <a:pt x="214" y="1095"/>
                      <a:pt x="274" y="1125"/>
                      <a:pt x="335" y="1156"/>
                    </a:cubicBezTo>
                    <a:cubicBezTo>
                      <a:pt x="396" y="1186"/>
                      <a:pt x="457" y="1217"/>
                      <a:pt x="548" y="1217"/>
                    </a:cubicBezTo>
                    <a:cubicBezTo>
                      <a:pt x="670" y="1217"/>
                      <a:pt x="822" y="1156"/>
                      <a:pt x="913" y="1065"/>
                    </a:cubicBezTo>
                    <a:cubicBezTo>
                      <a:pt x="1004" y="943"/>
                      <a:pt x="1065" y="821"/>
                      <a:pt x="1065" y="669"/>
                    </a:cubicBezTo>
                    <a:lnTo>
                      <a:pt x="1034" y="517"/>
                    </a:lnTo>
                    <a:cubicBezTo>
                      <a:pt x="1034" y="396"/>
                      <a:pt x="1004" y="244"/>
                      <a:pt x="882" y="153"/>
                    </a:cubicBezTo>
                    <a:cubicBezTo>
                      <a:pt x="852" y="122"/>
                      <a:pt x="791" y="62"/>
                      <a:pt x="730" y="62"/>
                    </a:cubicBezTo>
                    <a:cubicBezTo>
                      <a:pt x="670" y="31"/>
                      <a:pt x="609" y="1"/>
                      <a:pt x="5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9"/>
              <p:cNvSpPr/>
              <p:nvPr/>
            </p:nvSpPr>
            <p:spPr>
              <a:xfrm>
                <a:off x="1246500" y="4413725"/>
                <a:ext cx="13700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427" extrusionOk="0">
                    <a:moveTo>
                      <a:pt x="274" y="1"/>
                    </a:moveTo>
                    <a:cubicBezTo>
                      <a:pt x="0" y="1"/>
                      <a:pt x="0" y="426"/>
                      <a:pt x="274" y="426"/>
                    </a:cubicBezTo>
                    <a:cubicBezTo>
                      <a:pt x="547" y="426"/>
                      <a:pt x="547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9"/>
              <p:cNvSpPr/>
              <p:nvPr/>
            </p:nvSpPr>
            <p:spPr>
              <a:xfrm>
                <a:off x="1307275" y="4412975"/>
                <a:ext cx="1980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821" extrusionOk="0">
                    <a:moveTo>
                      <a:pt x="396" y="0"/>
                    </a:moveTo>
                    <a:lnTo>
                      <a:pt x="335" y="31"/>
                    </a:lnTo>
                    <a:cubicBezTo>
                      <a:pt x="274" y="31"/>
                      <a:pt x="244" y="61"/>
                      <a:pt x="183" y="91"/>
                    </a:cubicBezTo>
                    <a:cubicBezTo>
                      <a:pt x="153" y="122"/>
                      <a:pt x="122" y="183"/>
                      <a:pt x="92" y="243"/>
                    </a:cubicBezTo>
                    <a:cubicBezTo>
                      <a:pt x="1" y="365"/>
                      <a:pt x="31" y="517"/>
                      <a:pt x="92" y="608"/>
                    </a:cubicBezTo>
                    <a:cubicBezTo>
                      <a:pt x="153" y="730"/>
                      <a:pt x="274" y="821"/>
                      <a:pt x="396" y="821"/>
                    </a:cubicBezTo>
                    <a:cubicBezTo>
                      <a:pt x="548" y="821"/>
                      <a:pt x="669" y="730"/>
                      <a:pt x="730" y="608"/>
                    </a:cubicBezTo>
                    <a:cubicBezTo>
                      <a:pt x="791" y="517"/>
                      <a:pt x="791" y="365"/>
                      <a:pt x="730" y="243"/>
                    </a:cubicBezTo>
                    <a:cubicBezTo>
                      <a:pt x="700" y="183"/>
                      <a:pt x="669" y="152"/>
                      <a:pt x="609" y="91"/>
                    </a:cubicBezTo>
                    <a:cubicBezTo>
                      <a:pt x="548" y="61"/>
                      <a:pt x="487" y="0"/>
                      <a:pt x="3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9"/>
              <p:cNvSpPr/>
              <p:nvPr/>
            </p:nvSpPr>
            <p:spPr>
              <a:xfrm>
                <a:off x="1170500" y="4397775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6" y="0"/>
                    </a:moveTo>
                    <a:cubicBezTo>
                      <a:pt x="1" y="0"/>
                      <a:pt x="1" y="639"/>
                      <a:pt x="396" y="639"/>
                    </a:cubicBezTo>
                    <a:cubicBezTo>
                      <a:pt x="821" y="639"/>
                      <a:pt x="821" y="0"/>
                      <a:pt x="3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9"/>
              <p:cNvSpPr/>
              <p:nvPr/>
            </p:nvSpPr>
            <p:spPr>
              <a:xfrm>
                <a:off x="1332350" y="4273625"/>
                <a:ext cx="21300" cy="180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23" extrusionOk="0">
                    <a:moveTo>
                      <a:pt x="491" y="0"/>
                    </a:moveTo>
                    <a:cubicBezTo>
                      <a:pt x="459" y="0"/>
                      <a:pt x="426" y="4"/>
                      <a:pt x="396" y="12"/>
                    </a:cubicBezTo>
                    <a:lnTo>
                      <a:pt x="305" y="12"/>
                    </a:lnTo>
                    <a:cubicBezTo>
                      <a:pt x="305" y="12"/>
                      <a:pt x="274" y="42"/>
                      <a:pt x="274" y="42"/>
                    </a:cubicBezTo>
                    <a:cubicBezTo>
                      <a:pt x="214" y="42"/>
                      <a:pt x="153" y="73"/>
                      <a:pt x="122" y="133"/>
                    </a:cubicBezTo>
                    <a:cubicBezTo>
                      <a:pt x="92" y="133"/>
                      <a:pt x="92" y="164"/>
                      <a:pt x="62" y="194"/>
                    </a:cubicBezTo>
                    <a:cubicBezTo>
                      <a:pt x="1" y="285"/>
                      <a:pt x="1" y="437"/>
                      <a:pt x="62" y="529"/>
                    </a:cubicBezTo>
                    <a:cubicBezTo>
                      <a:pt x="92" y="559"/>
                      <a:pt x="92" y="559"/>
                      <a:pt x="122" y="589"/>
                    </a:cubicBezTo>
                    <a:cubicBezTo>
                      <a:pt x="153" y="620"/>
                      <a:pt x="214" y="650"/>
                      <a:pt x="274" y="681"/>
                    </a:cubicBezTo>
                    <a:lnTo>
                      <a:pt x="305" y="681"/>
                    </a:lnTo>
                    <a:lnTo>
                      <a:pt x="396" y="711"/>
                    </a:lnTo>
                    <a:cubicBezTo>
                      <a:pt x="426" y="719"/>
                      <a:pt x="459" y="722"/>
                      <a:pt x="491" y="722"/>
                    </a:cubicBezTo>
                    <a:cubicBezTo>
                      <a:pt x="590" y="722"/>
                      <a:pt x="692" y="688"/>
                      <a:pt x="761" y="620"/>
                    </a:cubicBezTo>
                    <a:cubicBezTo>
                      <a:pt x="821" y="559"/>
                      <a:pt x="852" y="468"/>
                      <a:pt x="852" y="346"/>
                    </a:cubicBezTo>
                    <a:cubicBezTo>
                      <a:pt x="852" y="255"/>
                      <a:pt x="821" y="164"/>
                      <a:pt x="761" y="103"/>
                    </a:cubicBezTo>
                    <a:cubicBezTo>
                      <a:pt x="692" y="35"/>
                      <a:pt x="590" y="0"/>
                      <a:pt x="4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9"/>
              <p:cNvSpPr/>
              <p:nvPr/>
            </p:nvSpPr>
            <p:spPr>
              <a:xfrm>
                <a:off x="1464575" y="4210850"/>
                <a:ext cx="1597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08" extrusionOk="0">
                    <a:moveTo>
                      <a:pt x="433" y="52"/>
                    </a:moveTo>
                    <a:cubicBezTo>
                      <a:pt x="438" y="52"/>
                      <a:pt x="446" y="56"/>
                      <a:pt x="453" y="61"/>
                    </a:cubicBezTo>
                    <a:lnTo>
                      <a:pt x="426" y="61"/>
                    </a:lnTo>
                    <a:cubicBezTo>
                      <a:pt x="426" y="54"/>
                      <a:pt x="429" y="52"/>
                      <a:pt x="433" y="52"/>
                    </a:cubicBezTo>
                    <a:close/>
                    <a:moveTo>
                      <a:pt x="305" y="0"/>
                    </a:moveTo>
                    <a:cubicBezTo>
                      <a:pt x="274" y="0"/>
                      <a:pt x="213" y="0"/>
                      <a:pt x="183" y="61"/>
                    </a:cubicBezTo>
                    <a:cubicBezTo>
                      <a:pt x="61" y="122"/>
                      <a:pt x="1" y="274"/>
                      <a:pt x="31" y="395"/>
                    </a:cubicBezTo>
                    <a:cubicBezTo>
                      <a:pt x="61" y="517"/>
                      <a:pt x="183" y="608"/>
                      <a:pt x="305" y="608"/>
                    </a:cubicBezTo>
                    <a:cubicBezTo>
                      <a:pt x="426" y="608"/>
                      <a:pt x="548" y="547"/>
                      <a:pt x="578" y="426"/>
                    </a:cubicBezTo>
                    <a:cubicBezTo>
                      <a:pt x="639" y="304"/>
                      <a:pt x="578" y="152"/>
                      <a:pt x="457" y="61"/>
                    </a:cubicBezTo>
                    <a:cubicBezTo>
                      <a:pt x="426" y="30"/>
                      <a:pt x="365" y="0"/>
                      <a:pt x="3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9"/>
              <p:cNvSpPr/>
              <p:nvPr/>
            </p:nvSpPr>
            <p:spPr>
              <a:xfrm>
                <a:off x="1466850" y="4112050"/>
                <a:ext cx="198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1" extrusionOk="0">
                    <a:moveTo>
                      <a:pt x="396" y="1"/>
                    </a:moveTo>
                    <a:cubicBezTo>
                      <a:pt x="335" y="1"/>
                      <a:pt x="274" y="31"/>
                      <a:pt x="214" y="92"/>
                    </a:cubicBezTo>
                    <a:cubicBezTo>
                      <a:pt x="153" y="122"/>
                      <a:pt x="122" y="183"/>
                      <a:pt x="92" y="244"/>
                    </a:cubicBezTo>
                    <a:cubicBezTo>
                      <a:pt x="31" y="365"/>
                      <a:pt x="1" y="517"/>
                      <a:pt x="92" y="609"/>
                    </a:cubicBezTo>
                    <a:cubicBezTo>
                      <a:pt x="153" y="730"/>
                      <a:pt x="274" y="791"/>
                      <a:pt x="396" y="791"/>
                    </a:cubicBezTo>
                    <a:cubicBezTo>
                      <a:pt x="548" y="791"/>
                      <a:pt x="670" y="730"/>
                      <a:pt x="730" y="609"/>
                    </a:cubicBezTo>
                    <a:cubicBezTo>
                      <a:pt x="791" y="517"/>
                      <a:pt x="791" y="365"/>
                      <a:pt x="730" y="244"/>
                    </a:cubicBezTo>
                    <a:cubicBezTo>
                      <a:pt x="700" y="183"/>
                      <a:pt x="670" y="122"/>
                      <a:pt x="609" y="92"/>
                    </a:cubicBezTo>
                    <a:cubicBezTo>
                      <a:pt x="548" y="31"/>
                      <a:pt x="487" y="1"/>
                      <a:pt x="3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9"/>
              <p:cNvSpPr/>
              <p:nvPr/>
            </p:nvSpPr>
            <p:spPr>
              <a:xfrm>
                <a:off x="1364275" y="4180450"/>
                <a:ext cx="6100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65" extrusionOk="0">
                    <a:moveTo>
                      <a:pt x="122" y="0"/>
                    </a:moveTo>
                    <a:cubicBezTo>
                      <a:pt x="61" y="0"/>
                      <a:pt x="31" y="61"/>
                      <a:pt x="31" y="122"/>
                    </a:cubicBezTo>
                    <a:cubicBezTo>
                      <a:pt x="31" y="152"/>
                      <a:pt x="31" y="213"/>
                      <a:pt x="0" y="243"/>
                    </a:cubicBezTo>
                    <a:cubicBezTo>
                      <a:pt x="0" y="304"/>
                      <a:pt x="61" y="365"/>
                      <a:pt x="122" y="365"/>
                    </a:cubicBezTo>
                    <a:cubicBezTo>
                      <a:pt x="183" y="365"/>
                      <a:pt x="244" y="304"/>
                      <a:pt x="244" y="243"/>
                    </a:cubicBezTo>
                    <a:lnTo>
                      <a:pt x="244" y="122"/>
                    </a:lnTo>
                    <a:cubicBezTo>
                      <a:pt x="213" y="61"/>
                      <a:pt x="213" y="0"/>
                      <a:pt x="1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9"/>
              <p:cNvSpPr/>
              <p:nvPr/>
            </p:nvSpPr>
            <p:spPr>
              <a:xfrm>
                <a:off x="1332350" y="4094200"/>
                <a:ext cx="16000" cy="17875"/>
              </a:xfrm>
              <a:custGeom>
                <a:avLst/>
                <a:gdLst/>
                <a:ahLst/>
                <a:cxnLst/>
                <a:rect l="l" t="t" r="r" b="b"/>
                <a:pathLst>
                  <a:path w="640" h="715" extrusionOk="0">
                    <a:moveTo>
                      <a:pt x="320" y="0"/>
                    </a:moveTo>
                    <a:cubicBezTo>
                      <a:pt x="229" y="0"/>
                      <a:pt x="138" y="46"/>
                      <a:pt x="92" y="137"/>
                    </a:cubicBezTo>
                    <a:cubicBezTo>
                      <a:pt x="62" y="198"/>
                      <a:pt x="31" y="259"/>
                      <a:pt x="31" y="350"/>
                    </a:cubicBezTo>
                    <a:cubicBezTo>
                      <a:pt x="1" y="441"/>
                      <a:pt x="1" y="563"/>
                      <a:pt x="92" y="623"/>
                    </a:cubicBezTo>
                    <a:cubicBezTo>
                      <a:pt x="153" y="684"/>
                      <a:pt x="214" y="715"/>
                      <a:pt x="305" y="715"/>
                    </a:cubicBezTo>
                    <a:cubicBezTo>
                      <a:pt x="396" y="715"/>
                      <a:pt x="487" y="684"/>
                      <a:pt x="518" y="623"/>
                    </a:cubicBezTo>
                    <a:cubicBezTo>
                      <a:pt x="609" y="563"/>
                      <a:pt x="639" y="441"/>
                      <a:pt x="609" y="350"/>
                    </a:cubicBezTo>
                    <a:cubicBezTo>
                      <a:pt x="609" y="259"/>
                      <a:pt x="578" y="198"/>
                      <a:pt x="548" y="137"/>
                    </a:cubicBezTo>
                    <a:cubicBezTo>
                      <a:pt x="502" y="46"/>
                      <a:pt x="411" y="0"/>
                      <a:pt x="3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9"/>
              <p:cNvSpPr/>
              <p:nvPr/>
            </p:nvSpPr>
            <p:spPr>
              <a:xfrm>
                <a:off x="1436475" y="4036825"/>
                <a:ext cx="1825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70" extrusionOk="0">
                    <a:moveTo>
                      <a:pt x="395" y="0"/>
                    </a:moveTo>
                    <a:cubicBezTo>
                      <a:pt x="274" y="0"/>
                      <a:pt x="152" y="31"/>
                      <a:pt x="91" y="152"/>
                    </a:cubicBezTo>
                    <a:cubicBezTo>
                      <a:pt x="0" y="244"/>
                      <a:pt x="0" y="365"/>
                      <a:pt x="30" y="487"/>
                    </a:cubicBezTo>
                    <a:cubicBezTo>
                      <a:pt x="91" y="578"/>
                      <a:pt x="182" y="669"/>
                      <a:pt x="304" y="669"/>
                    </a:cubicBezTo>
                    <a:lnTo>
                      <a:pt x="486" y="669"/>
                    </a:lnTo>
                    <a:cubicBezTo>
                      <a:pt x="547" y="639"/>
                      <a:pt x="608" y="578"/>
                      <a:pt x="638" y="517"/>
                    </a:cubicBezTo>
                    <a:cubicBezTo>
                      <a:pt x="638" y="487"/>
                      <a:pt x="669" y="456"/>
                      <a:pt x="669" y="426"/>
                    </a:cubicBezTo>
                    <a:cubicBezTo>
                      <a:pt x="730" y="396"/>
                      <a:pt x="730" y="304"/>
                      <a:pt x="669" y="244"/>
                    </a:cubicBezTo>
                    <a:cubicBezTo>
                      <a:pt x="669" y="244"/>
                      <a:pt x="669" y="213"/>
                      <a:pt x="638" y="213"/>
                    </a:cubicBezTo>
                    <a:cubicBezTo>
                      <a:pt x="608" y="92"/>
                      <a:pt x="517" y="31"/>
                      <a:pt x="3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9"/>
              <p:cNvSpPr/>
              <p:nvPr/>
            </p:nvSpPr>
            <p:spPr>
              <a:xfrm>
                <a:off x="1380225" y="4238200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6" y="0"/>
                    </a:moveTo>
                    <a:cubicBezTo>
                      <a:pt x="1" y="0"/>
                      <a:pt x="1" y="639"/>
                      <a:pt x="396" y="639"/>
                    </a:cubicBezTo>
                    <a:cubicBezTo>
                      <a:pt x="821" y="639"/>
                      <a:pt x="821" y="0"/>
                      <a:pt x="3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9"/>
              <p:cNvSpPr/>
              <p:nvPr/>
            </p:nvSpPr>
            <p:spPr>
              <a:xfrm>
                <a:off x="1239650" y="4210850"/>
                <a:ext cx="1902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8" extrusionOk="0">
                    <a:moveTo>
                      <a:pt x="365" y="0"/>
                    </a:moveTo>
                    <a:cubicBezTo>
                      <a:pt x="1" y="0"/>
                      <a:pt x="1" y="608"/>
                      <a:pt x="365" y="608"/>
                    </a:cubicBezTo>
                    <a:cubicBezTo>
                      <a:pt x="760" y="608"/>
                      <a:pt x="760" y="0"/>
                      <a:pt x="3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9"/>
              <p:cNvSpPr/>
              <p:nvPr/>
            </p:nvSpPr>
            <p:spPr>
              <a:xfrm>
                <a:off x="1238125" y="4104450"/>
                <a:ext cx="1220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396" extrusionOk="0">
                    <a:moveTo>
                      <a:pt x="244" y="1"/>
                    </a:moveTo>
                    <a:cubicBezTo>
                      <a:pt x="1" y="1"/>
                      <a:pt x="1" y="396"/>
                      <a:pt x="244" y="396"/>
                    </a:cubicBezTo>
                    <a:cubicBezTo>
                      <a:pt x="487" y="396"/>
                      <a:pt x="487" y="1"/>
                      <a:pt x="2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9"/>
              <p:cNvSpPr/>
              <p:nvPr/>
            </p:nvSpPr>
            <p:spPr>
              <a:xfrm>
                <a:off x="1130975" y="4248075"/>
                <a:ext cx="17525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548" extrusionOk="0">
                    <a:moveTo>
                      <a:pt x="335" y="0"/>
                    </a:moveTo>
                    <a:cubicBezTo>
                      <a:pt x="1" y="0"/>
                      <a:pt x="1" y="548"/>
                      <a:pt x="335" y="548"/>
                    </a:cubicBezTo>
                    <a:cubicBezTo>
                      <a:pt x="700" y="548"/>
                      <a:pt x="700" y="0"/>
                      <a:pt x="33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9"/>
              <p:cNvSpPr/>
              <p:nvPr/>
            </p:nvSpPr>
            <p:spPr>
              <a:xfrm>
                <a:off x="1232800" y="4240475"/>
                <a:ext cx="137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426" extrusionOk="0">
                    <a:moveTo>
                      <a:pt x="275" y="0"/>
                    </a:moveTo>
                    <a:cubicBezTo>
                      <a:pt x="1" y="0"/>
                      <a:pt x="1" y="426"/>
                      <a:pt x="275" y="426"/>
                    </a:cubicBezTo>
                    <a:cubicBezTo>
                      <a:pt x="548" y="426"/>
                      <a:pt x="548" y="0"/>
                      <a:pt x="27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9"/>
              <p:cNvSpPr/>
              <p:nvPr/>
            </p:nvSpPr>
            <p:spPr>
              <a:xfrm>
                <a:off x="1152275" y="42974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0"/>
                    </a:moveTo>
                    <a:cubicBezTo>
                      <a:pt x="0" y="0"/>
                      <a:pt x="0" y="608"/>
                      <a:pt x="395" y="608"/>
                    </a:cubicBezTo>
                    <a:cubicBezTo>
                      <a:pt x="790" y="608"/>
                      <a:pt x="790" y="0"/>
                      <a:pt x="3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9"/>
              <p:cNvSpPr/>
              <p:nvPr/>
            </p:nvSpPr>
            <p:spPr>
              <a:xfrm>
                <a:off x="1052725" y="4302775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60" y="578"/>
                      <a:pt x="760" y="1"/>
                      <a:pt x="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9"/>
              <p:cNvSpPr/>
              <p:nvPr/>
            </p:nvSpPr>
            <p:spPr>
              <a:xfrm>
                <a:off x="1102100" y="4360975"/>
                <a:ext cx="18275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45" extrusionOk="0">
                    <a:moveTo>
                      <a:pt x="425" y="1"/>
                    </a:moveTo>
                    <a:cubicBezTo>
                      <a:pt x="404" y="1"/>
                      <a:pt x="383" y="4"/>
                      <a:pt x="366" y="13"/>
                    </a:cubicBezTo>
                    <a:cubicBezTo>
                      <a:pt x="305" y="13"/>
                      <a:pt x="214" y="44"/>
                      <a:pt x="183" y="105"/>
                    </a:cubicBezTo>
                    <a:lnTo>
                      <a:pt x="122" y="165"/>
                    </a:lnTo>
                    <a:cubicBezTo>
                      <a:pt x="1" y="226"/>
                      <a:pt x="1" y="408"/>
                      <a:pt x="122" y="500"/>
                    </a:cubicBezTo>
                    <a:cubicBezTo>
                      <a:pt x="153" y="500"/>
                      <a:pt x="153" y="500"/>
                      <a:pt x="183" y="530"/>
                    </a:cubicBezTo>
                    <a:lnTo>
                      <a:pt x="122" y="500"/>
                    </a:lnTo>
                    <a:lnTo>
                      <a:pt x="183" y="560"/>
                    </a:lnTo>
                    <a:lnTo>
                      <a:pt x="244" y="591"/>
                    </a:lnTo>
                    <a:lnTo>
                      <a:pt x="335" y="621"/>
                    </a:lnTo>
                    <a:cubicBezTo>
                      <a:pt x="366" y="636"/>
                      <a:pt x="396" y="644"/>
                      <a:pt x="426" y="644"/>
                    </a:cubicBezTo>
                    <a:cubicBezTo>
                      <a:pt x="457" y="644"/>
                      <a:pt x="487" y="636"/>
                      <a:pt x="518" y="621"/>
                    </a:cubicBezTo>
                    <a:cubicBezTo>
                      <a:pt x="639" y="560"/>
                      <a:pt x="730" y="439"/>
                      <a:pt x="730" y="317"/>
                    </a:cubicBezTo>
                    <a:cubicBezTo>
                      <a:pt x="730" y="226"/>
                      <a:pt x="670" y="105"/>
                      <a:pt x="578" y="44"/>
                    </a:cubicBezTo>
                    <a:cubicBezTo>
                      <a:pt x="535" y="22"/>
                      <a:pt x="477" y="1"/>
                      <a:pt x="4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9"/>
              <p:cNvSpPr/>
              <p:nvPr/>
            </p:nvSpPr>
            <p:spPr>
              <a:xfrm>
                <a:off x="1041325" y="4397900"/>
                <a:ext cx="16725" cy="153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612" extrusionOk="0">
                    <a:moveTo>
                      <a:pt x="279" y="1"/>
                    </a:moveTo>
                    <a:cubicBezTo>
                      <a:pt x="205" y="1"/>
                      <a:pt x="126" y="44"/>
                      <a:pt x="61" y="87"/>
                    </a:cubicBezTo>
                    <a:cubicBezTo>
                      <a:pt x="31" y="147"/>
                      <a:pt x="0" y="208"/>
                      <a:pt x="0" y="299"/>
                    </a:cubicBezTo>
                    <a:cubicBezTo>
                      <a:pt x="0" y="390"/>
                      <a:pt x="31" y="451"/>
                      <a:pt x="61" y="512"/>
                    </a:cubicBezTo>
                    <a:cubicBezTo>
                      <a:pt x="136" y="562"/>
                      <a:pt x="230" y="611"/>
                      <a:pt x="312" y="611"/>
                    </a:cubicBezTo>
                    <a:cubicBezTo>
                      <a:pt x="331" y="611"/>
                      <a:pt x="348" y="609"/>
                      <a:pt x="365" y="603"/>
                    </a:cubicBezTo>
                    <a:lnTo>
                      <a:pt x="487" y="542"/>
                    </a:lnTo>
                    <a:cubicBezTo>
                      <a:pt x="547" y="512"/>
                      <a:pt x="578" y="512"/>
                      <a:pt x="608" y="451"/>
                    </a:cubicBezTo>
                    <a:cubicBezTo>
                      <a:pt x="639" y="421"/>
                      <a:pt x="669" y="360"/>
                      <a:pt x="669" y="299"/>
                    </a:cubicBezTo>
                    <a:cubicBezTo>
                      <a:pt x="669" y="269"/>
                      <a:pt x="669" y="208"/>
                      <a:pt x="639" y="178"/>
                    </a:cubicBezTo>
                    <a:cubicBezTo>
                      <a:pt x="608" y="117"/>
                      <a:pt x="547" y="87"/>
                      <a:pt x="487" y="56"/>
                    </a:cubicBezTo>
                    <a:lnTo>
                      <a:pt x="365" y="26"/>
                    </a:lnTo>
                    <a:cubicBezTo>
                      <a:pt x="338" y="8"/>
                      <a:pt x="309" y="1"/>
                      <a:pt x="27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9"/>
              <p:cNvSpPr/>
              <p:nvPr/>
            </p:nvSpPr>
            <p:spPr>
              <a:xfrm>
                <a:off x="1077025" y="4421325"/>
                <a:ext cx="612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183" extrusionOk="0">
                    <a:moveTo>
                      <a:pt x="122" y="1"/>
                    </a:moveTo>
                    <a:cubicBezTo>
                      <a:pt x="1" y="1"/>
                      <a:pt x="1" y="183"/>
                      <a:pt x="122" y="183"/>
                    </a:cubicBezTo>
                    <a:cubicBezTo>
                      <a:pt x="244" y="183"/>
                      <a:pt x="244" y="1"/>
                      <a:pt x="1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9"/>
              <p:cNvSpPr/>
              <p:nvPr/>
            </p:nvSpPr>
            <p:spPr>
              <a:xfrm>
                <a:off x="1198625" y="4435000"/>
                <a:ext cx="1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365" y="1"/>
                    </a:moveTo>
                    <a:cubicBezTo>
                      <a:pt x="0" y="1"/>
                      <a:pt x="0" y="548"/>
                      <a:pt x="365" y="548"/>
                    </a:cubicBezTo>
                    <a:cubicBezTo>
                      <a:pt x="730" y="548"/>
                      <a:pt x="730" y="1"/>
                      <a:pt x="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9"/>
              <p:cNvSpPr/>
              <p:nvPr/>
            </p:nvSpPr>
            <p:spPr>
              <a:xfrm>
                <a:off x="1455450" y="4427400"/>
                <a:ext cx="15225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457" extrusionOk="0">
                    <a:moveTo>
                      <a:pt x="305" y="1"/>
                    </a:moveTo>
                    <a:cubicBezTo>
                      <a:pt x="1" y="1"/>
                      <a:pt x="1" y="457"/>
                      <a:pt x="305" y="457"/>
                    </a:cubicBezTo>
                    <a:cubicBezTo>
                      <a:pt x="609" y="457"/>
                      <a:pt x="609" y="1"/>
                      <a:pt x="3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9"/>
              <p:cNvSpPr/>
              <p:nvPr/>
            </p:nvSpPr>
            <p:spPr>
              <a:xfrm>
                <a:off x="1594525" y="4429675"/>
                <a:ext cx="205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0" extrusionOk="0">
                    <a:moveTo>
                      <a:pt x="395" y="1"/>
                    </a:moveTo>
                    <a:cubicBezTo>
                      <a:pt x="0" y="1"/>
                      <a:pt x="0" y="639"/>
                      <a:pt x="395" y="639"/>
                    </a:cubicBezTo>
                    <a:cubicBezTo>
                      <a:pt x="821" y="639"/>
                      <a:pt x="821" y="1"/>
                      <a:pt x="3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9"/>
              <p:cNvSpPr/>
              <p:nvPr/>
            </p:nvSpPr>
            <p:spPr>
              <a:xfrm>
                <a:off x="1768525" y="4433475"/>
                <a:ext cx="21325" cy="1772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709" extrusionOk="0">
                    <a:moveTo>
                      <a:pt x="366" y="1"/>
                    </a:moveTo>
                    <a:cubicBezTo>
                      <a:pt x="275" y="1"/>
                      <a:pt x="183" y="31"/>
                      <a:pt x="123" y="92"/>
                    </a:cubicBezTo>
                    <a:cubicBezTo>
                      <a:pt x="62" y="153"/>
                      <a:pt x="1" y="274"/>
                      <a:pt x="1" y="366"/>
                    </a:cubicBezTo>
                    <a:cubicBezTo>
                      <a:pt x="31" y="457"/>
                      <a:pt x="62" y="548"/>
                      <a:pt x="123" y="609"/>
                    </a:cubicBezTo>
                    <a:cubicBezTo>
                      <a:pt x="172" y="658"/>
                      <a:pt x="242" y="708"/>
                      <a:pt x="316" y="708"/>
                    </a:cubicBezTo>
                    <a:cubicBezTo>
                      <a:pt x="332" y="708"/>
                      <a:pt x="349" y="706"/>
                      <a:pt x="366" y="700"/>
                    </a:cubicBezTo>
                    <a:lnTo>
                      <a:pt x="487" y="700"/>
                    </a:lnTo>
                    <a:cubicBezTo>
                      <a:pt x="609" y="700"/>
                      <a:pt x="670" y="670"/>
                      <a:pt x="761" y="609"/>
                    </a:cubicBezTo>
                    <a:cubicBezTo>
                      <a:pt x="822" y="548"/>
                      <a:pt x="852" y="426"/>
                      <a:pt x="852" y="335"/>
                    </a:cubicBezTo>
                    <a:cubicBezTo>
                      <a:pt x="852" y="274"/>
                      <a:pt x="822" y="153"/>
                      <a:pt x="761" y="92"/>
                    </a:cubicBezTo>
                    <a:cubicBezTo>
                      <a:pt x="670" y="31"/>
                      <a:pt x="609" y="1"/>
                      <a:pt x="4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9"/>
              <p:cNvSpPr/>
              <p:nvPr/>
            </p:nvSpPr>
            <p:spPr>
              <a:xfrm>
                <a:off x="1961550" y="4438425"/>
                <a:ext cx="182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39" extrusionOk="0">
                    <a:moveTo>
                      <a:pt x="308" y="1"/>
                    </a:moveTo>
                    <a:cubicBezTo>
                      <a:pt x="251" y="1"/>
                      <a:pt x="198" y="16"/>
                      <a:pt x="152" y="46"/>
                    </a:cubicBezTo>
                    <a:cubicBezTo>
                      <a:pt x="61" y="107"/>
                      <a:pt x="0" y="228"/>
                      <a:pt x="0" y="320"/>
                    </a:cubicBezTo>
                    <a:cubicBezTo>
                      <a:pt x="0" y="441"/>
                      <a:pt x="61" y="563"/>
                      <a:pt x="152" y="593"/>
                    </a:cubicBezTo>
                    <a:cubicBezTo>
                      <a:pt x="198" y="624"/>
                      <a:pt x="251" y="639"/>
                      <a:pt x="308" y="639"/>
                    </a:cubicBezTo>
                    <a:cubicBezTo>
                      <a:pt x="365" y="639"/>
                      <a:pt x="426" y="624"/>
                      <a:pt x="487" y="593"/>
                    </a:cubicBezTo>
                    <a:cubicBezTo>
                      <a:pt x="487" y="593"/>
                      <a:pt x="517" y="593"/>
                      <a:pt x="548" y="563"/>
                    </a:cubicBezTo>
                    <a:cubicBezTo>
                      <a:pt x="730" y="472"/>
                      <a:pt x="730" y="198"/>
                      <a:pt x="548" y="76"/>
                    </a:cubicBezTo>
                    <a:cubicBezTo>
                      <a:pt x="517" y="76"/>
                      <a:pt x="487" y="76"/>
                      <a:pt x="487" y="46"/>
                    </a:cubicBezTo>
                    <a:cubicBezTo>
                      <a:pt x="426" y="16"/>
                      <a:pt x="365" y="1"/>
                      <a:pt x="30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9"/>
              <p:cNvSpPr/>
              <p:nvPr/>
            </p:nvSpPr>
            <p:spPr>
              <a:xfrm>
                <a:off x="1988900" y="4250350"/>
                <a:ext cx="25100" cy="1902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761" extrusionOk="0">
                    <a:moveTo>
                      <a:pt x="487" y="1"/>
                    </a:moveTo>
                    <a:cubicBezTo>
                      <a:pt x="1" y="1"/>
                      <a:pt x="1" y="760"/>
                      <a:pt x="487" y="760"/>
                    </a:cubicBezTo>
                    <a:cubicBezTo>
                      <a:pt x="1004" y="760"/>
                      <a:pt x="1004" y="1"/>
                      <a:pt x="4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9"/>
              <p:cNvSpPr/>
              <p:nvPr/>
            </p:nvSpPr>
            <p:spPr>
              <a:xfrm>
                <a:off x="1912150" y="4195650"/>
                <a:ext cx="2357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943" h="730" extrusionOk="0">
                    <a:moveTo>
                      <a:pt x="457" y="0"/>
                    </a:moveTo>
                    <a:cubicBezTo>
                      <a:pt x="1" y="0"/>
                      <a:pt x="1" y="730"/>
                      <a:pt x="457" y="730"/>
                    </a:cubicBezTo>
                    <a:cubicBezTo>
                      <a:pt x="943" y="730"/>
                      <a:pt x="943" y="0"/>
                      <a:pt x="4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9"/>
              <p:cNvSpPr/>
              <p:nvPr/>
            </p:nvSpPr>
            <p:spPr>
              <a:xfrm>
                <a:off x="1995750" y="41834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1" y="609"/>
                      <a:pt x="791" y="1"/>
                      <a:pt x="3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9"/>
              <p:cNvSpPr/>
              <p:nvPr/>
            </p:nvSpPr>
            <p:spPr>
              <a:xfrm>
                <a:off x="1900000" y="413332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6" y="1"/>
                    </a:moveTo>
                    <a:cubicBezTo>
                      <a:pt x="0" y="1"/>
                      <a:pt x="0" y="609"/>
                      <a:pt x="396" y="609"/>
                    </a:cubicBezTo>
                    <a:cubicBezTo>
                      <a:pt x="791" y="609"/>
                      <a:pt x="791" y="1"/>
                      <a:pt x="3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9"/>
              <p:cNvSpPr/>
              <p:nvPr/>
            </p:nvSpPr>
            <p:spPr>
              <a:xfrm>
                <a:off x="1792100" y="4112800"/>
                <a:ext cx="258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22" extrusionOk="0">
                    <a:moveTo>
                      <a:pt x="517" y="1"/>
                    </a:moveTo>
                    <a:cubicBezTo>
                      <a:pt x="0" y="1"/>
                      <a:pt x="0" y="822"/>
                      <a:pt x="517" y="822"/>
                    </a:cubicBezTo>
                    <a:cubicBezTo>
                      <a:pt x="1034" y="822"/>
                      <a:pt x="1034" y="1"/>
                      <a:pt x="5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9"/>
              <p:cNvSpPr/>
              <p:nvPr/>
            </p:nvSpPr>
            <p:spPr>
              <a:xfrm>
                <a:off x="1659100" y="4109150"/>
                <a:ext cx="20550" cy="183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33" extrusionOk="0">
                    <a:moveTo>
                      <a:pt x="373" y="1"/>
                    </a:moveTo>
                    <a:cubicBezTo>
                      <a:pt x="189" y="1"/>
                      <a:pt x="1" y="155"/>
                      <a:pt x="1" y="360"/>
                    </a:cubicBezTo>
                    <a:cubicBezTo>
                      <a:pt x="1" y="574"/>
                      <a:pt x="206" y="733"/>
                      <a:pt x="398" y="733"/>
                    </a:cubicBezTo>
                    <a:cubicBezTo>
                      <a:pt x="450" y="733"/>
                      <a:pt x="502" y="720"/>
                      <a:pt x="548" y="694"/>
                    </a:cubicBezTo>
                    <a:lnTo>
                      <a:pt x="639" y="633"/>
                    </a:lnTo>
                    <a:cubicBezTo>
                      <a:pt x="730" y="573"/>
                      <a:pt x="822" y="481"/>
                      <a:pt x="822" y="360"/>
                    </a:cubicBezTo>
                    <a:cubicBezTo>
                      <a:pt x="822" y="238"/>
                      <a:pt x="730" y="147"/>
                      <a:pt x="639" y="117"/>
                    </a:cubicBezTo>
                    <a:lnTo>
                      <a:pt x="548" y="56"/>
                    </a:lnTo>
                    <a:cubicBezTo>
                      <a:pt x="495" y="18"/>
                      <a:pt x="434" y="1"/>
                      <a:pt x="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9"/>
              <p:cNvSpPr/>
              <p:nvPr/>
            </p:nvSpPr>
            <p:spPr>
              <a:xfrm>
                <a:off x="1631000" y="4060375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5" y="1"/>
                    </a:moveTo>
                    <a:cubicBezTo>
                      <a:pt x="0" y="1"/>
                      <a:pt x="0" y="639"/>
                      <a:pt x="395" y="639"/>
                    </a:cubicBezTo>
                    <a:cubicBezTo>
                      <a:pt x="821" y="639"/>
                      <a:pt x="821" y="1"/>
                      <a:pt x="3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9"/>
              <p:cNvSpPr/>
              <p:nvPr/>
            </p:nvSpPr>
            <p:spPr>
              <a:xfrm>
                <a:off x="1527650" y="4117375"/>
                <a:ext cx="258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1" extrusionOk="0">
                    <a:moveTo>
                      <a:pt x="517" y="0"/>
                    </a:moveTo>
                    <a:cubicBezTo>
                      <a:pt x="1" y="0"/>
                      <a:pt x="1" y="791"/>
                      <a:pt x="517" y="791"/>
                    </a:cubicBezTo>
                    <a:cubicBezTo>
                      <a:pt x="1034" y="79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9"/>
              <p:cNvSpPr/>
              <p:nvPr/>
            </p:nvSpPr>
            <p:spPr>
              <a:xfrm>
                <a:off x="1508650" y="4223750"/>
                <a:ext cx="9900" cy="84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36" extrusionOk="0">
                    <a:moveTo>
                      <a:pt x="183" y="1"/>
                    </a:moveTo>
                    <a:cubicBezTo>
                      <a:pt x="1" y="1"/>
                      <a:pt x="1" y="335"/>
                      <a:pt x="183" y="335"/>
                    </a:cubicBezTo>
                    <a:cubicBezTo>
                      <a:pt x="396" y="335"/>
                      <a:pt x="396" y="1"/>
                      <a:pt x="1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9"/>
              <p:cNvSpPr/>
              <p:nvPr/>
            </p:nvSpPr>
            <p:spPr>
              <a:xfrm>
                <a:off x="1590725" y="4143200"/>
                <a:ext cx="18250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30" y="578"/>
                      <a:pt x="730" y="1"/>
                      <a:pt x="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9"/>
              <p:cNvSpPr/>
              <p:nvPr/>
            </p:nvSpPr>
            <p:spPr>
              <a:xfrm>
                <a:off x="1551200" y="4055825"/>
                <a:ext cx="1902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9" extrusionOk="0">
                    <a:moveTo>
                      <a:pt x="244" y="0"/>
                    </a:moveTo>
                    <a:cubicBezTo>
                      <a:pt x="183" y="31"/>
                      <a:pt x="122" y="61"/>
                      <a:pt x="92" y="92"/>
                    </a:cubicBezTo>
                    <a:cubicBezTo>
                      <a:pt x="31" y="152"/>
                      <a:pt x="1" y="213"/>
                      <a:pt x="1" y="304"/>
                    </a:cubicBezTo>
                    <a:cubicBezTo>
                      <a:pt x="1" y="395"/>
                      <a:pt x="31" y="456"/>
                      <a:pt x="92" y="517"/>
                    </a:cubicBezTo>
                    <a:cubicBezTo>
                      <a:pt x="122" y="578"/>
                      <a:pt x="183" y="578"/>
                      <a:pt x="244" y="608"/>
                    </a:cubicBezTo>
                    <a:lnTo>
                      <a:pt x="396" y="608"/>
                    </a:lnTo>
                    <a:lnTo>
                      <a:pt x="548" y="578"/>
                    </a:lnTo>
                    <a:lnTo>
                      <a:pt x="639" y="547"/>
                    </a:lnTo>
                    <a:cubicBezTo>
                      <a:pt x="669" y="547"/>
                      <a:pt x="700" y="517"/>
                      <a:pt x="700" y="487"/>
                    </a:cubicBezTo>
                    <a:cubicBezTo>
                      <a:pt x="730" y="426"/>
                      <a:pt x="761" y="365"/>
                      <a:pt x="761" y="304"/>
                    </a:cubicBezTo>
                    <a:cubicBezTo>
                      <a:pt x="761" y="274"/>
                      <a:pt x="761" y="213"/>
                      <a:pt x="730" y="152"/>
                    </a:cubicBezTo>
                    <a:cubicBezTo>
                      <a:pt x="700" y="122"/>
                      <a:pt x="609" y="31"/>
                      <a:pt x="548" y="31"/>
                    </a:cubicBezTo>
                    <a:lnTo>
                      <a:pt x="39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9"/>
              <p:cNvSpPr/>
              <p:nvPr/>
            </p:nvSpPr>
            <p:spPr>
              <a:xfrm>
                <a:off x="1744225" y="3967675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43" y="0"/>
                    </a:moveTo>
                    <a:cubicBezTo>
                      <a:pt x="0" y="0"/>
                      <a:pt x="0" y="396"/>
                      <a:pt x="243" y="396"/>
                    </a:cubicBezTo>
                    <a:cubicBezTo>
                      <a:pt x="517" y="396"/>
                      <a:pt x="517" y="0"/>
                      <a:pt x="2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9"/>
              <p:cNvSpPr/>
              <p:nvPr/>
            </p:nvSpPr>
            <p:spPr>
              <a:xfrm>
                <a:off x="1864275" y="4079375"/>
                <a:ext cx="1827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579" extrusionOk="0">
                    <a:moveTo>
                      <a:pt x="366" y="1"/>
                    </a:moveTo>
                    <a:cubicBezTo>
                      <a:pt x="1" y="1"/>
                      <a:pt x="1" y="578"/>
                      <a:pt x="366" y="578"/>
                    </a:cubicBezTo>
                    <a:cubicBezTo>
                      <a:pt x="730" y="578"/>
                      <a:pt x="730" y="1"/>
                      <a:pt x="36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48" name="Google Shape;1248;p9"/>
            <p:cNvSpPr/>
            <p:nvPr/>
          </p:nvSpPr>
          <p:spPr>
            <a:xfrm rot="-8386929" flipH="1">
              <a:off x="3681539" y="4534001"/>
              <a:ext cx="938481" cy="1037282"/>
            </a:xfrm>
            <a:custGeom>
              <a:avLst/>
              <a:gdLst/>
              <a:ahLst/>
              <a:cxnLst/>
              <a:rect l="l" t="t" r="r" b="b"/>
              <a:pathLst>
                <a:path w="37539" h="41491" extrusionOk="0">
                  <a:moveTo>
                    <a:pt x="25521" y="0"/>
                  </a:moveTo>
                  <a:cubicBezTo>
                    <a:pt x="20655" y="0"/>
                    <a:pt x="16565" y="3657"/>
                    <a:pt x="12158" y="5875"/>
                  </a:cubicBezTo>
                  <a:cubicBezTo>
                    <a:pt x="10608" y="6665"/>
                    <a:pt x="8876" y="7395"/>
                    <a:pt x="7933" y="8854"/>
                  </a:cubicBezTo>
                  <a:cubicBezTo>
                    <a:pt x="7204" y="10039"/>
                    <a:pt x="7113" y="11498"/>
                    <a:pt x="7022" y="12866"/>
                  </a:cubicBezTo>
                  <a:cubicBezTo>
                    <a:pt x="6870" y="16209"/>
                    <a:pt x="6687" y="19553"/>
                    <a:pt x="6505" y="22927"/>
                  </a:cubicBezTo>
                  <a:cubicBezTo>
                    <a:pt x="6444" y="24447"/>
                    <a:pt x="6292" y="26088"/>
                    <a:pt x="5259" y="27213"/>
                  </a:cubicBezTo>
                  <a:cubicBezTo>
                    <a:pt x="4499" y="28003"/>
                    <a:pt x="3374" y="28398"/>
                    <a:pt x="2736" y="29280"/>
                  </a:cubicBezTo>
                  <a:cubicBezTo>
                    <a:pt x="0" y="33049"/>
                    <a:pt x="8997" y="38581"/>
                    <a:pt x="11794" y="40070"/>
                  </a:cubicBezTo>
                  <a:cubicBezTo>
                    <a:pt x="13632" y="41042"/>
                    <a:pt x="15805" y="41491"/>
                    <a:pt x="18028" y="41491"/>
                  </a:cubicBezTo>
                  <a:cubicBezTo>
                    <a:pt x="21575" y="41491"/>
                    <a:pt x="25250" y="40348"/>
                    <a:pt x="27903" y="38368"/>
                  </a:cubicBezTo>
                  <a:cubicBezTo>
                    <a:pt x="31125" y="35997"/>
                    <a:pt x="32554" y="31985"/>
                    <a:pt x="33861" y="28216"/>
                  </a:cubicBezTo>
                  <a:cubicBezTo>
                    <a:pt x="35685" y="22805"/>
                    <a:pt x="37539" y="17152"/>
                    <a:pt x="36749" y="11498"/>
                  </a:cubicBezTo>
                  <a:cubicBezTo>
                    <a:pt x="35958" y="5845"/>
                    <a:pt x="31642" y="252"/>
                    <a:pt x="25928" y="9"/>
                  </a:cubicBezTo>
                  <a:cubicBezTo>
                    <a:pt x="25791" y="3"/>
                    <a:pt x="25656" y="0"/>
                    <a:pt x="255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49" name="Google Shape;1249;p9"/>
            <p:cNvGrpSpPr/>
            <p:nvPr/>
          </p:nvGrpSpPr>
          <p:grpSpPr>
            <a:xfrm flipH="1">
              <a:off x="1034141" y="4162761"/>
              <a:ext cx="1580445" cy="807500"/>
              <a:chOff x="1041325" y="3967675"/>
              <a:chExt cx="974200" cy="497750"/>
            </a:xfrm>
          </p:grpSpPr>
          <p:sp>
            <p:nvSpPr>
              <p:cNvPr id="1250" name="Google Shape;1250;p9"/>
              <p:cNvSpPr/>
              <p:nvPr/>
            </p:nvSpPr>
            <p:spPr>
              <a:xfrm>
                <a:off x="1901525" y="4241225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95" y="1"/>
                    </a:moveTo>
                    <a:cubicBezTo>
                      <a:pt x="0" y="1"/>
                      <a:pt x="0" y="578"/>
                      <a:pt x="395" y="578"/>
                    </a:cubicBezTo>
                    <a:cubicBezTo>
                      <a:pt x="760" y="578"/>
                      <a:pt x="760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9"/>
              <p:cNvSpPr/>
              <p:nvPr/>
            </p:nvSpPr>
            <p:spPr>
              <a:xfrm>
                <a:off x="1801975" y="4314175"/>
                <a:ext cx="41050" cy="39850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1594" extrusionOk="0">
                    <a:moveTo>
                      <a:pt x="669" y="1"/>
                    </a:moveTo>
                    <a:cubicBezTo>
                      <a:pt x="517" y="1"/>
                      <a:pt x="335" y="62"/>
                      <a:pt x="213" y="183"/>
                    </a:cubicBezTo>
                    <a:cubicBezTo>
                      <a:pt x="92" y="305"/>
                      <a:pt x="0" y="487"/>
                      <a:pt x="31" y="639"/>
                    </a:cubicBezTo>
                    <a:lnTo>
                      <a:pt x="61" y="822"/>
                    </a:lnTo>
                    <a:cubicBezTo>
                      <a:pt x="92" y="943"/>
                      <a:pt x="122" y="1034"/>
                      <a:pt x="213" y="1125"/>
                    </a:cubicBezTo>
                    <a:cubicBezTo>
                      <a:pt x="277" y="1190"/>
                      <a:pt x="357" y="1239"/>
                      <a:pt x="441" y="1273"/>
                    </a:cubicBezTo>
                    <a:lnTo>
                      <a:pt x="441" y="1273"/>
                    </a:lnTo>
                    <a:cubicBezTo>
                      <a:pt x="474" y="1295"/>
                      <a:pt x="495" y="1317"/>
                      <a:pt x="517" y="1338"/>
                    </a:cubicBezTo>
                    <a:cubicBezTo>
                      <a:pt x="568" y="1372"/>
                      <a:pt x="619" y="1397"/>
                      <a:pt x="670" y="1417"/>
                    </a:cubicBezTo>
                    <a:lnTo>
                      <a:pt x="670" y="1417"/>
                    </a:lnTo>
                    <a:cubicBezTo>
                      <a:pt x="720" y="1449"/>
                      <a:pt x="771" y="1495"/>
                      <a:pt x="821" y="1521"/>
                    </a:cubicBezTo>
                    <a:cubicBezTo>
                      <a:pt x="894" y="1569"/>
                      <a:pt x="986" y="1594"/>
                      <a:pt x="1081" y="1594"/>
                    </a:cubicBezTo>
                    <a:cubicBezTo>
                      <a:pt x="1222" y="1594"/>
                      <a:pt x="1368" y="1539"/>
                      <a:pt x="1459" y="1429"/>
                    </a:cubicBezTo>
                    <a:cubicBezTo>
                      <a:pt x="1520" y="1369"/>
                      <a:pt x="1581" y="1277"/>
                      <a:pt x="1611" y="1217"/>
                    </a:cubicBezTo>
                    <a:cubicBezTo>
                      <a:pt x="1642" y="1095"/>
                      <a:pt x="1611" y="882"/>
                      <a:pt x="1551" y="791"/>
                    </a:cubicBezTo>
                    <a:cubicBezTo>
                      <a:pt x="1525" y="741"/>
                      <a:pt x="1479" y="690"/>
                      <a:pt x="1447" y="640"/>
                    </a:cubicBezTo>
                    <a:lnTo>
                      <a:pt x="1447" y="640"/>
                    </a:lnTo>
                    <a:cubicBezTo>
                      <a:pt x="1427" y="589"/>
                      <a:pt x="1402" y="538"/>
                      <a:pt x="1368" y="487"/>
                    </a:cubicBezTo>
                    <a:cubicBezTo>
                      <a:pt x="1346" y="465"/>
                      <a:pt x="1325" y="444"/>
                      <a:pt x="1303" y="411"/>
                    </a:cubicBezTo>
                    <a:lnTo>
                      <a:pt x="1303" y="411"/>
                    </a:lnTo>
                    <a:cubicBezTo>
                      <a:pt x="1269" y="327"/>
                      <a:pt x="1220" y="248"/>
                      <a:pt x="1155" y="183"/>
                    </a:cubicBezTo>
                    <a:cubicBezTo>
                      <a:pt x="1003" y="62"/>
                      <a:pt x="882" y="1"/>
                      <a:pt x="6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9"/>
              <p:cNvSpPr/>
              <p:nvPr/>
            </p:nvSpPr>
            <p:spPr>
              <a:xfrm>
                <a:off x="1731300" y="4183425"/>
                <a:ext cx="38775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098" extrusionOk="0">
                    <a:moveTo>
                      <a:pt x="654" y="0"/>
                    </a:moveTo>
                    <a:cubicBezTo>
                      <a:pt x="553" y="0"/>
                      <a:pt x="459" y="26"/>
                      <a:pt x="365" y="64"/>
                    </a:cubicBezTo>
                    <a:cubicBezTo>
                      <a:pt x="1" y="246"/>
                      <a:pt x="1" y="854"/>
                      <a:pt x="365" y="1006"/>
                    </a:cubicBezTo>
                    <a:cubicBezTo>
                      <a:pt x="473" y="1049"/>
                      <a:pt x="580" y="1092"/>
                      <a:pt x="698" y="1092"/>
                    </a:cubicBezTo>
                    <a:cubicBezTo>
                      <a:pt x="709" y="1092"/>
                      <a:pt x="720" y="1091"/>
                      <a:pt x="731" y="1091"/>
                    </a:cubicBezTo>
                    <a:lnTo>
                      <a:pt x="731" y="1091"/>
                    </a:lnTo>
                    <a:lnTo>
                      <a:pt x="700" y="1097"/>
                    </a:lnTo>
                    <a:lnTo>
                      <a:pt x="700" y="1097"/>
                    </a:lnTo>
                    <a:lnTo>
                      <a:pt x="737" y="1090"/>
                    </a:lnTo>
                    <a:lnTo>
                      <a:pt x="737" y="1090"/>
                    </a:lnTo>
                    <a:cubicBezTo>
                      <a:pt x="767" y="1088"/>
                      <a:pt x="798" y="1082"/>
                      <a:pt x="830" y="1073"/>
                    </a:cubicBezTo>
                    <a:lnTo>
                      <a:pt x="830" y="1073"/>
                    </a:lnTo>
                    <a:lnTo>
                      <a:pt x="1034" y="1036"/>
                    </a:lnTo>
                    <a:cubicBezTo>
                      <a:pt x="1186" y="1036"/>
                      <a:pt x="1308" y="1006"/>
                      <a:pt x="1399" y="915"/>
                    </a:cubicBezTo>
                    <a:cubicBezTo>
                      <a:pt x="1490" y="823"/>
                      <a:pt x="1551" y="671"/>
                      <a:pt x="1551" y="550"/>
                    </a:cubicBezTo>
                    <a:cubicBezTo>
                      <a:pt x="1551" y="428"/>
                      <a:pt x="1490" y="276"/>
                      <a:pt x="1399" y="185"/>
                    </a:cubicBezTo>
                    <a:cubicBezTo>
                      <a:pt x="1308" y="94"/>
                      <a:pt x="1186" y="64"/>
                      <a:pt x="1034" y="33"/>
                    </a:cubicBezTo>
                    <a:lnTo>
                      <a:pt x="742" y="7"/>
                    </a:lnTo>
                    <a:lnTo>
                      <a:pt x="742" y="7"/>
                    </a:lnTo>
                    <a:cubicBezTo>
                      <a:pt x="712" y="2"/>
                      <a:pt x="683" y="0"/>
                      <a:pt x="6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9"/>
              <p:cNvSpPr/>
              <p:nvPr/>
            </p:nvSpPr>
            <p:spPr>
              <a:xfrm>
                <a:off x="1722175" y="4257200"/>
                <a:ext cx="28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913" extrusionOk="0">
                    <a:moveTo>
                      <a:pt x="578" y="0"/>
                    </a:moveTo>
                    <a:cubicBezTo>
                      <a:pt x="1" y="0"/>
                      <a:pt x="1" y="912"/>
                      <a:pt x="578" y="912"/>
                    </a:cubicBezTo>
                    <a:cubicBezTo>
                      <a:pt x="1156" y="912"/>
                      <a:pt x="1156" y="0"/>
                      <a:pt x="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9"/>
              <p:cNvSpPr/>
              <p:nvPr/>
            </p:nvSpPr>
            <p:spPr>
              <a:xfrm>
                <a:off x="1638600" y="4324675"/>
                <a:ext cx="41050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1259" extrusionOk="0">
                    <a:moveTo>
                      <a:pt x="851" y="37"/>
                    </a:moveTo>
                    <a:cubicBezTo>
                      <a:pt x="865" y="37"/>
                      <a:pt x="879" y="38"/>
                      <a:pt x="892" y="41"/>
                    </a:cubicBezTo>
                    <a:lnTo>
                      <a:pt x="892" y="41"/>
                    </a:lnTo>
                    <a:lnTo>
                      <a:pt x="882" y="37"/>
                    </a:lnTo>
                    <a:close/>
                    <a:moveTo>
                      <a:pt x="926" y="1204"/>
                    </a:moveTo>
                    <a:lnTo>
                      <a:pt x="882" y="1222"/>
                    </a:lnTo>
                    <a:lnTo>
                      <a:pt x="730" y="1222"/>
                    </a:lnTo>
                    <a:lnTo>
                      <a:pt x="926" y="1204"/>
                    </a:lnTo>
                    <a:close/>
                    <a:moveTo>
                      <a:pt x="577" y="0"/>
                    </a:moveTo>
                    <a:cubicBezTo>
                      <a:pt x="440" y="0"/>
                      <a:pt x="292" y="83"/>
                      <a:pt x="213" y="189"/>
                    </a:cubicBezTo>
                    <a:cubicBezTo>
                      <a:pt x="91" y="280"/>
                      <a:pt x="0" y="462"/>
                      <a:pt x="0" y="645"/>
                    </a:cubicBezTo>
                    <a:cubicBezTo>
                      <a:pt x="31" y="797"/>
                      <a:pt x="61" y="979"/>
                      <a:pt x="213" y="1070"/>
                    </a:cubicBezTo>
                    <a:cubicBezTo>
                      <a:pt x="319" y="1176"/>
                      <a:pt x="447" y="1258"/>
                      <a:pt x="579" y="1258"/>
                    </a:cubicBezTo>
                    <a:cubicBezTo>
                      <a:pt x="599" y="1258"/>
                      <a:pt x="619" y="1257"/>
                      <a:pt x="639" y="1253"/>
                    </a:cubicBezTo>
                    <a:lnTo>
                      <a:pt x="851" y="1253"/>
                    </a:lnTo>
                    <a:cubicBezTo>
                      <a:pt x="885" y="1236"/>
                      <a:pt x="919" y="1219"/>
                      <a:pt x="953" y="1202"/>
                    </a:cubicBezTo>
                    <a:lnTo>
                      <a:pt x="953" y="1202"/>
                    </a:lnTo>
                    <a:lnTo>
                      <a:pt x="1064" y="1192"/>
                    </a:lnTo>
                    <a:cubicBezTo>
                      <a:pt x="1216" y="1192"/>
                      <a:pt x="1338" y="1161"/>
                      <a:pt x="1459" y="1040"/>
                    </a:cubicBezTo>
                    <a:cubicBezTo>
                      <a:pt x="1581" y="949"/>
                      <a:pt x="1642" y="766"/>
                      <a:pt x="1642" y="614"/>
                    </a:cubicBezTo>
                    <a:cubicBezTo>
                      <a:pt x="1642" y="493"/>
                      <a:pt x="1581" y="310"/>
                      <a:pt x="1459" y="219"/>
                    </a:cubicBezTo>
                    <a:cubicBezTo>
                      <a:pt x="1338" y="98"/>
                      <a:pt x="1216" y="67"/>
                      <a:pt x="1064" y="37"/>
                    </a:cubicBezTo>
                    <a:lnTo>
                      <a:pt x="1064" y="67"/>
                    </a:lnTo>
                    <a:lnTo>
                      <a:pt x="944" y="56"/>
                    </a:lnTo>
                    <a:lnTo>
                      <a:pt x="944" y="56"/>
                    </a:lnTo>
                    <a:cubicBezTo>
                      <a:pt x="927" y="50"/>
                      <a:pt x="910" y="44"/>
                      <a:pt x="892" y="41"/>
                    </a:cubicBezTo>
                    <a:lnTo>
                      <a:pt x="892" y="41"/>
                    </a:lnTo>
                    <a:lnTo>
                      <a:pt x="926" y="55"/>
                    </a:lnTo>
                    <a:lnTo>
                      <a:pt x="926" y="55"/>
                    </a:lnTo>
                    <a:lnTo>
                      <a:pt x="730" y="37"/>
                    </a:lnTo>
                    <a:lnTo>
                      <a:pt x="851" y="37"/>
                    </a:lnTo>
                    <a:cubicBezTo>
                      <a:pt x="791" y="6"/>
                      <a:pt x="730" y="6"/>
                      <a:pt x="639" y="6"/>
                    </a:cubicBezTo>
                    <a:cubicBezTo>
                      <a:pt x="619" y="2"/>
                      <a:pt x="598" y="0"/>
                      <a:pt x="5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9"/>
              <p:cNvSpPr/>
              <p:nvPr/>
            </p:nvSpPr>
            <p:spPr>
              <a:xfrm>
                <a:off x="1579325" y="4214650"/>
                <a:ext cx="2815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1490" extrusionOk="0">
                    <a:moveTo>
                      <a:pt x="548" y="0"/>
                    </a:moveTo>
                    <a:cubicBezTo>
                      <a:pt x="244" y="0"/>
                      <a:pt x="31" y="243"/>
                      <a:pt x="0" y="547"/>
                    </a:cubicBezTo>
                    <a:cubicBezTo>
                      <a:pt x="0" y="699"/>
                      <a:pt x="0" y="821"/>
                      <a:pt x="31" y="942"/>
                    </a:cubicBezTo>
                    <a:cubicBezTo>
                      <a:pt x="31" y="1094"/>
                      <a:pt x="61" y="1216"/>
                      <a:pt x="183" y="1307"/>
                    </a:cubicBezTo>
                    <a:cubicBezTo>
                      <a:pt x="274" y="1429"/>
                      <a:pt x="426" y="1489"/>
                      <a:pt x="548" y="1489"/>
                    </a:cubicBezTo>
                    <a:cubicBezTo>
                      <a:pt x="882" y="1459"/>
                      <a:pt x="1064" y="1246"/>
                      <a:pt x="1095" y="942"/>
                    </a:cubicBezTo>
                    <a:cubicBezTo>
                      <a:pt x="1095" y="821"/>
                      <a:pt x="1125" y="669"/>
                      <a:pt x="1125" y="547"/>
                    </a:cubicBezTo>
                    <a:cubicBezTo>
                      <a:pt x="1095" y="395"/>
                      <a:pt x="1064" y="274"/>
                      <a:pt x="943" y="152"/>
                    </a:cubicBezTo>
                    <a:cubicBezTo>
                      <a:pt x="851" y="61"/>
                      <a:pt x="700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9"/>
              <p:cNvSpPr/>
              <p:nvPr/>
            </p:nvSpPr>
            <p:spPr>
              <a:xfrm>
                <a:off x="1644675" y="4281500"/>
                <a:ext cx="205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0" extrusionOk="0">
                    <a:moveTo>
                      <a:pt x="396" y="1"/>
                    </a:moveTo>
                    <a:cubicBezTo>
                      <a:pt x="0" y="1"/>
                      <a:pt x="0" y="639"/>
                      <a:pt x="396" y="639"/>
                    </a:cubicBezTo>
                    <a:cubicBezTo>
                      <a:pt x="821" y="639"/>
                      <a:pt x="821" y="1"/>
                      <a:pt x="3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9"/>
              <p:cNvSpPr/>
              <p:nvPr/>
            </p:nvSpPr>
            <p:spPr>
              <a:xfrm>
                <a:off x="1647725" y="4152325"/>
                <a:ext cx="34975" cy="27375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095" extrusionOk="0">
                    <a:moveTo>
                      <a:pt x="699" y="1"/>
                    </a:moveTo>
                    <a:cubicBezTo>
                      <a:pt x="0" y="1"/>
                      <a:pt x="0" y="1095"/>
                      <a:pt x="699" y="1095"/>
                    </a:cubicBezTo>
                    <a:cubicBezTo>
                      <a:pt x="1398" y="1095"/>
                      <a:pt x="1398" y="1"/>
                      <a:pt x="6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9"/>
              <p:cNvSpPr/>
              <p:nvPr/>
            </p:nvSpPr>
            <p:spPr>
              <a:xfrm>
                <a:off x="1537525" y="4326900"/>
                <a:ext cx="29675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498" extrusionOk="0">
                    <a:moveTo>
                      <a:pt x="593" y="1"/>
                    </a:moveTo>
                    <a:cubicBezTo>
                      <a:pt x="457" y="1"/>
                      <a:pt x="320" y="54"/>
                      <a:pt x="213" y="161"/>
                    </a:cubicBezTo>
                    <a:lnTo>
                      <a:pt x="183" y="161"/>
                    </a:lnTo>
                    <a:cubicBezTo>
                      <a:pt x="31" y="313"/>
                      <a:pt x="1" y="525"/>
                      <a:pt x="31" y="738"/>
                    </a:cubicBezTo>
                    <a:lnTo>
                      <a:pt x="31" y="616"/>
                    </a:lnTo>
                    <a:lnTo>
                      <a:pt x="61" y="951"/>
                    </a:lnTo>
                    <a:cubicBezTo>
                      <a:pt x="61" y="1103"/>
                      <a:pt x="122" y="1224"/>
                      <a:pt x="213" y="1346"/>
                    </a:cubicBezTo>
                    <a:cubicBezTo>
                      <a:pt x="305" y="1437"/>
                      <a:pt x="457" y="1498"/>
                      <a:pt x="609" y="1498"/>
                    </a:cubicBezTo>
                    <a:cubicBezTo>
                      <a:pt x="730" y="1498"/>
                      <a:pt x="882" y="1437"/>
                      <a:pt x="973" y="1346"/>
                    </a:cubicBezTo>
                    <a:cubicBezTo>
                      <a:pt x="1065" y="1224"/>
                      <a:pt x="1125" y="1103"/>
                      <a:pt x="1125" y="951"/>
                    </a:cubicBezTo>
                    <a:lnTo>
                      <a:pt x="1144" y="750"/>
                    </a:lnTo>
                    <a:lnTo>
                      <a:pt x="1144" y="750"/>
                    </a:lnTo>
                    <a:lnTo>
                      <a:pt x="1156" y="738"/>
                    </a:lnTo>
                    <a:cubicBezTo>
                      <a:pt x="1186" y="556"/>
                      <a:pt x="1156" y="313"/>
                      <a:pt x="1004" y="161"/>
                    </a:cubicBezTo>
                    <a:lnTo>
                      <a:pt x="973" y="161"/>
                    </a:lnTo>
                    <a:cubicBezTo>
                      <a:pt x="867" y="54"/>
                      <a:pt x="730" y="1"/>
                      <a:pt x="5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9"/>
              <p:cNvSpPr/>
              <p:nvPr/>
            </p:nvSpPr>
            <p:spPr>
              <a:xfrm>
                <a:off x="1704700" y="4362050"/>
                <a:ext cx="228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31" extrusionOk="0">
                    <a:moveTo>
                      <a:pt x="457" y="1"/>
                    </a:moveTo>
                    <a:cubicBezTo>
                      <a:pt x="1" y="1"/>
                      <a:pt x="1" y="730"/>
                      <a:pt x="457" y="730"/>
                    </a:cubicBezTo>
                    <a:cubicBezTo>
                      <a:pt x="913" y="730"/>
                      <a:pt x="913" y="1"/>
                      <a:pt x="4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9"/>
              <p:cNvSpPr/>
              <p:nvPr/>
            </p:nvSpPr>
            <p:spPr>
              <a:xfrm>
                <a:off x="1862000" y="4406125"/>
                <a:ext cx="167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18" extrusionOk="0">
                    <a:moveTo>
                      <a:pt x="335" y="1"/>
                    </a:moveTo>
                    <a:cubicBezTo>
                      <a:pt x="1" y="1"/>
                      <a:pt x="1" y="517"/>
                      <a:pt x="335" y="517"/>
                    </a:cubicBezTo>
                    <a:cubicBezTo>
                      <a:pt x="669" y="517"/>
                      <a:pt x="669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9"/>
              <p:cNvSpPr/>
              <p:nvPr/>
            </p:nvSpPr>
            <p:spPr>
              <a:xfrm>
                <a:off x="1889350" y="4228700"/>
                <a:ext cx="2360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234" extrusionOk="0">
                    <a:moveTo>
                      <a:pt x="472" y="0"/>
                    </a:moveTo>
                    <a:cubicBezTo>
                      <a:pt x="312" y="0"/>
                      <a:pt x="153" y="76"/>
                      <a:pt x="92" y="228"/>
                    </a:cubicBezTo>
                    <a:cubicBezTo>
                      <a:pt x="31" y="289"/>
                      <a:pt x="31" y="380"/>
                      <a:pt x="1" y="471"/>
                    </a:cubicBezTo>
                    <a:cubicBezTo>
                      <a:pt x="1" y="502"/>
                      <a:pt x="1" y="532"/>
                      <a:pt x="1" y="593"/>
                    </a:cubicBezTo>
                    <a:cubicBezTo>
                      <a:pt x="1" y="654"/>
                      <a:pt x="1" y="715"/>
                      <a:pt x="1" y="775"/>
                    </a:cubicBezTo>
                    <a:cubicBezTo>
                      <a:pt x="30" y="1005"/>
                      <a:pt x="193" y="1234"/>
                      <a:pt x="441" y="1234"/>
                    </a:cubicBezTo>
                    <a:cubicBezTo>
                      <a:pt x="456" y="1234"/>
                      <a:pt x="472" y="1233"/>
                      <a:pt x="487" y="1231"/>
                    </a:cubicBezTo>
                    <a:cubicBezTo>
                      <a:pt x="730" y="1231"/>
                      <a:pt x="913" y="1049"/>
                      <a:pt x="943" y="775"/>
                    </a:cubicBezTo>
                    <a:lnTo>
                      <a:pt x="913" y="775"/>
                    </a:lnTo>
                    <a:cubicBezTo>
                      <a:pt x="913" y="715"/>
                      <a:pt x="943" y="654"/>
                      <a:pt x="943" y="593"/>
                    </a:cubicBezTo>
                    <a:cubicBezTo>
                      <a:pt x="943" y="563"/>
                      <a:pt x="943" y="502"/>
                      <a:pt x="913" y="471"/>
                    </a:cubicBezTo>
                    <a:cubicBezTo>
                      <a:pt x="913" y="380"/>
                      <a:pt x="882" y="319"/>
                      <a:pt x="852" y="228"/>
                    </a:cubicBezTo>
                    <a:cubicBezTo>
                      <a:pt x="791" y="76"/>
                      <a:pt x="632" y="0"/>
                      <a:pt x="4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9"/>
              <p:cNvSpPr/>
              <p:nvPr/>
            </p:nvSpPr>
            <p:spPr>
              <a:xfrm>
                <a:off x="1948625" y="4338500"/>
                <a:ext cx="27375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399" extrusionOk="0">
                    <a:moveTo>
                      <a:pt x="548" y="0"/>
                    </a:moveTo>
                    <a:cubicBezTo>
                      <a:pt x="335" y="31"/>
                      <a:pt x="122" y="183"/>
                      <a:pt x="62" y="396"/>
                    </a:cubicBezTo>
                    <a:cubicBezTo>
                      <a:pt x="1" y="548"/>
                      <a:pt x="31" y="730"/>
                      <a:pt x="62" y="912"/>
                    </a:cubicBezTo>
                    <a:cubicBezTo>
                      <a:pt x="62" y="1034"/>
                      <a:pt x="92" y="1156"/>
                      <a:pt x="214" y="1277"/>
                    </a:cubicBezTo>
                    <a:cubicBezTo>
                      <a:pt x="305" y="1338"/>
                      <a:pt x="426" y="1399"/>
                      <a:pt x="548" y="1399"/>
                    </a:cubicBezTo>
                    <a:cubicBezTo>
                      <a:pt x="852" y="1399"/>
                      <a:pt x="1034" y="1186"/>
                      <a:pt x="1065" y="912"/>
                    </a:cubicBezTo>
                    <a:cubicBezTo>
                      <a:pt x="1065" y="730"/>
                      <a:pt x="1095" y="548"/>
                      <a:pt x="1065" y="396"/>
                    </a:cubicBezTo>
                    <a:cubicBezTo>
                      <a:pt x="973" y="183"/>
                      <a:pt x="791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9"/>
              <p:cNvSpPr/>
              <p:nvPr/>
            </p:nvSpPr>
            <p:spPr>
              <a:xfrm>
                <a:off x="1886325" y="4441850"/>
                <a:ext cx="29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943" extrusionOk="0">
                    <a:moveTo>
                      <a:pt x="578" y="0"/>
                    </a:moveTo>
                    <a:cubicBezTo>
                      <a:pt x="0" y="0"/>
                      <a:pt x="0" y="943"/>
                      <a:pt x="578" y="943"/>
                    </a:cubicBezTo>
                    <a:cubicBezTo>
                      <a:pt x="1186" y="943"/>
                      <a:pt x="1186" y="0"/>
                      <a:pt x="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9"/>
              <p:cNvSpPr/>
              <p:nvPr/>
            </p:nvSpPr>
            <p:spPr>
              <a:xfrm>
                <a:off x="1745750" y="4380475"/>
                <a:ext cx="2510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898" extrusionOk="0">
                    <a:moveTo>
                      <a:pt x="559" y="1"/>
                    </a:moveTo>
                    <a:cubicBezTo>
                      <a:pt x="517" y="1"/>
                      <a:pt x="471" y="8"/>
                      <a:pt x="426" y="24"/>
                    </a:cubicBezTo>
                    <a:lnTo>
                      <a:pt x="334" y="54"/>
                    </a:lnTo>
                    <a:cubicBezTo>
                      <a:pt x="243" y="84"/>
                      <a:pt x="182" y="115"/>
                      <a:pt x="122" y="145"/>
                    </a:cubicBezTo>
                    <a:cubicBezTo>
                      <a:pt x="91" y="206"/>
                      <a:pt x="61" y="267"/>
                      <a:pt x="30" y="358"/>
                    </a:cubicBezTo>
                    <a:cubicBezTo>
                      <a:pt x="0" y="449"/>
                      <a:pt x="0" y="449"/>
                      <a:pt x="30" y="571"/>
                    </a:cubicBezTo>
                    <a:cubicBezTo>
                      <a:pt x="61" y="632"/>
                      <a:pt x="91" y="692"/>
                      <a:pt x="122" y="753"/>
                    </a:cubicBezTo>
                    <a:cubicBezTo>
                      <a:pt x="182" y="814"/>
                      <a:pt x="243" y="844"/>
                      <a:pt x="334" y="844"/>
                    </a:cubicBezTo>
                    <a:lnTo>
                      <a:pt x="426" y="875"/>
                    </a:lnTo>
                    <a:cubicBezTo>
                      <a:pt x="471" y="890"/>
                      <a:pt x="517" y="898"/>
                      <a:pt x="559" y="898"/>
                    </a:cubicBezTo>
                    <a:cubicBezTo>
                      <a:pt x="600" y="898"/>
                      <a:pt x="638" y="890"/>
                      <a:pt x="669" y="875"/>
                    </a:cubicBezTo>
                    <a:cubicBezTo>
                      <a:pt x="760" y="844"/>
                      <a:pt x="821" y="814"/>
                      <a:pt x="882" y="753"/>
                    </a:cubicBezTo>
                    <a:cubicBezTo>
                      <a:pt x="942" y="692"/>
                      <a:pt x="1003" y="571"/>
                      <a:pt x="1003" y="449"/>
                    </a:cubicBezTo>
                    <a:cubicBezTo>
                      <a:pt x="1003" y="328"/>
                      <a:pt x="942" y="206"/>
                      <a:pt x="882" y="145"/>
                    </a:cubicBezTo>
                    <a:cubicBezTo>
                      <a:pt x="821" y="84"/>
                      <a:pt x="760" y="54"/>
                      <a:pt x="669" y="24"/>
                    </a:cubicBezTo>
                    <a:cubicBezTo>
                      <a:pt x="638" y="8"/>
                      <a:pt x="600" y="1"/>
                      <a:pt x="55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9"/>
              <p:cNvSpPr/>
              <p:nvPr/>
            </p:nvSpPr>
            <p:spPr>
              <a:xfrm>
                <a:off x="1786775" y="4239725"/>
                <a:ext cx="28150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852" extrusionOk="0">
                    <a:moveTo>
                      <a:pt x="548" y="0"/>
                    </a:moveTo>
                    <a:cubicBezTo>
                      <a:pt x="0" y="0"/>
                      <a:pt x="0" y="851"/>
                      <a:pt x="548" y="851"/>
                    </a:cubicBezTo>
                    <a:cubicBezTo>
                      <a:pt x="1125" y="851"/>
                      <a:pt x="1125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9"/>
              <p:cNvSpPr/>
              <p:nvPr/>
            </p:nvSpPr>
            <p:spPr>
              <a:xfrm>
                <a:off x="1842250" y="4155375"/>
                <a:ext cx="26625" cy="26600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64" extrusionOk="0">
                    <a:moveTo>
                      <a:pt x="517" y="0"/>
                    </a:moveTo>
                    <a:cubicBezTo>
                      <a:pt x="395" y="0"/>
                      <a:pt x="243" y="61"/>
                      <a:pt x="152" y="152"/>
                    </a:cubicBezTo>
                    <a:cubicBezTo>
                      <a:pt x="92" y="213"/>
                      <a:pt x="61" y="243"/>
                      <a:pt x="31" y="335"/>
                    </a:cubicBezTo>
                    <a:cubicBezTo>
                      <a:pt x="0" y="395"/>
                      <a:pt x="0" y="456"/>
                      <a:pt x="0" y="517"/>
                    </a:cubicBezTo>
                    <a:cubicBezTo>
                      <a:pt x="0" y="669"/>
                      <a:pt x="61" y="790"/>
                      <a:pt x="152" y="882"/>
                    </a:cubicBezTo>
                    <a:cubicBezTo>
                      <a:pt x="274" y="1003"/>
                      <a:pt x="395" y="1064"/>
                      <a:pt x="517" y="1064"/>
                    </a:cubicBezTo>
                    <a:cubicBezTo>
                      <a:pt x="669" y="1064"/>
                      <a:pt x="791" y="1003"/>
                      <a:pt x="882" y="882"/>
                    </a:cubicBezTo>
                    <a:cubicBezTo>
                      <a:pt x="943" y="851"/>
                      <a:pt x="973" y="790"/>
                      <a:pt x="1003" y="730"/>
                    </a:cubicBezTo>
                    <a:cubicBezTo>
                      <a:pt x="1034" y="669"/>
                      <a:pt x="1064" y="608"/>
                      <a:pt x="1064" y="517"/>
                    </a:cubicBezTo>
                    <a:cubicBezTo>
                      <a:pt x="1034" y="395"/>
                      <a:pt x="1003" y="243"/>
                      <a:pt x="882" y="152"/>
                    </a:cubicBezTo>
                    <a:cubicBezTo>
                      <a:pt x="791" y="61"/>
                      <a:pt x="669" y="0"/>
                      <a:pt x="5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9"/>
              <p:cNvSpPr/>
              <p:nvPr/>
            </p:nvSpPr>
            <p:spPr>
              <a:xfrm>
                <a:off x="1740425" y="4040625"/>
                <a:ext cx="4790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490" extrusionOk="0">
                    <a:moveTo>
                      <a:pt x="943" y="0"/>
                    </a:moveTo>
                    <a:cubicBezTo>
                      <a:pt x="0" y="0"/>
                      <a:pt x="0" y="1490"/>
                      <a:pt x="943" y="1490"/>
                    </a:cubicBezTo>
                    <a:cubicBezTo>
                      <a:pt x="1915" y="1490"/>
                      <a:pt x="1915" y="0"/>
                      <a:pt x="9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9"/>
              <p:cNvSpPr/>
              <p:nvPr/>
            </p:nvSpPr>
            <p:spPr>
              <a:xfrm>
                <a:off x="1673550" y="4226800"/>
                <a:ext cx="258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1" extrusionOk="0">
                    <a:moveTo>
                      <a:pt x="517" y="0"/>
                    </a:moveTo>
                    <a:cubicBezTo>
                      <a:pt x="0" y="0"/>
                      <a:pt x="0" y="791"/>
                      <a:pt x="517" y="791"/>
                    </a:cubicBezTo>
                    <a:cubicBezTo>
                      <a:pt x="1034" y="79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9"/>
              <p:cNvSpPr/>
              <p:nvPr/>
            </p:nvSpPr>
            <p:spPr>
              <a:xfrm>
                <a:off x="1740425" y="4324825"/>
                <a:ext cx="20525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1" h="639" extrusionOk="0">
                    <a:moveTo>
                      <a:pt x="395" y="0"/>
                    </a:moveTo>
                    <a:cubicBezTo>
                      <a:pt x="0" y="0"/>
                      <a:pt x="0" y="639"/>
                      <a:pt x="395" y="639"/>
                    </a:cubicBezTo>
                    <a:cubicBezTo>
                      <a:pt x="821" y="639"/>
                      <a:pt x="821" y="0"/>
                      <a:pt x="3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9"/>
              <p:cNvSpPr/>
              <p:nvPr/>
            </p:nvSpPr>
            <p:spPr>
              <a:xfrm>
                <a:off x="1908350" y="4286150"/>
                <a:ext cx="20550" cy="199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96" extrusionOk="0">
                    <a:moveTo>
                      <a:pt x="409" y="0"/>
                    </a:moveTo>
                    <a:cubicBezTo>
                      <a:pt x="345" y="0"/>
                      <a:pt x="285" y="17"/>
                      <a:pt x="244" y="58"/>
                    </a:cubicBezTo>
                    <a:cubicBezTo>
                      <a:pt x="214" y="88"/>
                      <a:pt x="214" y="88"/>
                      <a:pt x="183" y="88"/>
                    </a:cubicBezTo>
                    <a:cubicBezTo>
                      <a:pt x="122" y="119"/>
                      <a:pt x="92" y="180"/>
                      <a:pt x="62" y="240"/>
                    </a:cubicBezTo>
                    <a:cubicBezTo>
                      <a:pt x="31" y="271"/>
                      <a:pt x="1" y="332"/>
                      <a:pt x="1" y="392"/>
                    </a:cubicBezTo>
                    <a:cubicBezTo>
                      <a:pt x="1" y="453"/>
                      <a:pt x="31" y="514"/>
                      <a:pt x="62" y="575"/>
                    </a:cubicBezTo>
                    <a:cubicBezTo>
                      <a:pt x="92" y="635"/>
                      <a:pt x="122" y="666"/>
                      <a:pt x="183" y="696"/>
                    </a:cubicBezTo>
                    <a:cubicBezTo>
                      <a:pt x="183" y="727"/>
                      <a:pt x="214" y="727"/>
                      <a:pt x="244" y="727"/>
                    </a:cubicBezTo>
                    <a:cubicBezTo>
                      <a:pt x="305" y="772"/>
                      <a:pt x="373" y="795"/>
                      <a:pt x="441" y="795"/>
                    </a:cubicBezTo>
                    <a:cubicBezTo>
                      <a:pt x="510" y="795"/>
                      <a:pt x="578" y="772"/>
                      <a:pt x="639" y="727"/>
                    </a:cubicBezTo>
                    <a:cubicBezTo>
                      <a:pt x="761" y="666"/>
                      <a:pt x="821" y="544"/>
                      <a:pt x="821" y="392"/>
                    </a:cubicBezTo>
                    <a:cubicBezTo>
                      <a:pt x="821" y="271"/>
                      <a:pt x="761" y="119"/>
                      <a:pt x="639" y="58"/>
                    </a:cubicBezTo>
                    <a:cubicBezTo>
                      <a:pt x="572" y="25"/>
                      <a:pt x="487" y="0"/>
                      <a:pt x="4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9"/>
              <p:cNvSpPr/>
              <p:nvPr/>
            </p:nvSpPr>
            <p:spPr>
              <a:xfrm>
                <a:off x="1878725" y="4359025"/>
                <a:ext cx="2585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21" extrusionOk="0">
                    <a:moveTo>
                      <a:pt x="517" y="0"/>
                    </a:moveTo>
                    <a:cubicBezTo>
                      <a:pt x="0" y="0"/>
                      <a:pt x="0" y="821"/>
                      <a:pt x="517" y="821"/>
                    </a:cubicBezTo>
                    <a:cubicBezTo>
                      <a:pt x="1034" y="82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9"/>
              <p:cNvSpPr/>
              <p:nvPr/>
            </p:nvSpPr>
            <p:spPr>
              <a:xfrm>
                <a:off x="1822500" y="435672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0" y="609"/>
                      <a:pt x="790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9"/>
              <p:cNvSpPr/>
              <p:nvPr/>
            </p:nvSpPr>
            <p:spPr>
              <a:xfrm>
                <a:off x="1796650" y="4400050"/>
                <a:ext cx="2587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822" extrusionOk="0">
                    <a:moveTo>
                      <a:pt x="517" y="1"/>
                    </a:moveTo>
                    <a:cubicBezTo>
                      <a:pt x="1" y="1"/>
                      <a:pt x="1" y="821"/>
                      <a:pt x="517" y="821"/>
                    </a:cubicBezTo>
                    <a:cubicBezTo>
                      <a:pt x="1034" y="821"/>
                      <a:pt x="1034" y="1"/>
                      <a:pt x="5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9"/>
              <p:cNvSpPr/>
              <p:nvPr/>
            </p:nvSpPr>
            <p:spPr>
              <a:xfrm>
                <a:off x="1703175" y="4423600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44" y="1"/>
                    </a:moveTo>
                    <a:cubicBezTo>
                      <a:pt x="1" y="1"/>
                      <a:pt x="1" y="396"/>
                      <a:pt x="244" y="396"/>
                    </a:cubicBezTo>
                    <a:cubicBezTo>
                      <a:pt x="518" y="396"/>
                      <a:pt x="518" y="1"/>
                      <a:pt x="2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9"/>
              <p:cNvSpPr/>
              <p:nvPr/>
            </p:nvSpPr>
            <p:spPr>
              <a:xfrm>
                <a:off x="1645425" y="4391700"/>
                <a:ext cx="1902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730" extrusionOk="0">
                    <a:moveTo>
                      <a:pt x="366" y="0"/>
                    </a:moveTo>
                    <a:cubicBezTo>
                      <a:pt x="274" y="0"/>
                      <a:pt x="183" y="61"/>
                      <a:pt x="122" y="122"/>
                    </a:cubicBezTo>
                    <a:cubicBezTo>
                      <a:pt x="31" y="183"/>
                      <a:pt x="1" y="274"/>
                      <a:pt x="1" y="365"/>
                    </a:cubicBezTo>
                    <a:cubicBezTo>
                      <a:pt x="1" y="456"/>
                      <a:pt x="31" y="578"/>
                      <a:pt x="122" y="638"/>
                    </a:cubicBezTo>
                    <a:cubicBezTo>
                      <a:pt x="183" y="699"/>
                      <a:pt x="274" y="730"/>
                      <a:pt x="366" y="730"/>
                    </a:cubicBezTo>
                    <a:cubicBezTo>
                      <a:pt x="457" y="730"/>
                      <a:pt x="578" y="699"/>
                      <a:pt x="639" y="638"/>
                    </a:cubicBezTo>
                    <a:cubicBezTo>
                      <a:pt x="700" y="578"/>
                      <a:pt x="761" y="456"/>
                      <a:pt x="730" y="365"/>
                    </a:cubicBezTo>
                    <a:cubicBezTo>
                      <a:pt x="730" y="274"/>
                      <a:pt x="700" y="183"/>
                      <a:pt x="639" y="122"/>
                    </a:cubicBezTo>
                    <a:cubicBezTo>
                      <a:pt x="548" y="31"/>
                      <a:pt x="487" y="0"/>
                      <a:pt x="3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9"/>
              <p:cNvSpPr/>
              <p:nvPr/>
            </p:nvSpPr>
            <p:spPr>
              <a:xfrm>
                <a:off x="1563375" y="4405375"/>
                <a:ext cx="19000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730" extrusionOk="0">
                    <a:moveTo>
                      <a:pt x="365" y="0"/>
                    </a:moveTo>
                    <a:cubicBezTo>
                      <a:pt x="274" y="0"/>
                      <a:pt x="182" y="61"/>
                      <a:pt x="122" y="122"/>
                    </a:cubicBezTo>
                    <a:cubicBezTo>
                      <a:pt x="31" y="183"/>
                      <a:pt x="0" y="274"/>
                      <a:pt x="0" y="365"/>
                    </a:cubicBezTo>
                    <a:cubicBezTo>
                      <a:pt x="0" y="456"/>
                      <a:pt x="31" y="578"/>
                      <a:pt x="122" y="639"/>
                    </a:cubicBezTo>
                    <a:cubicBezTo>
                      <a:pt x="182" y="699"/>
                      <a:pt x="274" y="730"/>
                      <a:pt x="365" y="730"/>
                    </a:cubicBezTo>
                    <a:cubicBezTo>
                      <a:pt x="456" y="730"/>
                      <a:pt x="578" y="699"/>
                      <a:pt x="638" y="639"/>
                    </a:cubicBezTo>
                    <a:cubicBezTo>
                      <a:pt x="699" y="578"/>
                      <a:pt x="760" y="456"/>
                      <a:pt x="730" y="365"/>
                    </a:cubicBezTo>
                    <a:cubicBezTo>
                      <a:pt x="730" y="274"/>
                      <a:pt x="699" y="183"/>
                      <a:pt x="638" y="122"/>
                    </a:cubicBezTo>
                    <a:cubicBezTo>
                      <a:pt x="578" y="31"/>
                      <a:pt x="486" y="0"/>
                      <a:pt x="3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9"/>
              <p:cNvSpPr/>
              <p:nvPr/>
            </p:nvSpPr>
            <p:spPr>
              <a:xfrm>
                <a:off x="1442550" y="4379950"/>
                <a:ext cx="27375" cy="231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927" extrusionOk="0">
                    <a:moveTo>
                      <a:pt x="608" y="1"/>
                    </a:moveTo>
                    <a:cubicBezTo>
                      <a:pt x="588" y="1"/>
                      <a:pt x="568" y="4"/>
                      <a:pt x="547" y="14"/>
                    </a:cubicBezTo>
                    <a:lnTo>
                      <a:pt x="456" y="14"/>
                    </a:lnTo>
                    <a:cubicBezTo>
                      <a:pt x="395" y="14"/>
                      <a:pt x="335" y="14"/>
                      <a:pt x="304" y="45"/>
                    </a:cubicBezTo>
                    <a:cubicBezTo>
                      <a:pt x="243" y="75"/>
                      <a:pt x="183" y="105"/>
                      <a:pt x="152" y="136"/>
                    </a:cubicBezTo>
                    <a:cubicBezTo>
                      <a:pt x="61" y="227"/>
                      <a:pt x="0" y="349"/>
                      <a:pt x="31" y="470"/>
                    </a:cubicBezTo>
                    <a:cubicBezTo>
                      <a:pt x="31" y="592"/>
                      <a:pt x="61" y="713"/>
                      <a:pt x="152" y="805"/>
                    </a:cubicBezTo>
                    <a:lnTo>
                      <a:pt x="243" y="865"/>
                    </a:lnTo>
                    <a:cubicBezTo>
                      <a:pt x="304" y="896"/>
                      <a:pt x="395" y="926"/>
                      <a:pt x="456" y="926"/>
                    </a:cubicBezTo>
                    <a:lnTo>
                      <a:pt x="730" y="926"/>
                    </a:lnTo>
                    <a:lnTo>
                      <a:pt x="851" y="865"/>
                    </a:lnTo>
                    <a:cubicBezTo>
                      <a:pt x="912" y="835"/>
                      <a:pt x="942" y="805"/>
                      <a:pt x="973" y="744"/>
                    </a:cubicBezTo>
                    <a:cubicBezTo>
                      <a:pt x="1034" y="683"/>
                      <a:pt x="1094" y="561"/>
                      <a:pt x="1064" y="470"/>
                    </a:cubicBezTo>
                    <a:cubicBezTo>
                      <a:pt x="1064" y="379"/>
                      <a:pt x="1064" y="318"/>
                      <a:pt x="1003" y="227"/>
                    </a:cubicBezTo>
                    <a:cubicBezTo>
                      <a:pt x="973" y="136"/>
                      <a:pt x="851" y="75"/>
                      <a:pt x="730" y="14"/>
                    </a:cubicBezTo>
                    <a:cubicBezTo>
                      <a:pt x="689" y="14"/>
                      <a:pt x="649" y="1"/>
                      <a:pt x="6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9"/>
              <p:cNvSpPr/>
              <p:nvPr/>
            </p:nvSpPr>
            <p:spPr>
              <a:xfrm>
                <a:off x="1448625" y="4254350"/>
                <a:ext cx="26625" cy="264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57" extrusionOk="0">
                    <a:moveTo>
                      <a:pt x="441" y="0"/>
                    </a:moveTo>
                    <a:cubicBezTo>
                      <a:pt x="403" y="0"/>
                      <a:pt x="365" y="8"/>
                      <a:pt x="335" y="23"/>
                    </a:cubicBezTo>
                    <a:cubicBezTo>
                      <a:pt x="274" y="53"/>
                      <a:pt x="183" y="84"/>
                      <a:pt x="152" y="114"/>
                    </a:cubicBezTo>
                    <a:cubicBezTo>
                      <a:pt x="92" y="175"/>
                      <a:pt x="61" y="236"/>
                      <a:pt x="31" y="327"/>
                    </a:cubicBezTo>
                    <a:cubicBezTo>
                      <a:pt x="0" y="388"/>
                      <a:pt x="31" y="479"/>
                      <a:pt x="31" y="540"/>
                    </a:cubicBezTo>
                    <a:cubicBezTo>
                      <a:pt x="61" y="600"/>
                      <a:pt x="61" y="661"/>
                      <a:pt x="92" y="692"/>
                    </a:cubicBezTo>
                    <a:lnTo>
                      <a:pt x="183" y="813"/>
                    </a:lnTo>
                    <a:cubicBezTo>
                      <a:pt x="244" y="874"/>
                      <a:pt x="274" y="935"/>
                      <a:pt x="365" y="965"/>
                    </a:cubicBezTo>
                    <a:cubicBezTo>
                      <a:pt x="426" y="1026"/>
                      <a:pt x="517" y="1056"/>
                      <a:pt x="578" y="1056"/>
                    </a:cubicBezTo>
                    <a:cubicBezTo>
                      <a:pt x="730" y="1056"/>
                      <a:pt x="821" y="996"/>
                      <a:pt x="912" y="904"/>
                    </a:cubicBezTo>
                    <a:cubicBezTo>
                      <a:pt x="1003" y="813"/>
                      <a:pt x="1064" y="692"/>
                      <a:pt x="1064" y="570"/>
                    </a:cubicBezTo>
                    <a:cubicBezTo>
                      <a:pt x="1064" y="479"/>
                      <a:pt x="1034" y="418"/>
                      <a:pt x="1003" y="327"/>
                    </a:cubicBezTo>
                    <a:cubicBezTo>
                      <a:pt x="943" y="266"/>
                      <a:pt x="882" y="205"/>
                      <a:pt x="821" y="175"/>
                    </a:cubicBezTo>
                    <a:lnTo>
                      <a:pt x="699" y="84"/>
                    </a:lnTo>
                    <a:cubicBezTo>
                      <a:pt x="699" y="84"/>
                      <a:pt x="669" y="53"/>
                      <a:pt x="639" y="53"/>
                    </a:cubicBezTo>
                    <a:cubicBezTo>
                      <a:pt x="608" y="23"/>
                      <a:pt x="578" y="23"/>
                      <a:pt x="547" y="23"/>
                    </a:cubicBezTo>
                    <a:cubicBezTo>
                      <a:pt x="517" y="8"/>
                      <a:pt x="479" y="0"/>
                      <a:pt x="4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9"/>
              <p:cNvSpPr/>
              <p:nvPr/>
            </p:nvSpPr>
            <p:spPr>
              <a:xfrm>
                <a:off x="1602875" y="4293675"/>
                <a:ext cx="30425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943" extrusionOk="0">
                    <a:moveTo>
                      <a:pt x="609" y="0"/>
                    </a:moveTo>
                    <a:cubicBezTo>
                      <a:pt x="1" y="0"/>
                      <a:pt x="1" y="942"/>
                      <a:pt x="609" y="942"/>
                    </a:cubicBezTo>
                    <a:cubicBezTo>
                      <a:pt x="1217" y="942"/>
                      <a:pt x="1217" y="0"/>
                      <a:pt x="6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9"/>
              <p:cNvSpPr/>
              <p:nvPr/>
            </p:nvSpPr>
            <p:spPr>
              <a:xfrm>
                <a:off x="1483575" y="4300500"/>
                <a:ext cx="228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31" extrusionOk="0">
                    <a:moveTo>
                      <a:pt x="456" y="1"/>
                    </a:moveTo>
                    <a:cubicBezTo>
                      <a:pt x="1" y="1"/>
                      <a:pt x="1" y="730"/>
                      <a:pt x="456" y="730"/>
                    </a:cubicBezTo>
                    <a:cubicBezTo>
                      <a:pt x="912" y="730"/>
                      <a:pt x="912" y="1"/>
                      <a:pt x="4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9"/>
              <p:cNvSpPr/>
              <p:nvPr/>
            </p:nvSpPr>
            <p:spPr>
              <a:xfrm>
                <a:off x="1498025" y="4364325"/>
                <a:ext cx="12175" cy="91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366" extrusionOk="0">
                    <a:moveTo>
                      <a:pt x="243" y="1"/>
                    </a:moveTo>
                    <a:cubicBezTo>
                      <a:pt x="0" y="1"/>
                      <a:pt x="0" y="366"/>
                      <a:pt x="243" y="366"/>
                    </a:cubicBezTo>
                    <a:cubicBezTo>
                      <a:pt x="486" y="366"/>
                      <a:pt x="486" y="1"/>
                      <a:pt x="2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9"/>
              <p:cNvSpPr/>
              <p:nvPr/>
            </p:nvSpPr>
            <p:spPr>
              <a:xfrm>
                <a:off x="1504100" y="4419050"/>
                <a:ext cx="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" extrusionOk="0">
                    <a:moveTo>
                      <a:pt x="0" y="0"/>
                    </a:moveTo>
                    <a:cubicBezTo>
                      <a:pt x="0" y="0"/>
                      <a:pt x="3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9"/>
              <p:cNvSpPr/>
              <p:nvPr/>
            </p:nvSpPr>
            <p:spPr>
              <a:xfrm>
                <a:off x="1364275" y="4404600"/>
                <a:ext cx="24350" cy="26625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65" extrusionOk="0">
                    <a:moveTo>
                      <a:pt x="487" y="1"/>
                    </a:moveTo>
                    <a:cubicBezTo>
                      <a:pt x="396" y="1"/>
                      <a:pt x="244" y="31"/>
                      <a:pt x="183" y="122"/>
                    </a:cubicBezTo>
                    <a:cubicBezTo>
                      <a:pt x="122" y="214"/>
                      <a:pt x="61" y="274"/>
                      <a:pt x="61" y="366"/>
                    </a:cubicBezTo>
                    <a:lnTo>
                      <a:pt x="31" y="457"/>
                    </a:lnTo>
                    <a:cubicBezTo>
                      <a:pt x="0" y="548"/>
                      <a:pt x="0" y="609"/>
                      <a:pt x="31" y="700"/>
                    </a:cubicBezTo>
                    <a:cubicBezTo>
                      <a:pt x="61" y="791"/>
                      <a:pt x="92" y="852"/>
                      <a:pt x="152" y="913"/>
                    </a:cubicBezTo>
                    <a:cubicBezTo>
                      <a:pt x="244" y="1004"/>
                      <a:pt x="365" y="1065"/>
                      <a:pt x="487" y="1065"/>
                    </a:cubicBezTo>
                    <a:cubicBezTo>
                      <a:pt x="608" y="1065"/>
                      <a:pt x="730" y="1004"/>
                      <a:pt x="821" y="913"/>
                    </a:cubicBezTo>
                    <a:cubicBezTo>
                      <a:pt x="882" y="852"/>
                      <a:pt x="943" y="791"/>
                      <a:pt x="943" y="700"/>
                    </a:cubicBezTo>
                    <a:cubicBezTo>
                      <a:pt x="973" y="639"/>
                      <a:pt x="973" y="548"/>
                      <a:pt x="943" y="457"/>
                    </a:cubicBezTo>
                    <a:lnTo>
                      <a:pt x="943" y="366"/>
                    </a:lnTo>
                    <a:cubicBezTo>
                      <a:pt x="912" y="274"/>
                      <a:pt x="882" y="214"/>
                      <a:pt x="821" y="122"/>
                    </a:cubicBezTo>
                    <a:cubicBezTo>
                      <a:pt x="760" y="92"/>
                      <a:pt x="730" y="62"/>
                      <a:pt x="669" y="31"/>
                    </a:cubicBezTo>
                    <a:cubicBezTo>
                      <a:pt x="608" y="1"/>
                      <a:pt x="548" y="1"/>
                      <a:pt x="4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9"/>
              <p:cNvSpPr/>
              <p:nvPr/>
            </p:nvSpPr>
            <p:spPr>
              <a:xfrm>
                <a:off x="1339200" y="4316475"/>
                <a:ext cx="28900" cy="228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912" extrusionOk="0">
                    <a:moveTo>
                      <a:pt x="578" y="0"/>
                    </a:moveTo>
                    <a:cubicBezTo>
                      <a:pt x="0" y="0"/>
                      <a:pt x="0" y="912"/>
                      <a:pt x="578" y="912"/>
                    </a:cubicBezTo>
                    <a:cubicBezTo>
                      <a:pt x="1155" y="912"/>
                      <a:pt x="1155" y="0"/>
                      <a:pt x="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9"/>
              <p:cNvSpPr/>
              <p:nvPr/>
            </p:nvSpPr>
            <p:spPr>
              <a:xfrm>
                <a:off x="1409875" y="4352600"/>
                <a:ext cx="24325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940" extrusionOk="0">
                    <a:moveTo>
                      <a:pt x="487" y="0"/>
                    </a:moveTo>
                    <a:cubicBezTo>
                      <a:pt x="466" y="0"/>
                      <a:pt x="446" y="4"/>
                      <a:pt x="426" y="14"/>
                    </a:cubicBezTo>
                    <a:cubicBezTo>
                      <a:pt x="395" y="14"/>
                      <a:pt x="365" y="14"/>
                      <a:pt x="304" y="44"/>
                    </a:cubicBezTo>
                    <a:cubicBezTo>
                      <a:pt x="274" y="75"/>
                      <a:pt x="213" y="105"/>
                      <a:pt x="183" y="136"/>
                    </a:cubicBezTo>
                    <a:cubicBezTo>
                      <a:pt x="91" y="227"/>
                      <a:pt x="0" y="348"/>
                      <a:pt x="0" y="470"/>
                    </a:cubicBezTo>
                    <a:cubicBezTo>
                      <a:pt x="0" y="622"/>
                      <a:pt x="61" y="713"/>
                      <a:pt x="183" y="804"/>
                    </a:cubicBezTo>
                    <a:cubicBezTo>
                      <a:pt x="213" y="865"/>
                      <a:pt x="304" y="895"/>
                      <a:pt x="365" y="926"/>
                    </a:cubicBezTo>
                    <a:cubicBezTo>
                      <a:pt x="405" y="926"/>
                      <a:pt x="446" y="939"/>
                      <a:pt x="487" y="939"/>
                    </a:cubicBezTo>
                    <a:cubicBezTo>
                      <a:pt x="507" y="939"/>
                      <a:pt x="527" y="936"/>
                      <a:pt x="547" y="926"/>
                    </a:cubicBezTo>
                    <a:cubicBezTo>
                      <a:pt x="608" y="926"/>
                      <a:pt x="638" y="926"/>
                      <a:pt x="669" y="895"/>
                    </a:cubicBezTo>
                    <a:cubicBezTo>
                      <a:pt x="730" y="895"/>
                      <a:pt x="760" y="865"/>
                      <a:pt x="790" y="835"/>
                    </a:cubicBezTo>
                    <a:cubicBezTo>
                      <a:pt x="821" y="804"/>
                      <a:pt x="851" y="774"/>
                      <a:pt x="851" y="743"/>
                    </a:cubicBezTo>
                    <a:cubicBezTo>
                      <a:pt x="912" y="683"/>
                      <a:pt x="973" y="561"/>
                      <a:pt x="973" y="470"/>
                    </a:cubicBezTo>
                    <a:cubicBezTo>
                      <a:pt x="973" y="379"/>
                      <a:pt x="942" y="318"/>
                      <a:pt x="912" y="227"/>
                    </a:cubicBezTo>
                    <a:cubicBezTo>
                      <a:pt x="851" y="166"/>
                      <a:pt x="790" y="105"/>
                      <a:pt x="730" y="75"/>
                    </a:cubicBezTo>
                    <a:lnTo>
                      <a:pt x="608" y="14"/>
                    </a:lnTo>
                    <a:cubicBezTo>
                      <a:pt x="568" y="14"/>
                      <a:pt x="527" y="0"/>
                      <a:pt x="4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9"/>
              <p:cNvSpPr/>
              <p:nvPr/>
            </p:nvSpPr>
            <p:spPr>
              <a:xfrm>
                <a:off x="1526900" y="4417525"/>
                <a:ext cx="27375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852" extrusionOk="0">
                    <a:moveTo>
                      <a:pt x="547" y="1"/>
                    </a:moveTo>
                    <a:cubicBezTo>
                      <a:pt x="0" y="1"/>
                      <a:pt x="0" y="852"/>
                      <a:pt x="547" y="852"/>
                    </a:cubicBezTo>
                    <a:cubicBezTo>
                      <a:pt x="1094" y="852"/>
                      <a:pt x="1094" y="1"/>
                      <a:pt x="5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9"/>
              <p:cNvSpPr/>
              <p:nvPr/>
            </p:nvSpPr>
            <p:spPr>
              <a:xfrm>
                <a:off x="1322475" y="4389925"/>
                <a:ext cx="22075" cy="24325"/>
              </a:xfrm>
              <a:custGeom>
                <a:avLst/>
                <a:gdLst/>
                <a:ahLst/>
                <a:cxnLst/>
                <a:rect l="l" t="t" r="r" b="b"/>
                <a:pathLst>
                  <a:path w="883" h="973" extrusionOk="0">
                    <a:moveTo>
                      <a:pt x="355" y="1"/>
                    </a:moveTo>
                    <a:cubicBezTo>
                      <a:pt x="294" y="1"/>
                      <a:pt x="233" y="16"/>
                      <a:pt x="183" y="41"/>
                    </a:cubicBezTo>
                    <a:cubicBezTo>
                      <a:pt x="61" y="132"/>
                      <a:pt x="1" y="254"/>
                      <a:pt x="31" y="406"/>
                    </a:cubicBezTo>
                    <a:cubicBezTo>
                      <a:pt x="61" y="497"/>
                      <a:pt x="92" y="558"/>
                      <a:pt x="122" y="649"/>
                    </a:cubicBezTo>
                    <a:lnTo>
                      <a:pt x="213" y="801"/>
                    </a:lnTo>
                    <a:cubicBezTo>
                      <a:pt x="252" y="918"/>
                      <a:pt x="379" y="972"/>
                      <a:pt x="497" y="972"/>
                    </a:cubicBezTo>
                    <a:cubicBezTo>
                      <a:pt x="563" y="972"/>
                      <a:pt x="626" y="955"/>
                      <a:pt x="669" y="922"/>
                    </a:cubicBezTo>
                    <a:cubicBezTo>
                      <a:pt x="852" y="831"/>
                      <a:pt x="882" y="618"/>
                      <a:pt x="791" y="466"/>
                    </a:cubicBezTo>
                    <a:lnTo>
                      <a:pt x="821" y="466"/>
                    </a:lnTo>
                    <a:cubicBezTo>
                      <a:pt x="730" y="345"/>
                      <a:pt x="669" y="193"/>
                      <a:pt x="578" y="102"/>
                    </a:cubicBezTo>
                    <a:cubicBezTo>
                      <a:pt x="525" y="30"/>
                      <a:pt x="440" y="1"/>
                      <a:pt x="3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9"/>
              <p:cNvSpPr/>
              <p:nvPr/>
            </p:nvSpPr>
            <p:spPr>
              <a:xfrm>
                <a:off x="1239650" y="4373875"/>
                <a:ext cx="18275" cy="17500"/>
              </a:xfrm>
              <a:custGeom>
                <a:avLst/>
                <a:gdLst/>
                <a:ahLst/>
                <a:cxnLst/>
                <a:rect l="l" t="t" r="r" b="b"/>
                <a:pathLst>
                  <a:path w="731" h="700" extrusionOk="0">
                    <a:moveTo>
                      <a:pt x="235" y="1"/>
                    </a:moveTo>
                    <a:cubicBezTo>
                      <a:pt x="220" y="1"/>
                      <a:pt x="203" y="4"/>
                      <a:pt x="183" y="14"/>
                    </a:cubicBezTo>
                    <a:cubicBezTo>
                      <a:pt x="153" y="14"/>
                      <a:pt x="122" y="44"/>
                      <a:pt x="92" y="75"/>
                    </a:cubicBezTo>
                    <a:cubicBezTo>
                      <a:pt x="61" y="105"/>
                      <a:pt x="31" y="136"/>
                      <a:pt x="31" y="166"/>
                    </a:cubicBezTo>
                    <a:cubicBezTo>
                      <a:pt x="31" y="196"/>
                      <a:pt x="1" y="257"/>
                      <a:pt x="31" y="288"/>
                    </a:cubicBezTo>
                    <a:cubicBezTo>
                      <a:pt x="31" y="318"/>
                      <a:pt x="31" y="318"/>
                      <a:pt x="31" y="348"/>
                    </a:cubicBezTo>
                    <a:cubicBezTo>
                      <a:pt x="31" y="379"/>
                      <a:pt x="31" y="409"/>
                      <a:pt x="31" y="440"/>
                    </a:cubicBezTo>
                    <a:lnTo>
                      <a:pt x="92" y="531"/>
                    </a:lnTo>
                    <a:cubicBezTo>
                      <a:pt x="122" y="592"/>
                      <a:pt x="183" y="652"/>
                      <a:pt x="244" y="683"/>
                    </a:cubicBezTo>
                    <a:cubicBezTo>
                      <a:pt x="284" y="693"/>
                      <a:pt x="328" y="700"/>
                      <a:pt x="372" y="700"/>
                    </a:cubicBezTo>
                    <a:cubicBezTo>
                      <a:pt x="460" y="700"/>
                      <a:pt x="548" y="673"/>
                      <a:pt x="608" y="592"/>
                    </a:cubicBezTo>
                    <a:cubicBezTo>
                      <a:pt x="700" y="500"/>
                      <a:pt x="730" y="379"/>
                      <a:pt x="700" y="257"/>
                    </a:cubicBezTo>
                    <a:cubicBezTo>
                      <a:pt x="700" y="196"/>
                      <a:pt x="639" y="136"/>
                      <a:pt x="578" y="75"/>
                    </a:cubicBezTo>
                    <a:cubicBezTo>
                      <a:pt x="517" y="44"/>
                      <a:pt x="456" y="14"/>
                      <a:pt x="365" y="14"/>
                    </a:cubicBezTo>
                    <a:lnTo>
                      <a:pt x="304" y="14"/>
                    </a:lnTo>
                    <a:cubicBezTo>
                      <a:pt x="284" y="14"/>
                      <a:pt x="264" y="1"/>
                      <a:pt x="2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9"/>
              <p:cNvSpPr/>
              <p:nvPr/>
            </p:nvSpPr>
            <p:spPr>
              <a:xfrm>
                <a:off x="1235100" y="4293675"/>
                <a:ext cx="1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365" y="0"/>
                    </a:moveTo>
                    <a:cubicBezTo>
                      <a:pt x="0" y="0"/>
                      <a:pt x="0" y="547"/>
                      <a:pt x="365" y="547"/>
                    </a:cubicBezTo>
                    <a:cubicBezTo>
                      <a:pt x="730" y="547"/>
                      <a:pt x="730" y="0"/>
                      <a:pt x="3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9"/>
              <p:cNvSpPr/>
              <p:nvPr/>
            </p:nvSpPr>
            <p:spPr>
              <a:xfrm>
                <a:off x="1268525" y="4340775"/>
                <a:ext cx="251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791" extrusionOk="0">
                    <a:moveTo>
                      <a:pt x="487" y="1"/>
                    </a:moveTo>
                    <a:cubicBezTo>
                      <a:pt x="1" y="1"/>
                      <a:pt x="1" y="791"/>
                      <a:pt x="487" y="791"/>
                    </a:cubicBezTo>
                    <a:cubicBezTo>
                      <a:pt x="1004" y="791"/>
                      <a:pt x="1004" y="1"/>
                      <a:pt x="4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9"/>
              <p:cNvSpPr/>
              <p:nvPr/>
            </p:nvSpPr>
            <p:spPr>
              <a:xfrm>
                <a:off x="1162150" y="4359775"/>
                <a:ext cx="22050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882" h="731" extrusionOk="0">
                    <a:moveTo>
                      <a:pt x="365" y="1"/>
                    </a:moveTo>
                    <a:cubicBezTo>
                      <a:pt x="274" y="1"/>
                      <a:pt x="183" y="61"/>
                      <a:pt x="122" y="122"/>
                    </a:cubicBezTo>
                    <a:cubicBezTo>
                      <a:pt x="61" y="183"/>
                      <a:pt x="0" y="274"/>
                      <a:pt x="0" y="365"/>
                    </a:cubicBezTo>
                    <a:cubicBezTo>
                      <a:pt x="31" y="456"/>
                      <a:pt x="61" y="578"/>
                      <a:pt x="122" y="639"/>
                    </a:cubicBezTo>
                    <a:cubicBezTo>
                      <a:pt x="183" y="700"/>
                      <a:pt x="274" y="730"/>
                      <a:pt x="365" y="730"/>
                    </a:cubicBezTo>
                    <a:cubicBezTo>
                      <a:pt x="487" y="730"/>
                      <a:pt x="608" y="730"/>
                      <a:pt x="699" y="669"/>
                    </a:cubicBezTo>
                    <a:cubicBezTo>
                      <a:pt x="760" y="639"/>
                      <a:pt x="790" y="608"/>
                      <a:pt x="821" y="548"/>
                    </a:cubicBezTo>
                    <a:cubicBezTo>
                      <a:pt x="851" y="487"/>
                      <a:pt x="882" y="426"/>
                      <a:pt x="882" y="365"/>
                    </a:cubicBezTo>
                    <a:cubicBezTo>
                      <a:pt x="882" y="305"/>
                      <a:pt x="851" y="244"/>
                      <a:pt x="821" y="213"/>
                    </a:cubicBezTo>
                    <a:cubicBezTo>
                      <a:pt x="790" y="153"/>
                      <a:pt x="760" y="122"/>
                      <a:pt x="699" y="92"/>
                    </a:cubicBezTo>
                    <a:cubicBezTo>
                      <a:pt x="608" y="31"/>
                      <a:pt x="487" y="3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9"/>
              <p:cNvSpPr/>
              <p:nvPr/>
            </p:nvSpPr>
            <p:spPr>
              <a:xfrm>
                <a:off x="1117300" y="4402325"/>
                <a:ext cx="2662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217" extrusionOk="0">
                    <a:moveTo>
                      <a:pt x="518" y="1"/>
                    </a:moveTo>
                    <a:cubicBezTo>
                      <a:pt x="396" y="1"/>
                      <a:pt x="244" y="62"/>
                      <a:pt x="153" y="153"/>
                    </a:cubicBezTo>
                    <a:lnTo>
                      <a:pt x="92" y="274"/>
                    </a:lnTo>
                    <a:cubicBezTo>
                      <a:pt x="31" y="335"/>
                      <a:pt x="31" y="426"/>
                      <a:pt x="1" y="517"/>
                    </a:cubicBezTo>
                    <a:lnTo>
                      <a:pt x="1" y="669"/>
                    </a:lnTo>
                    <a:cubicBezTo>
                      <a:pt x="1" y="761"/>
                      <a:pt x="31" y="821"/>
                      <a:pt x="62" y="882"/>
                    </a:cubicBezTo>
                    <a:cubicBezTo>
                      <a:pt x="62" y="943"/>
                      <a:pt x="122" y="1004"/>
                      <a:pt x="153" y="1065"/>
                    </a:cubicBezTo>
                    <a:cubicBezTo>
                      <a:pt x="214" y="1095"/>
                      <a:pt x="274" y="1125"/>
                      <a:pt x="335" y="1156"/>
                    </a:cubicBezTo>
                    <a:cubicBezTo>
                      <a:pt x="396" y="1186"/>
                      <a:pt x="457" y="1217"/>
                      <a:pt x="548" y="1217"/>
                    </a:cubicBezTo>
                    <a:cubicBezTo>
                      <a:pt x="670" y="1217"/>
                      <a:pt x="822" y="1156"/>
                      <a:pt x="913" y="1065"/>
                    </a:cubicBezTo>
                    <a:cubicBezTo>
                      <a:pt x="1004" y="943"/>
                      <a:pt x="1065" y="821"/>
                      <a:pt x="1065" y="669"/>
                    </a:cubicBezTo>
                    <a:lnTo>
                      <a:pt x="1034" y="517"/>
                    </a:lnTo>
                    <a:cubicBezTo>
                      <a:pt x="1034" y="396"/>
                      <a:pt x="1004" y="244"/>
                      <a:pt x="882" y="153"/>
                    </a:cubicBezTo>
                    <a:cubicBezTo>
                      <a:pt x="852" y="122"/>
                      <a:pt x="791" y="62"/>
                      <a:pt x="730" y="62"/>
                    </a:cubicBezTo>
                    <a:cubicBezTo>
                      <a:pt x="670" y="31"/>
                      <a:pt x="609" y="1"/>
                      <a:pt x="5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9"/>
              <p:cNvSpPr/>
              <p:nvPr/>
            </p:nvSpPr>
            <p:spPr>
              <a:xfrm>
                <a:off x="1246500" y="4413725"/>
                <a:ext cx="13700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427" extrusionOk="0">
                    <a:moveTo>
                      <a:pt x="274" y="1"/>
                    </a:moveTo>
                    <a:cubicBezTo>
                      <a:pt x="0" y="1"/>
                      <a:pt x="0" y="426"/>
                      <a:pt x="274" y="426"/>
                    </a:cubicBezTo>
                    <a:cubicBezTo>
                      <a:pt x="547" y="426"/>
                      <a:pt x="547" y="1"/>
                      <a:pt x="2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9"/>
              <p:cNvSpPr/>
              <p:nvPr/>
            </p:nvSpPr>
            <p:spPr>
              <a:xfrm>
                <a:off x="1307275" y="4412975"/>
                <a:ext cx="1980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821" extrusionOk="0">
                    <a:moveTo>
                      <a:pt x="396" y="0"/>
                    </a:moveTo>
                    <a:lnTo>
                      <a:pt x="335" y="31"/>
                    </a:lnTo>
                    <a:cubicBezTo>
                      <a:pt x="274" y="31"/>
                      <a:pt x="244" y="61"/>
                      <a:pt x="183" y="91"/>
                    </a:cubicBezTo>
                    <a:cubicBezTo>
                      <a:pt x="153" y="122"/>
                      <a:pt x="122" y="183"/>
                      <a:pt x="92" y="243"/>
                    </a:cubicBezTo>
                    <a:cubicBezTo>
                      <a:pt x="1" y="365"/>
                      <a:pt x="31" y="517"/>
                      <a:pt x="92" y="608"/>
                    </a:cubicBezTo>
                    <a:cubicBezTo>
                      <a:pt x="153" y="730"/>
                      <a:pt x="274" y="821"/>
                      <a:pt x="396" y="821"/>
                    </a:cubicBezTo>
                    <a:cubicBezTo>
                      <a:pt x="548" y="821"/>
                      <a:pt x="669" y="730"/>
                      <a:pt x="730" y="608"/>
                    </a:cubicBezTo>
                    <a:cubicBezTo>
                      <a:pt x="791" y="517"/>
                      <a:pt x="791" y="365"/>
                      <a:pt x="730" y="243"/>
                    </a:cubicBezTo>
                    <a:cubicBezTo>
                      <a:pt x="700" y="183"/>
                      <a:pt x="669" y="152"/>
                      <a:pt x="609" y="91"/>
                    </a:cubicBezTo>
                    <a:cubicBezTo>
                      <a:pt x="548" y="61"/>
                      <a:pt x="487" y="0"/>
                      <a:pt x="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9"/>
              <p:cNvSpPr/>
              <p:nvPr/>
            </p:nvSpPr>
            <p:spPr>
              <a:xfrm>
                <a:off x="1170500" y="4397775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6" y="0"/>
                    </a:moveTo>
                    <a:cubicBezTo>
                      <a:pt x="1" y="0"/>
                      <a:pt x="1" y="639"/>
                      <a:pt x="396" y="639"/>
                    </a:cubicBezTo>
                    <a:cubicBezTo>
                      <a:pt x="821" y="639"/>
                      <a:pt x="821" y="0"/>
                      <a:pt x="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9"/>
              <p:cNvSpPr/>
              <p:nvPr/>
            </p:nvSpPr>
            <p:spPr>
              <a:xfrm>
                <a:off x="1332350" y="4273625"/>
                <a:ext cx="21300" cy="180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23" extrusionOk="0">
                    <a:moveTo>
                      <a:pt x="491" y="0"/>
                    </a:moveTo>
                    <a:cubicBezTo>
                      <a:pt x="459" y="0"/>
                      <a:pt x="426" y="4"/>
                      <a:pt x="396" y="12"/>
                    </a:cubicBezTo>
                    <a:lnTo>
                      <a:pt x="305" y="12"/>
                    </a:lnTo>
                    <a:cubicBezTo>
                      <a:pt x="305" y="12"/>
                      <a:pt x="274" y="42"/>
                      <a:pt x="274" y="42"/>
                    </a:cubicBezTo>
                    <a:cubicBezTo>
                      <a:pt x="214" y="42"/>
                      <a:pt x="153" y="73"/>
                      <a:pt x="122" y="133"/>
                    </a:cubicBezTo>
                    <a:cubicBezTo>
                      <a:pt x="92" y="133"/>
                      <a:pt x="92" y="164"/>
                      <a:pt x="62" y="194"/>
                    </a:cubicBezTo>
                    <a:cubicBezTo>
                      <a:pt x="1" y="285"/>
                      <a:pt x="1" y="437"/>
                      <a:pt x="62" y="529"/>
                    </a:cubicBezTo>
                    <a:cubicBezTo>
                      <a:pt x="92" y="559"/>
                      <a:pt x="92" y="559"/>
                      <a:pt x="122" y="589"/>
                    </a:cubicBezTo>
                    <a:cubicBezTo>
                      <a:pt x="153" y="620"/>
                      <a:pt x="214" y="650"/>
                      <a:pt x="274" y="681"/>
                    </a:cubicBezTo>
                    <a:lnTo>
                      <a:pt x="305" y="681"/>
                    </a:lnTo>
                    <a:lnTo>
                      <a:pt x="396" y="711"/>
                    </a:lnTo>
                    <a:cubicBezTo>
                      <a:pt x="426" y="719"/>
                      <a:pt x="459" y="722"/>
                      <a:pt x="491" y="722"/>
                    </a:cubicBezTo>
                    <a:cubicBezTo>
                      <a:pt x="590" y="722"/>
                      <a:pt x="692" y="688"/>
                      <a:pt x="761" y="620"/>
                    </a:cubicBezTo>
                    <a:cubicBezTo>
                      <a:pt x="821" y="559"/>
                      <a:pt x="852" y="468"/>
                      <a:pt x="852" y="346"/>
                    </a:cubicBezTo>
                    <a:cubicBezTo>
                      <a:pt x="852" y="255"/>
                      <a:pt x="821" y="164"/>
                      <a:pt x="761" y="103"/>
                    </a:cubicBezTo>
                    <a:cubicBezTo>
                      <a:pt x="692" y="35"/>
                      <a:pt x="590" y="0"/>
                      <a:pt x="4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9"/>
              <p:cNvSpPr/>
              <p:nvPr/>
            </p:nvSpPr>
            <p:spPr>
              <a:xfrm>
                <a:off x="1464575" y="4210850"/>
                <a:ext cx="1597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08" extrusionOk="0">
                    <a:moveTo>
                      <a:pt x="433" y="52"/>
                    </a:moveTo>
                    <a:cubicBezTo>
                      <a:pt x="438" y="52"/>
                      <a:pt x="446" y="56"/>
                      <a:pt x="453" y="61"/>
                    </a:cubicBezTo>
                    <a:lnTo>
                      <a:pt x="426" y="61"/>
                    </a:lnTo>
                    <a:cubicBezTo>
                      <a:pt x="426" y="54"/>
                      <a:pt x="429" y="52"/>
                      <a:pt x="433" y="52"/>
                    </a:cubicBezTo>
                    <a:close/>
                    <a:moveTo>
                      <a:pt x="305" y="0"/>
                    </a:moveTo>
                    <a:cubicBezTo>
                      <a:pt x="274" y="0"/>
                      <a:pt x="213" y="0"/>
                      <a:pt x="183" y="61"/>
                    </a:cubicBezTo>
                    <a:cubicBezTo>
                      <a:pt x="61" y="122"/>
                      <a:pt x="1" y="274"/>
                      <a:pt x="31" y="395"/>
                    </a:cubicBezTo>
                    <a:cubicBezTo>
                      <a:pt x="61" y="517"/>
                      <a:pt x="183" y="608"/>
                      <a:pt x="305" y="608"/>
                    </a:cubicBezTo>
                    <a:cubicBezTo>
                      <a:pt x="426" y="608"/>
                      <a:pt x="548" y="547"/>
                      <a:pt x="578" y="426"/>
                    </a:cubicBezTo>
                    <a:cubicBezTo>
                      <a:pt x="639" y="304"/>
                      <a:pt x="578" y="152"/>
                      <a:pt x="457" y="61"/>
                    </a:cubicBezTo>
                    <a:cubicBezTo>
                      <a:pt x="426" y="30"/>
                      <a:pt x="365" y="0"/>
                      <a:pt x="3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9"/>
              <p:cNvSpPr/>
              <p:nvPr/>
            </p:nvSpPr>
            <p:spPr>
              <a:xfrm>
                <a:off x="1466850" y="4112050"/>
                <a:ext cx="198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1" extrusionOk="0">
                    <a:moveTo>
                      <a:pt x="396" y="1"/>
                    </a:moveTo>
                    <a:cubicBezTo>
                      <a:pt x="335" y="1"/>
                      <a:pt x="274" y="31"/>
                      <a:pt x="214" y="92"/>
                    </a:cubicBezTo>
                    <a:cubicBezTo>
                      <a:pt x="153" y="122"/>
                      <a:pt x="122" y="183"/>
                      <a:pt x="92" y="244"/>
                    </a:cubicBezTo>
                    <a:cubicBezTo>
                      <a:pt x="31" y="365"/>
                      <a:pt x="1" y="517"/>
                      <a:pt x="92" y="609"/>
                    </a:cubicBezTo>
                    <a:cubicBezTo>
                      <a:pt x="153" y="730"/>
                      <a:pt x="274" y="791"/>
                      <a:pt x="396" y="791"/>
                    </a:cubicBezTo>
                    <a:cubicBezTo>
                      <a:pt x="548" y="791"/>
                      <a:pt x="670" y="730"/>
                      <a:pt x="730" y="609"/>
                    </a:cubicBezTo>
                    <a:cubicBezTo>
                      <a:pt x="791" y="517"/>
                      <a:pt x="791" y="365"/>
                      <a:pt x="730" y="244"/>
                    </a:cubicBezTo>
                    <a:cubicBezTo>
                      <a:pt x="700" y="183"/>
                      <a:pt x="670" y="122"/>
                      <a:pt x="609" y="92"/>
                    </a:cubicBezTo>
                    <a:cubicBezTo>
                      <a:pt x="548" y="31"/>
                      <a:pt x="487" y="1"/>
                      <a:pt x="3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9"/>
              <p:cNvSpPr/>
              <p:nvPr/>
            </p:nvSpPr>
            <p:spPr>
              <a:xfrm>
                <a:off x="1364275" y="4180450"/>
                <a:ext cx="6100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65" extrusionOk="0">
                    <a:moveTo>
                      <a:pt x="122" y="0"/>
                    </a:moveTo>
                    <a:cubicBezTo>
                      <a:pt x="61" y="0"/>
                      <a:pt x="31" y="61"/>
                      <a:pt x="31" y="122"/>
                    </a:cubicBezTo>
                    <a:cubicBezTo>
                      <a:pt x="31" y="152"/>
                      <a:pt x="31" y="213"/>
                      <a:pt x="0" y="243"/>
                    </a:cubicBezTo>
                    <a:cubicBezTo>
                      <a:pt x="0" y="304"/>
                      <a:pt x="61" y="365"/>
                      <a:pt x="122" y="365"/>
                    </a:cubicBezTo>
                    <a:cubicBezTo>
                      <a:pt x="183" y="365"/>
                      <a:pt x="244" y="304"/>
                      <a:pt x="244" y="243"/>
                    </a:cubicBezTo>
                    <a:lnTo>
                      <a:pt x="244" y="122"/>
                    </a:lnTo>
                    <a:cubicBezTo>
                      <a:pt x="213" y="61"/>
                      <a:pt x="213" y="0"/>
                      <a:pt x="1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9"/>
              <p:cNvSpPr/>
              <p:nvPr/>
            </p:nvSpPr>
            <p:spPr>
              <a:xfrm>
                <a:off x="1332350" y="4094200"/>
                <a:ext cx="16000" cy="17875"/>
              </a:xfrm>
              <a:custGeom>
                <a:avLst/>
                <a:gdLst/>
                <a:ahLst/>
                <a:cxnLst/>
                <a:rect l="l" t="t" r="r" b="b"/>
                <a:pathLst>
                  <a:path w="640" h="715" extrusionOk="0">
                    <a:moveTo>
                      <a:pt x="320" y="0"/>
                    </a:moveTo>
                    <a:cubicBezTo>
                      <a:pt x="229" y="0"/>
                      <a:pt x="138" y="46"/>
                      <a:pt x="92" y="137"/>
                    </a:cubicBezTo>
                    <a:cubicBezTo>
                      <a:pt x="62" y="198"/>
                      <a:pt x="31" y="259"/>
                      <a:pt x="31" y="350"/>
                    </a:cubicBezTo>
                    <a:cubicBezTo>
                      <a:pt x="1" y="441"/>
                      <a:pt x="1" y="563"/>
                      <a:pt x="92" y="623"/>
                    </a:cubicBezTo>
                    <a:cubicBezTo>
                      <a:pt x="153" y="684"/>
                      <a:pt x="214" y="715"/>
                      <a:pt x="305" y="715"/>
                    </a:cubicBezTo>
                    <a:cubicBezTo>
                      <a:pt x="396" y="715"/>
                      <a:pt x="487" y="684"/>
                      <a:pt x="518" y="623"/>
                    </a:cubicBezTo>
                    <a:cubicBezTo>
                      <a:pt x="609" y="563"/>
                      <a:pt x="639" y="441"/>
                      <a:pt x="609" y="350"/>
                    </a:cubicBezTo>
                    <a:cubicBezTo>
                      <a:pt x="609" y="259"/>
                      <a:pt x="578" y="198"/>
                      <a:pt x="548" y="137"/>
                    </a:cubicBezTo>
                    <a:cubicBezTo>
                      <a:pt x="502" y="46"/>
                      <a:pt x="411" y="0"/>
                      <a:pt x="3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9"/>
              <p:cNvSpPr/>
              <p:nvPr/>
            </p:nvSpPr>
            <p:spPr>
              <a:xfrm>
                <a:off x="1436475" y="4036825"/>
                <a:ext cx="1825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70" extrusionOk="0">
                    <a:moveTo>
                      <a:pt x="395" y="0"/>
                    </a:moveTo>
                    <a:cubicBezTo>
                      <a:pt x="274" y="0"/>
                      <a:pt x="152" y="31"/>
                      <a:pt x="91" y="152"/>
                    </a:cubicBezTo>
                    <a:cubicBezTo>
                      <a:pt x="0" y="244"/>
                      <a:pt x="0" y="365"/>
                      <a:pt x="30" y="487"/>
                    </a:cubicBezTo>
                    <a:cubicBezTo>
                      <a:pt x="91" y="578"/>
                      <a:pt x="182" y="669"/>
                      <a:pt x="304" y="669"/>
                    </a:cubicBezTo>
                    <a:lnTo>
                      <a:pt x="486" y="669"/>
                    </a:lnTo>
                    <a:cubicBezTo>
                      <a:pt x="547" y="639"/>
                      <a:pt x="608" y="578"/>
                      <a:pt x="638" y="517"/>
                    </a:cubicBezTo>
                    <a:cubicBezTo>
                      <a:pt x="638" y="487"/>
                      <a:pt x="669" y="456"/>
                      <a:pt x="669" y="426"/>
                    </a:cubicBezTo>
                    <a:cubicBezTo>
                      <a:pt x="730" y="396"/>
                      <a:pt x="730" y="304"/>
                      <a:pt x="669" y="244"/>
                    </a:cubicBezTo>
                    <a:cubicBezTo>
                      <a:pt x="669" y="244"/>
                      <a:pt x="669" y="213"/>
                      <a:pt x="638" y="213"/>
                    </a:cubicBezTo>
                    <a:cubicBezTo>
                      <a:pt x="608" y="92"/>
                      <a:pt x="517" y="31"/>
                      <a:pt x="3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9"/>
              <p:cNvSpPr/>
              <p:nvPr/>
            </p:nvSpPr>
            <p:spPr>
              <a:xfrm>
                <a:off x="1380225" y="4238200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6" y="0"/>
                    </a:moveTo>
                    <a:cubicBezTo>
                      <a:pt x="1" y="0"/>
                      <a:pt x="1" y="639"/>
                      <a:pt x="396" y="639"/>
                    </a:cubicBezTo>
                    <a:cubicBezTo>
                      <a:pt x="821" y="639"/>
                      <a:pt x="821" y="0"/>
                      <a:pt x="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9"/>
              <p:cNvSpPr/>
              <p:nvPr/>
            </p:nvSpPr>
            <p:spPr>
              <a:xfrm>
                <a:off x="1239650" y="4210850"/>
                <a:ext cx="1902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8" extrusionOk="0">
                    <a:moveTo>
                      <a:pt x="365" y="0"/>
                    </a:moveTo>
                    <a:cubicBezTo>
                      <a:pt x="1" y="0"/>
                      <a:pt x="1" y="608"/>
                      <a:pt x="365" y="608"/>
                    </a:cubicBezTo>
                    <a:cubicBezTo>
                      <a:pt x="760" y="608"/>
                      <a:pt x="760" y="0"/>
                      <a:pt x="3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9"/>
              <p:cNvSpPr/>
              <p:nvPr/>
            </p:nvSpPr>
            <p:spPr>
              <a:xfrm>
                <a:off x="1238125" y="4104450"/>
                <a:ext cx="1220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396" extrusionOk="0">
                    <a:moveTo>
                      <a:pt x="244" y="1"/>
                    </a:moveTo>
                    <a:cubicBezTo>
                      <a:pt x="1" y="1"/>
                      <a:pt x="1" y="396"/>
                      <a:pt x="244" y="396"/>
                    </a:cubicBezTo>
                    <a:cubicBezTo>
                      <a:pt x="487" y="396"/>
                      <a:pt x="487" y="1"/>
                      <a:pt x="2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9"/>
              <p:cNvSpPr/>
              <p:nvPr/>
            </p:nvSpPr>
            <p:spPr>
              <a:xfrm>
                <a:off x="1130975" y="4248075"/>
                <a:ext cx="17525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548" extrusionOk="0">
                    <a:moveTo>
                      <a:pt x="335" y="0"/>
                    </a:moveTo>
                    <a:cubicBezTo>
                      <a:pt x="1" y="0"/>
                      <a:pt x="1" y="548"/>
                      <a:pt x="335" y="548"/>
                    </a:cubicBezTo>
                    <a:cubicBezTo>
                      <a:pt x="700" y="548"/>
                      <a:pt x="700" y="0"/>
                      <a:pt x="3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9"/>
              <p:cNvSpPr/>
              <p:nvPr/>
            </p:nvSpPr>
            <p:spPr>
              <a:xfrm>
                <a:off x="1232800" y="4240475"/>
                <a:ext cx="137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426" extrusionOk="0">
                    <a:moveTo>
                      <a:pt x="275" y="0"/>
                    </a:moveTo>
                    <a:cubicBezTo>
                      <a:pt x="1" y="0"/>
                      <a:pt x="1" y="426"/>
                      <a:pt x="275" y="426"/>
                    </a:cubicBezTo>
                    <a:cubicBezTo>
                      <a:pt x="548" y="426"/>
                      <a:pt x="548" y="0"/>
                      <a:pt x="27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9"/>
              <p:cNvSpPr/>
              <p:nvPr/>
            </p:nvSpPr>
            <p:spPr>
              <a:xfrm>
                <a:off x="1152275" y="42974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0"/>
                    </a:moveTo>
                    <a:cubicBezTo>
                      <a:pt x="0" y="0"/>
                      <a:pt x="0" y="608"/>
                      <a:pt x="395" y="608"/>
                    </a:cubicBezTo>
                    <a:cubicBezTo>
                      <a:pt x="790" y="608"/>
                      <a:pt x="790" y="0"/>
                      <a:pt x="3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9"/>
              <p:cNvSpPr/>
              <p:nvPr/>
            </p:nvSpPr>
            <p:spPr>
              <a:xfrm>
                <a:off x="1052725" y="4302775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60" y="578"/>
                      <a:pt x="760" y="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9"/>
              <p:cNvSpPr/>
              <p:nvPr/>
            </p:nvSpPr>
            <p:spPr>
              <a:xfrm>
                <a:off x="1102100" y="4360975"/>
                <a:ext cx="18275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45" extrusionOk="0">
                    <a:moveTo>
                      <a:pt x="425" y="1"/>
                    </a:moveTo>
                    <a:cubicBezTo>
                      <a:pt x="404" y="1"/>
                      <a:pt x="383" y="4"/>
                      <a:pt x="366" y="13"/>
                    </a:cubicBezTo>
                    <a:cubicBezTo>
                      <a:pt x="305" y="13"/>
                      <a:pt x="214" y="44"/>
                      <a:pt x="183" y="105"/>
                    </a:cubicBezTo>
                    <a:lnTo>
                      <a:pt x="122" y="165"/>
                    </a:lnTo>
                    <a:cubicBezTo>
                      <a:pt x="1" y="226"/>
                      <a:pt x="1" y="408"/>
                      <a:pt x="122" y="500"/>
                    </a:cubicBezTo>
                    <a:cubicBezTo>
                      <a:pt x="153" y="500"/>
                      <a:pt x="153" y="500"/>
                      <a:pt x="183" y="530"/>
                    </a:cubicBezTo>
                    <a:lnTo>
                      <a:pt x="122" y="500"/>
                    </a:lnTo>
                    <a:lnTo>
                      <a:pt x="183" y="560"/>
                    </a:lnTo>
                    <a:lnTo>
                      <a:pt x="244" y="591"/>
                    </a:lnTo>
                    <a:lnTo>
                      <a:pt x="335" y="621"/>
                    </a:lnTo>
                    <a:cubicBezTo>
                      <a:pt x="366" y="636"/>
                      <a:pt x="396" y="644"/>
                      <a:pt x="426" y="644"/>
                    </a:cubicBezTo>
                    <a:cubicBezTo>
                      <a:pt x="457" y="644"/>
                      <a:pt x="487" y="636"/>
                      <a:pt x="518" y="621"/>
                    </a:cubicBezTo>
                    <a:cubicBezTo>
                      <a:pt x="639" y="560"/>
                      <a:pt x="730" y="439"/>
                      <a:pt x="730" y="317"/>
                    </a:cubicBezTo>
                    <a:cubicBezTo>
                      <a:pt x="730" y="226"/>
                      <a:pt x="670" y="105"/>
                      <a:pt x="578" y="44"/>
                    </a:cubicBezTo>
                    <a:cubicBezTo>
                      <a:pt x="535" y="22"/>
                      <a:pt x="477" y="1"/>
                      <a:pt x="4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9"/>
              <p:cNvSpPr/>
              <p:nvPr/>
            </p:nvSpPr>
            <p:spPr>
              <a:xfrm>
                <a:off x="1041325" y="4397900"/>
                <a:ext cx="16725" cy="153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612" extrusionOk="0">
                    <a:moveTo>
                      <a:pt x="279" y="1"/>
                    </a:moveTo>
                    <a:cubicBezTo>
                      <a:pt x="205" y="1"/>
                      <a:pt x="126" y="44"/>
                      <a:pt x="61" y="87"/>
                    </a:cubicBezTo>
                    <a:cubicBezTo>
                      <a:pt x="31" y="147"/>
                      <a:pt x="0" y="208"/>
                      <a:pt x="0" y="299"/>
                    </a:cubicBezTo>
                    <a:cubicBezTo>
                      <a:pt x="0" y="390"/>
                      <a:pt x="31" y="451"/>
                      <a:pt x="61" y="512"/>
                    </a:cubicBezTo>
                    <a:cubicBezTo>
                      <a:pt x="136" y="562"/>
                      <a:pt x="230" y="611"/>
                      <a:pt x="312" y="611"/>
                    </a:cubicBezTo>
                    <a:cubicBezTo>
                      <a:pt x="331" y="611"/>
                      <a:pt x="348" y="609"/>
                      <a:pt x="365" y="603"/>
                    </a:cubicBezTo>
                    <a:lnTo>
                      <a:pt x="487" y="542"/>
                    </a:lnTo>
                    <a:cubicBezTo>
                      <a:pt x="547" y="512"/>
                      <a:pt x="578" y="512"/>
                      <a:pt x="608" y="451"/>
                    </a:cubicBezTo>
                    <a:cubicBezTo>
                      <a:pt x="639" y="421"/>
                      <a:pt x="669" y="360"/>
                      <a:pt x="669" y="299"/>
                    </a:cubicBezTo>
                    <a:cubicBezTo>
                      <a:pt x="669" y="269"/>
                      <a:pt x="669" y="208"/>
                      <a:pt x="639" y="178"/>
                    </a:cubicBezTo>
                    <a:cubicBezTo>
                      <a:pt x="608" y="117"/>
                      <a:pt x="547" y="87"/>
                      <a:pt x="487" y="56"/>
                    </a:cubicBezTo>
                    <a:lnTo>
                      <a:pt x="365" y="26"/>
                    </a:lnTo>
                    <a:cubicBezTo>
                      <a:pt x="338" y="8"/>
                      <a:pt x="309" y="1"/>
                      <a:pt x="2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9"/>
              <p:cNvSpPr/>
              <p:nvPr/>
            </p:nvSpPr>
            <p:spPr>
              <a:xfrm>
                <a:off x="1077025" y="4421325"/>
                <a:ext cx="612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183" extrusionOk="0">
                    <a:moveTo>
                      <a:pt x="122" y="1"/>
                    </a:moveTo>
                    <a:cubicBezTo>
                      <a:pt x="1" y="1"/>
                      <a:pt x="1" y="183"/>
                      <a:pt x="122" y="183"/>
                    </a:cubicBezTo>
                    <a:cubicBezTo>
                      <a:pt x="244" y="183"/>
                      <a:pt x="244" y="1"/>
                      <a:pt x="1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9"/>
              <p:cNvSpPr/>
              <p:nvPr/>
            </p:nvSpPr>
            <p:spPr>
              <a:xfrm>
                <a:off x="1198625" y="4435000"/>
                <a:ext cx="1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365" y="1"/>
                    </a:moveTo>
                    <a:cubicBezTo>
                      <a:pt x="0" y="1"/>
                      <a:pt x="0" y="548"/>
                      <a:pt x="365" y="548"/>
                    </a:cubicBezTo>
                    <a:cubicBezTo>
                      <a:pt x="730" y="548"/>
                      <a:pt x="730" y="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9"/>
              <p:cNvSpPr/>
              <p:nvPr/>
            </p:nvSpPr>
            <p:spPr>
              <a:xfrm>
                <a:off x="1455450" y="4427400"/>
                <a:ext cx="15225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457" extrusionOk="0">
                    <a:moveTo>
                      <a:pt x="305" y="1"/>
                    </a:moveTo>
                    <a:cubicBezTo>
                      <a:pt x="1" y="1"/>
                      <a:pt x="1" y="457"/>
                      <a:pt x="305" y="457"/>
                    </a:cubicBezTo>
                    <a:cubicBezTo>
                      <a:pt x="609" y="457"/>
                      <a:pt x="609" y="1"/>
                      <a:pt x="3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9"/>
              <p:cNvSpPr/>
              <p:nvPr/>
            </p:nvSpPr>
            <p:spPr>
              <a:xfrm>
                <a:off x="1594525" y="4429675"/>
                <a:ext cx="205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0" extrusionOk="0">
                    <a:moveTo>
                      <a:pt x="395" y="1"/>
                    </a:moveTo>
                    <a:cubicBezTo>
                      <a:pt x="0" y="1"/>
                      <a:pt x="0" y="639"/>
                      <a:pt x="395" y="639"/>
                    </a:cubicBezTo>
                    <a:cubicBezTo>
                      <a:pt x="821" y="639"/>
                      <a:pt x="821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9"/>
              <p:cNvSpPr/>
              <p:nvPr/>
            </p:nvSpPr>
            <p:spPr>
              <a:xfrm>
                <a:off x="1768525" y="4433475"/>
                <a:ext cx="21325" cy="1772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709" extrusionOk="0">
                    <a:moveTo>
                      <a:pt x="366" y="1"/>
                    </a:moveTo>
                    <a:cubicBezTo>
                      <a:pt x="275" y="1"/>
                      <a:pt x="183" y="31"/>
                      <a:pt x="123" y="92"/>
                    </a:cubicBezTo>
                    <a:cubicBezTo>
                      <a:pt x="62" y="153"/>
                      <a:pt x="1" y="274"/>
                      <a:pt x="1" y="366"/>
                    </a:cubicBezTo>
                    <a:cubicBezTo>
                      <a:pt x="31" y="457"/>
                      <a:pt x="62" y="548"/>
                      <a:pt x="123" y="609"/>
                    </a:cubicBezTo>
                    <a:cubicBezTo>
                      <a:pt x="172" y="658"/>
                      <a:pt x="242" y="708"/>
                      <a:pt x="316" y="708"/>
                    </a:cubicBezTo>
                    <a:cubicBezTo>
                      <a:pt x="332" y="708"/>
                      <a:pt x="349" y="706"/>
                      <a:pt x="366" y="700"/>
                    </a:cubicBezTo>
                    <a:lnTo>
                      <a:pt x="487" y="700"/>
                    </a:lnTo>
                    <a:cubicBezTo>
                      <a:pt x="609" y="700"/>
                      <a:pt x="670" y="670"/>
                      <a:pt x="761" y="609"/>
                    </a:cubicBezTo>
                    <a:cubicBezTo>
                      <a:pt x="822" y="548"/>
                      <a:pt x="852" y="426"/>
                      <a:pt x="852" y="335"/>
                    </a:cubicBezTo>
                    <a:cubicBezTo>
                      <a:pt x="852" y="274"/>
                      <a:pt x="822" y="153"/>
                      <a:pt x="761" y="92"/>
                    </a:cubicBezTo>
                    <a:cubicBezTo>
                      <a:pt x="670" y="31"/>
                      <a:pt x="609" y="1"/>
                      <a:pt x="4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9"/>
              <p:cNvSpPr/>
              <p:nvPr/>
            </p:nvSpPr>
            <p:spPr>
              <a:xfrm>
                <a:off x="1961550" y="4438425"/>
                <a:ext cx="182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39" extrusionOk="0">
                    <a:moveTo>
                      <a:pt x="308" y="1"/>
                    </a:moveTo>
                    <a:cubicBezTo>
                      <a:pt x="251" y="1"/>
                      <a:pt x="198" y="16"/>
                      <a:pt x="152" y="46"/>
                    </a:cubicBezTo>
                    <a:cubicBezTo>
                      <a:pt x="61" y="107"/>
                      <a:pt x="0" y="228"/>
                      <a:pt x="0" y="320"/>
                    </a:cubicBezTo>
                    <a:cubicBezTo>
                      <a:pt x="0" y="441"/>
                      <a:pt x="61" y="563"/>
                      <a:pt x="152" y="593"/>
                    </a:cubicBezTo>
                    <a:cubicBezTo>
                      <a:pt x="198" y="624"/>
                      <a:pt x="251" y="639"/>
                      <a:pt x="308" y="639"/>
                    </a:cubicBezTo>
                    <a:cubicBezTo>
                      <a:pt x="365" y="639"/>
                      <a:pt x="426" y="624"/>
                      <a:pt x="487" y="593"/>
                    </a:cubicBezTo>
                    <a:cubicBezTo>
                      <a:pt x="487" y="593"/>
                      <a:pt x="517" y="593"/>
                      <a:pt x="548" y="563"/>
                    </a:cubicBezTo>
                    <a:cubicBezTo>
                      <a:pt x="730" y="472"/>
                      <a:pt x="730" y="198"/>
                      <a:pt x="548" y="76"/>
                    </a:cubicBezTo>
                    <a:cubicBezTo>
                      <a:pt x="517" y="76"/>
                      <a:pt x="487" y="76"/>
                      <a:pt x="487" y="46"/>
                    </a:cubicBezTo>
                    <a:cubicBezTo>
                      <a:pt x="426" y="16"/>
                      <a:pt x="365" y="1"/>
                      <a:pt x="3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9"/>
              <p:cNvSpPr/>
              <p:nvPr/>
            </p:nvSpPr>
            <p:spPr>
              <a:xfrm>
                <a:off x="1988900" y="4250350"/>
                <a:ext cx="25100" cy="1902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761" extrusionOk="0">
                    <a:moveTo>
                      <a:pt x="487" y="1"/>
                    </a:moveTo>
                    <a:cubicBezTo>
                      <a:pt x="1" y="1"/>
                      <a:pt x="1" y="760"/>
                      <a:pt x="487" y="760"/>
                    </a:cubicBezTo>
                    <a:cubicBezTo>
                      <a:pt x="1004" y="760"/>
                      <a:pt x="1004" y="1"/>
                      <a:pt x="4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9"/>
              <p:cNvSpPr/>
              <p:nvPr/>
            </p:nvSpPr>
            <p:spPr>
              <a:xfrm>
                <a:off x="1912150" y="4195650"/>
                <a:ext cx="2357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943" h="730" extrusionOk="0">
                    <a:moveTo>
                      <a:pt x="457" y="0"/>
                    </a:moveTo>
                    <a:cubicBezTo>
                      <a:pt x="1" y="0"/>
                      <a:pt x="1" y="730"/>
                      <a:pt x="457" y="730"/>
                    </a:cubicBezTo>
                    <a:cubicBezTo>
                      <a:pt x="943" y="730"/>
                      <a:pt x="943" y="0"/>
                      <a:pt x="4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9"/>
              <p:cNvSpPr/>
              <p:nvPr/>
            </p:nvSpPr>
            <p:spPr>
              <a:xfrm>
                <a:off x="1995750" y="41834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1" y="609"/>
                      <a:pt x="791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9"/>
              <p:cNvSpPr/>
              <p:nvPr/>
            </p:nvSpPr>
            <p:spPr>
              <a:xfrm>
                <a:off x="1900000" y="413332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6" y="1"/>
                    </a:moveTo>
                    <a:cubicBezTo>
                      <a:pt x="0" y="1"/>
                      <a:pt x="0" y="609"/>
                      <a:pt x="396" y="609"/>
                    </a:cubicBezTo>
                    <a:cubicBezTo>
                      <a:pt x="791" y="609"/>
                      <a:pt x="791" y="1"/>
                      <a:pt x="3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9"/>
              <p:cNvSpPr/>
              <p:nvPr/>
            </p:nvSpPr>
            <p:spPr>
              <a:xfrm>
                <a:off x="1792100" y="4112800"/>
                <a:ext cx="258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22" extrusionOk="0">
                    <a:moveTo>
                      <a:pt x="517" y="1"/>
                    </a:moveTo>
                    <a:cubicBezTo>
                      <a:pt x="0" y="1"/>
                      <a:pt x="0" y="822"/>
                      <a:pt x="517" y="822"/>
                    </a:cubicBezTo>
                    <a:cubicBezTo>
                      <a:pt x="1034" y="822"/>
                      <a:pt x="1034" y="1"/>
                      <a:pt x="5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9"/>
              <p:cNvSpPr/>
              <p:nvPr/>
            </p:nvSpPr>
            <p:spPr>
              <a:xfrm>
                <a:off x="1659100" y="4109150"/>
                <a:ext cx="20550" cy="183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33" extrusionOk="0">
                    <a:moveTo>
                      <a:pt x="373" y="1"/>
                    </a:moveTo>
                    <a:cubicBezTo>
                      <a:pt x="189" y="1"/>
                      <a:pt x="1" y="155"/>
                      <a:pt x="1" y="360"/>
                    </a:cubicBezTo>
                    <a:cubicBezTo>
                      <a:pt x="1" y="574"/>
                      <a:pt x="206" y="733"/>
                      <a:pt x="398" y="733"/>
                    </a:cubicBezTo>
                    <a:cubicBezTo>
                      <a:pt x="450" y="733"/>
                      <a:pt x="502" y="720"/>
                      <a:pt x="548" y="694"/>
                    </a:cubicBezTo>
                    <a:lnTo>
                      <a:pt x="639" y="633"/>
                    </a:lnTo>
                    <a:cubicBezTo>
                      <a:pt x="730" y="573"/>
                      <a:pt x="822" y="481"/>
                      <a:pt x="822" y="360"/>
                    </a:cubicBezTo>
                    <a:cubicBezTo>
                      <a:pt x="822" y="238"/>
                      <a:pt x="730" y="147"/>
                      <a:pt x="639" y="117"/>
                    </a:cubicBezTo>
                    <a:lnTo>
                      <a:pt x="548" y="56"/>
                    </a:lnTo>
                    <a:cubicBezTo>
                      <a:pt x="495" y="18"/>
                      <a:pt x="434" y="1"/>
                      <a:pt x="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9"/>
              <p:cNvSpPr/>
              <p:nvPr/>
            </p:nvSpPr>
            <p:spPr>
              <a:xfrm>
                <a:off x="1631000" y="4060375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5" y="1"/>
                    </a:moveTo>
                    <a:cubicBezTo>
                      <a:pt x="0" y="1"/>
                      <a:pt x="0" y="639"/>
                      <a:pt x="395" y="639"/>
                    </a:cubicBezTo>
                    <a:cubicBezTo>
                      <a:pt x="821" y="639"/>
                      <a:pt x="821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9"/>
              <p:cNvSpPr/>
              <p:nvPr/>
            </p:nvSpPr>
            <p:spPr>
              <a:xfrm>
                <a:off x="1527650" y="4117375"/>
                <a:ext cx="258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1" extrusionOk="0">
                    <a:moveTo>
                      <a:pt x="517" y="0"/>
                    </a:moveTo>
                    <a:cubicBezTo>
                      <a:pt x="1" y="0"/>
                      <a:pt x="1" y="791"/>
                      <a:pt x="517" y="791"/>
                    </a:cubicBezTo>
                    <a:cubicBezTo>
                      <a:pt x="1034" y="79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9"/>
              <p:cNvSpPr/>
              <p:nvPr/>
            </p:nvSpPr>
            <p:spPr>
              <a:xfrm>
                <a:off x="1508650" y="4223750"/>
                <a:ext cx="9900" cy="84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36" extrusionOk="0">
                    <a:moveTo>
                      <a:pt x="183" y="1"/>
                    </a:moveTo>
                    <a:cubicBezTo>
                      <a:pt x="1" y="1"/>
                      <a:pt x="1" y="335"/>
                      <a:pt x="183" y="335"/>
                    </a:cubicBezTo>
                    <a:cubicBezTo>
                      <a:pt x="396" y="335"/>
                      <a:pt x="396" y="1"/>
                      <a:pt x="18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9"/>
              <p:cNvSpPr/>
              <p:nvPr/>
            </p:nvSpPr>
            <p:spPr>
              <a:xfrm>
                <a:off x="1590725" y="4143200"/>
                <a:ext cx="18250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30" y="578"/>
                      <a:pt x="730" y="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9"/>
              <p:cNvSpPr/>
              <p:nvPr/>
            </p:nvSpPr>
            <p:spPr>
              <a:xfrm>
                <a:off x="1551200" y="4055825"/>
                <a:ext cx="1902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9" extrusionOk="0">
                    <a:moveTo>
                      <a:pt x="244" y="0"/>
                    </a:moveTo>
                    <a:cubicBezTo>
                      <a:pt x="183" y="31"/>
                      <a:pt x="122" y="61"/>
                      <a:pt x="92" y="92"/>
                    </a:cubicBezTo>
                    <a:cubicBezTo>
                      <a:pt x="31" y="152"/>
                      <a:pt x="1" y="213"/>
                      <a:pt x="1" y="304"/>
                    </a:cubicBezTo>
                    <a:cubicBezTo>
                      <a:pt x="1" y="395"/>
                      <a:pt x="31" y="456"/>
                      <a:pt x="92" y="517"/>
                    </a:cubicBezTo>
                    <a:cubicBezTo>
                      <a:pt x="122" y="578"/>
                      <a:pt x="183" y="578"/>
                      <a:pt x="244" y="608"/>
                    </a:cubicBezTo>
                    <a:lnTo>
                      <a:pt x="396" y="608"/>
                    </a:lnTo>
                    <a:lnTo>
                      <a:pt x="548" y="578"/>
                    </a:lnTo>
                    <a:lnTo>
                      <a:pt x="639" y="547"/>
                    </a:lnTo>
                    <a:cubicBezTo>
                      <a:pt x="669" y="547"/>
                      <a:pt x="700" y="517"/>
                      <a:pt x="700" y="487"/>
                    </a:cubicBezTo>
                    <a:cubicBezTo>
                      <a:pt x="730" y="426"/>
                      <a:pt x="761" y="365"/>
                      <a:pt x="761" y="304"/>
                    </a:cubicBezTo>
                    <a:cubicBezTo>
                      <a:pt x="761" y="274"/>
                      <a:pt x="761" y="213"/>
                      <a:pt x="730" y="152"/>
                    </a:cubicBezTo>
                    <a:cubicBezTo>
                      <a:pt x="700" y="122"/>
                      <a:pt x="609" y="31"/>
                      <a:pt x="548" y="31"/>
                    </a:cubicBezTo>
                    <a:lnTo>
                      <a:pt x="3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9"/>
              <p:cNvSpPr/>
              <p:nvPr/>
            </p:nvSpPr>
            <p:spPr>
              <a:xfrm>
                <a:off x="1744225" y="3967675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43" y="0"/>
                    </a:moveTo>
                    <a:cubicBezTo>
                      <a:pt x="0" y="0"/>
                      <a:pt x="0" y="396"/>
                      <a:pt x="243" y="396"/>
                    </a:cubicBezTo>
                    <a:cubicBezTo>
                      <a:pt x="517" y="396"/>
                      <a:pt x="517" y="0"/>
                      <a:pt x="2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9"/>
              <p:cNvSpPr/>
              <p:nvPr/>
            </p:nvSpPr>
            <p:spPr>
              <a:xfrm>
                <a:off x="1864275" y="4079375"/>
                <a:ext cx="1827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579" extrusionOk="0">
                    <a:moveTo>
                      <a:pt x="366" y="1"/>
                    </a:moveTo>
                    <a:cubicBezTo>
                      <a:pt x="1" y="1"/>
                      <a:pt x="1" y="578"/>
                      <a:pt x="366" y="578"/>
                    </a:cubicBezTo>
                    <a:cubicBezTo>
                      <a:pt x="730" y="578"/>
                      <a:pt x="730" y="1"/>
                      <a:pt x="3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30" name="Google Shape;1330;p9"/>
            <p:cNvSpPr/>
            <p:nvPr/>
          </p:nvSpPr>
          <p:spPr>
            <a:xfrm rot="-3982125">
              <a:off x="6603379" y="4203789"/>
              <a:ext cx="975491" cy="1320889"/>
            </a:xfrm>
            <a:custGeom>
              <a:avLst/>
              <a:gdLst/>
              <a:ahLst/>
              <a:cxnLst/>
              <a:rect l="l" t="t" r="r" b="b"/>
              <a:pathLst>
                <a:path w="31739" h="42977" extrusionOk="0">
                  <a:moveTo>
                    <a:pt x="2341" y="25"/>
                  </a:moveTo>
                  <a:cubicBezTo>
                    <a:pt x="1031" y="25"/>
                    <a:pt x="1" y="1830"/>
                    <a:pt x="826" y="2949"/>
                  </a:cubicBezTo>
                  <a:cubicBezTo>
                    <a:pt x="1950" y="4469"/>
                    <a:pt x="2771" y="5380"/>
                    <a:pt x="4686" y="6019"/>
                  </a:cubicBezTo>
                  <a:cubicBezTo>
                    <a:pt x="6115" y="6475"/>
                    <a:pt x="7725" y="6687"/>
                    <a:pt x="9245" y="6748"/>
                  </a:cubicBezTo>
                  <a:cubicBezTo>
                    <a:pt x="9368" y="6753"/>
                    <a:pt x="9492" y="6755"/>
                    <a:pt x="9617" y="6755"/>
                  </a:cubicBezTo>
                  <a:cubicBezTo>
                    <a:pt x="11270" y="6755"/>
                    <a:pt x="13089" y="6354"/>
                    <a:pt x="14830" y="6354"/>
                  </a:cubicBezTo>
                  <a:cubicBezTo>
                    <a:pt x="16208" y="6354"/>
                    <a:pt x="17538" y="6606"/>
                    <a:pt x="18698" y="7508"/>
                  </a:cubicBezTo>
                  <a:cubicBezTo>
                    <a:pt x="19701" y="8298"/>
                    <a:pt x="20340" y="9545"/>
                    <a:pt x="21282" y="10426"/>
                  </a:cubicBezTo>
                  <a:cubicBezTo>
                    <a:pt x="22376" y="11429"/>
                    <a:pt x="23835" y="11429"/>
                    <a:pt x="24960" y="12371"/>
                  </a:cubicBezTo>
                  <a:cubicBezTo>
                    <a:pt x="27452" y="14408"/>
                    <a:pt x="27665" y="18359"/>
                    <a:pt x="27726" y="21308"/>
                  </a:cubicBezTo>
                  <a:cubicBezTo>
                    <a:pt x="27817" y="24773"/>
                    <a:pt x="25963" y="27053"/>
                    <a:pt x="24777" y="30092"/>
                  </a:cubicBezTo>
                  <a:cubicBezTo>
                    <a:pt x="24170" y="31673"/>
                    <a:pt x="24078" y="33162"/>
                    <a:pt x="22741" y="34347"/>
                  </a:cubicBezTo>
                  <a:cubicBezTo>
                    <a:pt x="21677" y="35259"/>
                    <a:pt x="20340" y="35989"/>
                    <a:pt x="19063" y="36536"/>
                  </a:cubicBezTo>
                  <a:cubicBezTo>
                    <a:pt x="17665" y="37113"/>
                    <a:pt x="16206" y="37569"/>
                    <a:pt x="14777" y="38086"/>
                  </a:cubicBezTo>
                  <a:cubicBezTo>
                    <a:pt x="13258" y="38633"/>
                    <a:pt x="11616" y="39332"/>
                    <a:pt x="10005" y="39424"/>
                  </a:cubicBezTo>
                  <a:cubicBezTo>
                    <a:pt x="7786" y="39575"/>
                    <a:pt x="5689" y="39940"/>
                    <a:pt x="4382" y="41946"/>
                  </a:cubicBezTo>
                  <a:cubicBezTo>
                    <a:pt x="4060" y="42453"/>
                    <a:pt x="4539" y="42977"/>
                    <a:pt x="5029" y="42977"/>
                  </a:cubicBezTo>
                  <a:cubicBezTo>
                    <a:pt x="5186" y="42977"/>
                    <a:pt x="5343" y="42923"/>
                    <a:pt x="5476" y="42797"/>
                  </a:cubicBezTo>
                  <a:cubicBezTo>
                    <a:pt x="6449" y="41886"/>
                    <a:pt x="7695" y="41673"/>
                    <a:pt x="8941" y="41642"/>
                  </a:cubicBezTo>
                  <a:cubicBezTo>
                    <a:pt x="9108" y="41642"/>
                    <a:pt x="9279" y="41640"/>
                    <a:pt x="9452" y="41640"/>
                  </a:cubicBezTo>
                  <a:cubicBezTo>
                    <a:pt x="9969" y="41640"/>
                    <a:pt x="10499" y="41658"/>
                    <a:pt x="10978" y="41794"/>
                  </a:cubicBezTo>
                  <a:cubicBezTo>
                    <a:pt x="11677" y="41977"/>
                    <a:pt x="12224" y="42341"/>
                    <a:pt x="12923" y="42493"/>
                  </a:cubicBezTo>
                  <a:cubicBezTo>
                    <a:pt x="13928" y="42697"/>
                    <a:pt x="14926" y="42798"/>
                    <a:pt x="15914" y="42798"/>
                  </a:cubicBezTo>
                  <a:cubicBezTo>
                    <a:pt x="17733" y="42798"/>
                    <a:pt x="19518" y="42453"/>
                    <a:pt x="21252" y="41764"/>
                  </a:cubicBezTo>
                  <a:cubicBezTo>
                    <a:pt x="23714" y="40791"/>
                    <a:pt x="26753" y="39424"/>
                    <a:pt x="28182" y="37113"/>
                  </a:cubicBezTo>
                  <a:cubicBezTo>
                    <a:pt x="28881" y="35958"/>
                    <a:pt x="29154" y="34651"/>
                    <a:pt x="29246" y="33344"/>
                  </a:cubicBezTo>
                  <a:cubicBezTo>
                    <a:pt x="29367" y="31794"/>
                    <a:pt x="29641" y="30518"/>
                    <a:pt x="30127" y="29059"/>
                  </a:cubicBezTo>
                  <a:cubicBezTo>
                    <a:pt x="31738" y="24074"/>
                    <a:pt x="31525" y="18481"/>
                    <a:pt x="28486" y="14074"/>
                  </a:cubicBezTo>
                  <a:cubicBezTo>
                    <a:pt x="27209" y="12250"/>
                    <a:pt x="25781" y="11034"/>
                    <a:pt x="23774" y="10031"/>
                  </a:cubicBezTo>
                  <a:cubicBezTo>
                    <a:pt x="21799" y="9058"/>
                    <a:pt x="20005" y="6809"/>
                    <a:pt x="19002" y="4833"/>
                  </a:cubicBezTo>
                  <a:cubicBezTo>
                    <a:pt x="17665" y="2189"/>
                    <a:pt x="14717" y="1277"/>
                    <a:pt x="11890" y="1216"/>
                  </a:cubicBezTo>
                  <a:cubicBezTo>
                    <a:pt x="11668" y="1212"/>
                    <a:pt x="11449" y="1211"/>
                    <a:pt x="11232" y="1211"/>
                  </a:cubicBezTo>
                  <a:cubicBezTo>
                    <a:pt x="10943" y="1211"/>
                    <a:pt x="10657" y="1213"/>
                    <a:pt x="10373" y="1213"/>
                  </a:cubicBezTo>
                  <a:cubicBezTo>
                    <a:pt x="9380" y="1213"/>
                    <a:pt x="8414" y="1186"/>
                    <a:pt x="7422" y="943"/>
                  </a:cubicBezTo>
                  <a:cubicBezTo>
                    <a:pt x="6570" y="730"/>
                    <a:pt x="5780" y="396"/>
                    <a:pt x="4929" y="213"/>
                  </a:cubicBezTo>
                  <a:cubicBezTo>
                    <a:pt x="4108" y="0"/>
                    <a:pt x="3318" y="122"/>
                    <a:pt x="2467" y="31"/>
                  </a:cubicBezTo>
                  <a:cubicBezTo>
                    <a:pt x="2425" y="27"/>
                    <a:pt x="2383" y="25"/>
                    <a:pt x="2341" y="2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9"/>
            <p:cNvSpPr/>
            <p:nvPr/>
          </p:nvSpPr>
          <p:spPr>
            <a:xfrm>
              <a:off x="167225" y="4250389"/>
              <a:ext cx="1059562" cy="1014076"/>
            </a:xfrm>
            <a:custGeom>
              <a:avLst/>
              <a:gdLst/>
              <a:ahLst/>
              <a:cxnLst/>
              <a:rect l="l" t="t" r="r" b="b"/>
              <a:pathLst>
                <a:path w="49850" h="47710" extrusionOk="0">
                  <a:moveTo>
                    <a:pt x="5062" y="1"/>
                  </a:moveTo>
                  <a:cubicBezTo>
                    <a:pt x="5006" y="1"/>
                    <a:pt x="4951" y="1"/>
                    <a:pt x="4894" y="1"/>
                  </a:cubicBezTo>
                  <a:cubicBezTo>
                    <a:pt x="92" y="1"/>
                    <a:pt x="1733" y="3527"/>
                    <a:pt x="1976" y="7509"/>
                  </a:cubicBezTo>
                  <a:cubicBezTo>
                    <a:pt x="2250" y="12281"/>
                    <a:pt x="2554" y="17114"/>
                    <a:pt x="1976" y="21856"/>
                  </a:cubicBezTo>
                  <a:cubicBezTo>
                    <a:pt x="1399" y="26598"/>
                    <a:pt x="1" y="31552"/>
                    <a:pt x="1703" y="36020"/>
                  </a:cubicBezTo>
                  <a:cubicBezTo>
                    <a:pt x="3800" y="41613"/>
                    <a:pt x="9940" y="44470"/>
                    <a:pt x="15746" y="45929"/>
                  </a:cubicBezTo>
                  <a:cubicBezTo>
                    <a:pt x="20540" y="47111"/>
                    <a:pt x="25471" y="47710"/>
                    <a:pt x="30404" y="47710"/>
                  </a:cubicBezTo>
                  <a:cubicBezTo>
                    <a:pt x="34478" y="47710"/>
                    <a:pt x="38554" y="47301"/>
                    <a:pt x="42555" y="46476"/>
                  </a:cubicBezTo>
                  <a:cubicBezTo>
                    <a:pt x="45260" y="45929"/>
                    <a:pt x="48330" y="44835"/>
                    <a:pt x="49272" y="42221"/>
                  </a:cubicBezTo>
                  <a:cubicBezTo>
                    <a:pt x="49850" y="40610"/>
                    <a:pt x="49424" y="38817"/>
                    <a:pt x="48938" y="37145"/>
                  </a:cubicBezTo>
                  <a:cubicBezTo>
                    <a:pt x="48178" y="34409"/>
                    <a:pt x="47266" y="31643"/>
                    <a:pt x="45594" y="29333"/>
                  </a:cubicBezTo>
                  <a:cubicBezTo>
                    <a:pt x="43923" y="27054"/>
                    <a:pt x="41369" y="25230"/>
                    <a:pt x="38512" y="25108"/>
                  </a:cubicBezTo>
                  <a:cubicBezTo>
                    <a:pt x="37752" y="25078"/>
                    <a:pt x="36901" y="25139"/>
                    <a:pt x="36263" y="24713"/>
                  </a:cubicBezTo>
                  <a:cubicBezTo>
                    <a:pt x="35229" y="24044"/>
                    <a:pt x="35260" y="22555"/>
                    <a:pt x="34834" y="21400"/>
                  </a:cubicBezTo>
                  <a:cubicBezTo>
                    <a:pt x="34105" y="19455"/>
                    <a:pt x="32007" y="18360"/>
                    <a:pt x="29941" y="17996"/>
                  </a:cubicBezTo>
                  <a:cubicBezTo>
                    <a:pt x="27904" y="17631"/>
                    <a:pt x="25776" y="17783"/>
                    <a:pt x="23740" y="17418"/>
                  </a:cubicBezTo>
                  <a:cubicBezTo>
                    <a:pt x="19484" y="16628"/>
                    <a:pt x="15746" y="13345"/>
                    <a:pt x="14469" y="9181"/>
                  </a:cubicBezTo>
                  <a:cubicBezTo>
                    <a:pt x="13831" y="7084"/>
                    <a:pt x="13740" y="4774"/>
                    <a:pt x="12524" y="3011"/>
                  </a:cubicBezTo>
                  <a:cubicBezTo>
                    <a:pt x="10344" y="831"/>
                    <a:pt x="8135" y="1"/>
                    <a:pt x="50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9"/>
            <p:cNvSpPr/>
            <p:nvPr/>
          </p:nvSpPr>
          <p:spPr>
            <a:xfrm>
              <a:off x="381280" y="4154828"/>
              <a:ext cx="320525" cy="315403"/>
            </a:xfrm>
            <a:custGeom>
              <a:avLst/>
              <a:gdLst/>
              <a:ahLst/>
              <a:cxnLst/>
              <a:rect l="l" t="t" r="r" b="b"/>
              <a:pathLst>
                <a:path w="15080" h="14839" extrusionOk="0">
                  <a:moveTo>
                    <a:pt x="6698" y="0"/>
                  </a:moveTo>
                  <a:cubicBezTo>
                    <a:pt x="4340" y="0"/>
                    <a:pt x="1761" y="579"/>
                    <a:pt x="31" y="609"/>
                  </a:cubicBezTo>
                  <a:cubicBezTo>
                    <a:pt x="0" y="609"/>
                    <a:pt x="0" y="639"/>
                    <a:pt x="31" y="639"/>
                  </a:cubicBezTo>
                  <a:lnTo>
                    <a:pt x="0" y="639"/>
                  </a:lnTo>
                  <a:cubicBezTo>
                    <a:pt x="2493" y="639"/>
                    <a:pt x="5168" y="2220"/>
                    <a:pt x="7356" y="3284"/>
                  </a:cubicBezTo>
                  <a:cubicBezTo>
                    <a:pt x="8177" y="3679"/>
                    <a:pt x="8511" y="3709"/>
                    <a:pt x="8785" y="4560"/>
                  </a:cubicBezTo>
                  <a:cubicBezTo>
                    <a:pt x="9058" y="5442"/>
                    <a:pt x="9210" y="6293"/>
                    <a:pt x="9423" y="7174"/>
                  </a:cubicBezTo>
                  <a:cubicBezTo>
                    <a:pt x="9758" y="8573"/>
                    <a:pt x="10244" y="9819"/>
                    <a:pt x="11429" y="10670"/>
                  </a:cubicBezTo>
                  <a:cubicBezTo>
                    <a:pt x="11976" y="11035"/>
                    <a:pt x="12128" y="11004"/>
                    <a:pt x="12645" y="11551"/>
                  </a:cubicBezTo>
                  <a:cubicBezTo>
                    <a:pt x="13405" y="12311"/>
                    <a:pt x="13162" y="12311"/>
                    <a:pt x="13375" y="13193"/>
                  </a:cubicBezTo>
                  <a:cubicBezTo>
                    <a:pt x="13527" y="13770"/>
                    <a:pt x="13770" y="14226"/>
                    <a:pt x="14165" y="14682"/>
                  </a:cubicBezTo>
                  <a:cubicBezTo>
                    <a:pt x="14261" y="14793"/>
                    <a:pt x="14369" y="14839"/>
                    <a:pt x="14473" y="14839"/>
                  </a:cubicBezTo>
                  <a:cubicBezTo>
                    <a:pt x="14798" y="14839"/>
                    <a:pt x="15079" y="14389"/>
                    <a:pt x="14803" y="14044"/>
                  </a:cubicBezTo>
                  <a:cubicBezTo>
                    <a:pt x="14043" y="13041"/>
                    <a:pt x="14074" y="11673"/>
                    <a:pt x="13557" y="10548"/>
                  </a:cubicBezTo>
                  <a:cubicBezTo>
                    <a:pt x="13283" y="9940"/>
                    <a:pt x="12797" y="9515"/>
                    <a:pt x="12463" y="8937"/>
                  </a:cubicBezTo>
                  <a:cubicBezTo>
                    <a:pt x="11460" y="7174"/>
                    <a:pt x="12706" y="5047"/>
                    <a:pt x="12128" y="3132"/>
                  </a:cubicBezTo>
                  <a:cubicBezTo>
                    <a:pt x="11354" y="624"/>
                    <a:pt x="9145" y="0"/>
                    <a:pt x="66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9"/>
            <p:cNvSpPr/>
            <p:nvPr/>
          </p:nvSpPr>
          <p:spPr>
            <a:xfrm>
              <a:off x="724925" y="4478887"/>
              <a:ext cx="624111" cy="557072"/>
            </a:xfrm>
            <a:custGeom>
              <a:avLst/>
              <a:gdLst/>
              <a:ahLst/>
              <a:cxnLst/>
              <a:rect l="l" t="t" r="r" b="b"/>
              <a:pathLst>
                <a:path w="29363" h="26209" extrusionOk="0">
                  <a:moveTo>
                    <a:pt x="9676" y="1"/>
                  </a:moveTo>
                  <a:cubicBezTo>
                    <a:pt x="9064" y="1"/>
                    <a:pt x="8443" y="95"/>
                    <a:pt x="7843" y="275"/>
                  </a:cubicBezTo>
                  <a:cubicBezTo>
                    <a:pt x="5472" y="1005"/>
                    <a:pt x="2767" y="1066"/>
                    <a:pt x="274" y="1309"/>
                  </a:cubicBezTo>
                  <a:cubicBezTo>
                    <a:pt x="31" y="1339"/>
                    <a:pt x="1" y="1704"/>
                    <a:pt x="274" y="1734"/>
                  </a:cubicBezTo>
                  <a:cubicBezTo>
                    <a:pt x="720" y="1745"/>
                    <a:pt x="1180" y="1747"/>
                    <a:pt x="1650" y="1747"/>
                  </a:cubicBezTo>
                  <a:cubicBezTo>
                    <a:pt x="1807" y="1747"/>
                    <a:pt x="1966" y="1746"/>
                    <a:pt x="2125" y="1746"/>
                  </a:cubicBezTo>
                  <a:cubicBezTo>
                    <a:pt x="5473" y="1746"/>
                    <a:pt x="9172" y="1814"/>
                    <a:pt x="11217" y="4804"/>
                  </a:cubicBezTo>
                  <a:cubicBezTo>
                    <a:pt x="11976" y="5929"/>
                    <a:pt x="12372" y="7540"/>
                    <a:pt x="13435" y="8391"/>
                  </a:cubicBezTo>
                  <a:cubicBezTo>
                    <a:pt x="13894" y="8760"/>
                    <a:pt x="14398" y="8861"/>
                    <a:pt x="14921" y="8861"/>
                  </a:cubicBezTo>
                  <a:cubicBezTo>
                    <a:pt x="15552" y="8861"/>
                    <a:pt x="16211" y="8714"/>
                    <a:pt x="16850" y="8714"/>
                  </a:cubicBezTo>
                  <a:cubicBezTo>
                    <a:pt x="17297" y="8714"/>
                    <a:pt x="17735" y="8786"/>
                    <a:pt x="18147" y="9029"/>
                  </a:cubicBezTo>
                  <a:cubicBezTo>
                    <a:pt x="18967" y="9485"/>
                    <a:pt x="19636" y="10397"/>
                    <a:pt x="20274" y="11096"/>
                  </a:cubicBezTo>
                  <a:cubicBezTo>
                    <a:pt x="21034" y="11887"/>
                    <a:pt x="22129" y="12798"/>
                    <a:pt x="22615" y="13801"/>
                  </a:cubicBezTo>
                  <a:cubicBezTo>
                    <a:pt x="23344" y="15260"/>
                    <a:pt x="22159" y="16628"/>
                    <a:pt x="23375" y="18118"/>
                  </a:cubicBezTo>
                  <a:cubicBezTo>
                    <a:pt x="23892" y="18756"/>
                    <a:pt x="24530" y="19121"/>
                    <a:pt x="24803" y="19972"/>
                  </a:cubicBezTo>
                  <a:cubicBezTo>
                    <a:pt x="25016" y="20701"/>
                    <a:pt x="24986" y="21552"/>
                    <a:pt x="24986" y="22312"/>
                  </a:cubicBezTo>
                  <a:cubicBezTo>
                    <a:pt x="24955" y="23680"/>
                    <a:pt x="24591" y="24865"/>
                    <a:pt x="25594" y="25990"/>
                  </a:cubicBezTo>
                  <a:cubicBezTo>
                    <a:pt x="25705" y="26124"/>
                    <a:pt x="25914" y="26208"/>
                    <a:pt x="26101" y="26208"/>
                  </a:cubicBezTo>
                  <a:cubicBezTo>
                    <a:pt x="26170" y="26208"/>
                    <a:pt x="26236" y="26197"/>
                    <a:pt x="26293" y="26172"/>
                  </a:cubicBezTo>
                  <a:cubicBezTo>
                    <a:pt x="29363" y="25109"/>
                    <a:pt x="28968" y="19698"/>
                    <a:pt x="27539" y="17479"/>
                  </a:cubicBezTo>
                  <a:cubicBezTo>
                    <a:pt x="27053" y="16689"/>
                    <a:pt x="26354" y="16172"/>
                    <a:pt x="25624" y="15595"/>
                  </a:cubicBezTo>
                  <a:cubicBezTo>
                    <a:pt x="24925" y="15017"/>
                    <a:pt x="24743" y="14409"/>
                    <a:pt x="24165" y="13710"/>
                  </a:cubicBezTo>
                  <a:cubicBezTo>
                    <a:pt x="23496" y="12890"/>
                    <a:pt x="22524" y="12282"/>
                    <a:pt x="21733" y="11552"/>
                  </a:cubicBezTo>
                  <a:cubicBezTo>
                    <a:pt x="20943" y="10823"/>
                    <a:pt x="20183" y="9941"/>
                    <a:pt x="19332" y="9272"/>
                  </a:cubicBezTo>
                  <a:cubicBezTo>
                    <a:pt x="18815" y="8877"/>
                    <a:pt x="18390" y="8725"/>
                    <a:pt x="17812" y="8513"/>
                  </a:cubicBezTo>
                  <a:cubicBezTo>
                    <a:pt x="17235" y="8300"/>
                    <a:pt x="16171" y="8239"/>
                    <a:pt x="15685" y="7783"/>
                  </a:cubicBezTo>
                  <a:cubicBezTo>
                    <a:pt x="15350" y="7449"/>
                    <a:pt x="15229" y="6628"/>
                    <a:pt x="15168" y="6233"/>
                  </a:cubicBezTo>
                  <a:cubicBezTo>
                    <a:pt x="14864" y="4288"/>
                    <a:pt x="14651" y="2677"/>
                    <a:pt x="13071" y="1248"/>
                  </a:cubicBezTo>
                  <a:cubicBezTo>
                    <a:pt x="12133" y="392"/>
                    <a:pt x="10922" y="1"/>
                    <a:pt x="9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9"/>
            <p:cNvSpPr/>
            <p:nvPr/>
          </p:nvSpPr>
          <p:spPr>
            <a:xfrm>
              <a:off x="763237" y="4154838"/>
              <a:ext cx="261670" cy="219840"/>
            </a:xfrm>
            <a:custGeom>
              <a:avLst/>
              <a:gdLst/>
              <a:ahLst/>
              <a:cxnLst/>
              <a:rect l="l" t="t" r="r" b="b"/>
              <a:pathLst>
                <a:path w="12311" h="10343" extrusionOk="0">
                  <a:moveTo>
                    <a:pt x="851" y="3200"/>
                  </a:moveTo>
                  <a:cubicBezTo>
                    <a:pt x="803" y="3314"/>
                    <a:pt x="762" y="3429"/>
                    <a:pt x="726" y="3545"/>
                  </a:cubicBezTo>
                  <a:lnTo>
                    <a:pt x="726" y="3545"/>
                  </a:lnTo>
                  <a:lnTo>
                    <a:pt x="851" y="3200"/>
                  </a:lnTo>
                  <a:close/>
                  <a:moveTo>
                    <a:pt x="726" y="3545"/>
                  </a:moveTo>
                  <a:lnTo>
                    <a:pt x="207" y="4972"/>
                  </a:lnTo>
                  <a:lnTo>
                    <a:pt x="207" y="4972"/>
                  </a:lnTo>
                  <a:cubicBezTo>
                    <a:pt x="318" y="4702"/>
                    <a:pt x="445" y="4441"/>
                    <a:pt x="586" y="4187"/>
                  </a:cubicBezTo>
                  <a:lnTo>
                    <a:pt x="586" y="4187"/>
                  </a:lnTo>
                  <a:cubicBezTo>
                    <a:pt x="615" y="3971"/>
                    <a:pt x="661" y="3757"/>
                    <a:pt x="726" y="3545"/>
                  </a:cubicBezTo>
                  <a:close/>
                  <a:moveTo>
                    <a:pt x="207" y="4972"/>
                  </a:moveTo>
                  <a:cubicBezTo>
                    <a:pt x="130" y="5158"/>
                    <a:pt x="61" y="5348"/>
                    <a:pt x="0" y="5541"/>
                  </a:cubicBezTo>
                  <a:lnTo>
                    <a:pt x="207" y="4972"/>
                  </a:lnTo>
                  <a:close/>
                  <a:moveTo>
                    <a:pt x="7689" y="0"/>
                  </a:moveTo>
                  <a:cubicBezTo>
                    <a:pt x="4804" y="0"/>
                    <a:pt x="1985" y="1681"/>
                    <a:pt x="586" y="4187"/>
                  </a:cubicBezTo>
                  <a:lnTo>
                    <a:pt x="586" y="4187"/>
                  </a:lnTo>
                  <a:cubicBezTo>
                    <a:pt x="393" y="5658"/>
                    <a:pt x="987" y="7230"/>
                    <a:pt x="1581" y="8641"/>
                  </a:cubicBezTo>
                  <a:cubicBezTo>
                    <a:pt x="1793" y="9097"/>
                    <a:pt x="2006" y="9614"/>
                    <a:pt x="2432" y="9887"/>
                  </a:cubicBezTo>
                  <a:cubicBezTo>
                    <a:pt x="2766" y="10130"/>
                    <a:pt x="3192" y="10191"/>
                    <a:pt x="3617" y="10222"/>
                  </a:cubicBezTo>
                  <a:cubicBezTo>
                    <a:pt x="4255" y="10294"/>
                    <a:pt x="4898" y="10342"/>
                    <a:pt x="5538" y="10342"/>
                  </a:cubicBezTo>
                  <a:cubicBezTo>
                    <a:pt x="6514" y="10342"/>
                    <a:pt x="7484" y="10230"/>
                    <a:pt x="8420" y="9918"/>
                  </a:cubicBezTo>
                  <a:cubicBezTo>
                    <a:pt x="9970" y="9401"/>
                    <a:pt x="11368" y="8276"/>
                    <a:pt x="11885" y="6757"/>
                  </a:cubicBezTo>
                  <a:cubicBezTo>
                    <a:pt x="12310" y="5419"/>
                    <a:pt x="12067" y="3960"/>
                    <a:pt x="11642" y="2623"/>
                  </a:cubicBezTo>
                  <a:cubicBezTo>
                    <a:pt x="11459" y="2045"/>
                    <a:pt x="11247" y="1468"/>
                    <a:pt x="10851" y="1012"/>
                  </a:cubicBezTo>
                  <a:cubicBezTo>
                    <a:pt x="10304" y="434"/>
                    <a:pt x="9484" y="191"/>
                    <a:pt x="8693" y="70"/>
                  </a:cubicBezTo>
                  <a:cubicBezTo>
                    <a:pt x="8359" y="23"/>
                    <a:pt x="8024" y="0"/>
                    <a:pt x="76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9"/>
            <p:cNvSpPr/>
            <p:nvPr/>
          </p:nvSpPr>
          <p:spPr>
            <a:xfrm rot="-3981810">
              <a:off x="6686794" y="4660195"/>
              <a:ext cx="658438" cy="797711"/>
            </a:xfrm>
            <a:custGeom>
              <a:avLst/>
              <a:gdLst/>
              <a:ahLst/>
              <a:cxnLst/>
              <a:rect l="l" t="t" r="r" b="b"/>
              <a:pathLst>
                <a:path w="31739" h="42977" extrusionOk="0">
                  <a:moveTo>
                    <a:pt x="2341" y="25"/>
                  </a:moveTo>
                  <a:cubicBezTo>
                    <a:pt x="1031" y="25"/>
                    <a:pt x="1" y="1830"/>
                    <a:pt x="826" y="2949"/>
                  </a:cubicBezTo>
                  <a:cubicBezTo>
                    <a:pt x="1950" y="4469"/>
                    <a:pt x="2771" y="5380"/>
                    <a:pt x="4686" y="6019"/>
                  </a:cubicBezTo>
                  <a:cubicBezTo>
                    <a:pt x="6115" y="6475"/>
                    <a:pt x="7725" y="6687"/>
                    <a:pt x="9245" y="6748"/>
                  </a:cubicBezTo>
                  <a:cubicBezTo>
                    <a:pt x="9368" y="6753"/>
                    <a:pt x="9492" y="6755"/>
                    <a:pt x="9617" y="6755"/>
                  </a:cubicBezTo>
                  <a:cubicBezTo>
                    <a:pt x="11270" y="6755"/>
                    <a:pt x="13089" y="6354"/>
                    <a:pt x="14830" y="6354"/>
                  </a:cubicBezTo>
                  <a:cubicBezTo>
                    <a:pt x="16208" y="6354"/>
                    <a:pt x="17538" y="6606"/>
                    <a:pt x="18698" y="7508"/>
                  </a:cubicBezTo>
                  <a:cubicBezTo>
                    <a:pt x="19701" y="8298"/>
                    <a:pt x="20340" y="9545"/>
                    <a:pt x="21282" y="10426"/>
                  </a:cubicBezTo>
                  <a:cubicBezTo>
                    <a:pt x="22376" y="11429"/>
                    <a:pt x="23835" y="11429"/>
                    <a:pt x="24960" y="12371"/>
                  </a:cubicBezTo>
                  <a:cubicBezTo>
                    <a:pt x="27452" y="14408"/>
                    <a:pt x="27665" y="18359"/>
                    <a:pt x="27726" y="21308"/>
                  </a:cubicBezTo>
                  <a:cubicBezTo>
                    <a:pt x="27817" y="24773"/>
                    <a:pt x="25963" y="27053"/>
                    <a:pt x="24777" y="30092"/>
                  </a:cubicBezTo>
                  <a:cubicBezTo>
                    <a:pt x="24170" y="31673"/>
                    <a:pt x="24078" y="33162"/>
                    <a:pt x="22741" y="34347"/>
                  </a:cubicBezTo>
                  <a:cubicBezTo>
                    <a:pt x="21677" y="35259"/>
                    <a:pt x="20340" y="35989"/>
                    <a:pt x="19063" y="36536"/>
                  </a:cubicBezTo>
                  <a:cubicBezTo>
                    <a:pt x="17665" y="37113"/>
                    <a:pt x="16206" y="37569"/>
                    <a:pt x="14777" y="38086"/>
                  </a:cubicBezTo>
                  <a:cubicBezTo>
                    <a:pt x="13258" y="38633"/>
                    <a:pt x="11616" y="39332"/>
                    <a:pt x="10005" y="39424"/>
                  </a:cubicBezTo>
                  <a:cubicBezTo>
                    <a:pt x="7786" y="39575"/>
                    <a:pt x="5689" y="39940"/>
                    <a:pt x="4382" y="41946"/>
                  </a:cubicBezTo>
                  <a:cubicBezTo>
                    <a:pt x="4060" y="42453"/>
                    <a:pt x="4539" y="42977"/>
                    <a:pt x="5029" y="42977"/>
                  </a:cubicBezTo>
                  <a:cubicBezTo>
                    <a:pt x="5186" y="42977"/>
                    <a:pt x="5343" y="42923"/>
                    <a:pt x="5476" y="42797"/>
                  </a:cubicBezTo>
                  <a:cubicBezTo>
                    <a:pt x="6449" y="41886"/>
                    <a:pt x="7695" y="41673"/>
                    <a:pt x="8941" y="41642"/>
                  </a:cubicBezTo>
                  <a:cubicBezTo>
                    <a:pt x="9108" y="41642"/>
                    <a:pt x="9279" y="41640"/>
                    <a:pt x="9452" y="41640"/>
                  </a:cubicBezTo>
                  <a:cubicBezTo>
                    <a:pt x="9969" y="41640"/>
                    <a:pt x="10499" y="41658"/>
                    <a:pt x="10978" y="41794"/>
                  </a:cubicBezTo>
                  <a:cubicBezTo>
                    <a:pt x="11677" y="41977"/>
                    <a:pt x="12224" y="42341"/>
                    <a:pt x="12923" y="42493"/>
                  </a:cubicBezTo>
                  <a:cubicBezTo>
                    <a:pt x="13928" y="42697"/>
                    <a:pt x="14926" y="42798"/>
                    <a:pt x="15914" y="42798"/>
                  </a:cubicBezTo>
                  <a:cubicBezTo>
                    <a:pt x="17733" y="42798"/>
                    <a:pt x="19518" y="42453"/>
                    <a:pt x="21252" y="41764"/>
                  </a:cubicBezTo>
                  <a:cubicBezTo>
                    <a:pt x="23714" y="40791"/>
                    <a:pt x="26753" y="39424"/>
                    <a:pt x="28182" y="37113"/>
                  </a:cubicBezTo>
                  <a:cubicBezTo>
                    <a:pt x="28881" y="35958"/>
                    <a:pt x="29154" y="34651"/>
                    <a:pt x="29246" y="33344"/>
                  </a:cubicBezTo>
                  <a:cubicBezTo>
                    <a:pt x="29367" y="31794"/>
                    <a:pt x="29641" y="30518"/>
                    <a:pt x="30127" y="29059"/>
                  </a:cubicBezTo>
                  <a:cubicBezTo>
                    <a:pt x="31738" y="24074"/>
                    <a:pt x="31525" y="18481"/>
                    <a:pt x="28486" y="14074"/>
                  </a:cubicBezTo>
                  <a:cubicBezTo>
                    <a:pt x="27209" y="12250"/>
                    <a:pt x="25781" y="11034"/>
                    <a:pt x="23774" y="10031"/>
                  </a:cubicBezTo>
                  <a:cubicBezTo>
                    <a:pt x="21799" y="9058"/>
                    <a:pt x="20005" y="6809"/>
                    <a:pt x="19002" y="4833"/>
                  </a:cubicBezTo>
                  <a:cubicBezTo>
                    <a:pt x="17665" y="2189"/>
                    <a:pt x="14717" y="1277"/>
                    <a:pt x="11890" y="1216"/>
                  </a:cubicBezTo>
                  <a:cubicBezTo>
                    <a:pt x="11668" y="1212"/>
                    <a:pt x="11449" y="1211"/>
                    <a:pt x="11232" y="1211"/>
                  </a:cubicBezTo>
                  <a:cubicBezTo>
                    <a:pt x="10943" y="1211"/>
                    <a:pt x="10657" y="1213"/>
                    <a:pt x="10373" y="1213"/>
                  </a:cubicBezTo>
                  <a:cubicBezTo>
                    <a:pt x="9380" y="1213"/>
                    <a:pt x="8414" y="1186"/>
                    <a:pt x="7422" y="943"/>
                  </a:cubicBezTo>
                  <a:cubicBezTo>
                    <a:pt x="6570" y="730"/>
                    <a:pt x="5780" y="396"/>
                    <a:pt x="4929" y="213"/>
                  </a:cubicBezTo>
                  <a:cubicBezTo>
                    <a:pt x="4108" y="0"/>
                    <a:pt x="3318" y="122"/>
                    <a:pt x="2467" y="31"/>
                  </a:cubicBezTo>
                  <a:cubicBezTo>
                    <a:pt x="2425" y="27"/>
                    <a:pt x="2383" y="25"/>
                    <a:pt x="2341" y="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9"/>
            <p:cNvSpPr/>
            <p:nvPr/>
          </p:nvSpPr>
          <p:spPr>
            <a:xfrm flipH="1">
              <a:off x="7795640" y="3552900"/>
              <a:ext cx="1479235" cy="1874223"/>
            </a:xfrm>
            <a:custGeom>
              <a:avLst/>
              <a:gdLst/>
              <a:ahLst/>
              <a:cxnLst/>
              <a:rect l="l" t="t" r="r" b="b"/>
              <a:pathLst>
                <a:path w="72556" h="91930" extrusionOk="0">
                  <a:moveTo>
                    <a:pt x="8404" y="0"/>
                  </a:moveTo>
                  <a:cubicBezTo>
                    <a:pt x="5829" y="0"/>
                    <a:pt x="4478" y="4262"/>
                    <a:pt x="4074" y="7018"/>
                  </a:cubicBezTo>
                  <a:cubicBezTo>
                    <a:pt x="3132" y="13614"/>
                    <a:pt x="2159" y="20210"/>
                    <a:pt x="1460" y="26836"/>
                  </a:cubicBezTo>
                  <a:cubicBezTo>
                    <a:pt x="396" y="37201"/>
                    <a:pt x="1" y="47627"/>
                    <a:pt x="305" y="58052"/>
                  </a:cubicBezTo>
                  <a:cubicBezTo>
                    <a:pt x="578" y="67566"/>
                    <a:pt x="1855" y="78022"/>
                    <a:pt x="8785" y="84557"/>
                  </a:cubicBezTo>
                  <a:cubicBezTo>
                    <a:pt x="14621" y="90059"/>
                    <a:pt x="23132" y="91487"/>
                    <a:pt x="31157" y="91822"/>
                  </a:cubicBezTo>
                  <a:cubicBezTo>
                    <a:pt x="32812" y="91894"/>
                    <a:pt x="34469" y="91930"/>
                    <a:pt x="36126" y="91930"/>
                  </a:cubicBezTo>
                  <a:cubicBezTo>
                    <a:pt x="42105" y="91930"/>
                    <a:pt x="48088" y="91469"/>
                    <a:pt x="54014" y="90636"/>
                  </a:cubicBezTo>
                  <a:cubicBezTo>
                    <a:pt x="60245" y="89724"/>
                    <a:pt x="66993" y="88053"/>
                    <a:pt x="70762" y="83007"/>
                  </a:cubicBezTo>
                  <a:cubicBezTo>
                    <a:pt x="71735" y="81700"/>
                    <a:pt x="72495" y="80180"/>
                    <a:pt x="72525" y="78539"/>
                  </a:cubicBezTo>
                  <a:cubicBezTo>
                    <a:pt x="72555" y="76958"/>
                    <a:pt x="71917" y="75438"/>
                    <a:pt x="71309" y="73949"/>
                  </a:cubicBezTo>
                  <a:cubicBezTo>
                    <a:pt x="70884" y="72946"/>
                    <a:pt x="70397" y="71882"/>
                    <a:pt x="69516" y="71244"/>
                  </a:cubicBezTo>
                  <a:cubicBezTo>
                    <a:pt x="68817" y="70727"/>
                    <a:pt x="67935" y="70545"/>
                    <a:pt x="67115" y="70241"/>
                  </a:cubicBezTo>
                  <a:cubicBezTo>
                    <a:pt x="63072" y="68630"/>
                    <a:pt x="61370" y="63949"/>
                    <a:pt x="58330" y="60879"/>
                  </a:cubicBezTo>
                  <a:cubicBezTo>
                    <a:pt x="56111" y="58599"/>
                    <a:pt x="52859" y="56806"/>
                    <a:pt x="52434" y="53675"/>
                  </a:cubicBezTo>
                  <a:cubicBezTo>
                    <a:pt x="52130" y="51608"/>
                    <a:pt x="53224" y="49602"/>
                    <a:pt x="53528" y="47566"/>
                  </a:cubicBezTo>
                  <a:cubicBezTo>
                    <a:pt x="53790" y="45587"/>
                    <a:pt x="52687" y="43052"/>
                    <a:pt x="50779" y="43052"/>
                  </a:cubicBezTo>
                  <a:cubicBezTo>
                    <a:pt x="50694" y="43052"/>
                    <a:pt x="50607" y="43057"/>
                    <a:pt x="50519" y="43067"/>
                  </a:cubicBezTo>
                  <a:cubicBezTo>
                    <a:pt x="49516" y="43189"/>
                    <a:pt x="48695" y="43979"/>
                    <a:pt x="47692" y="44070"/>
                  </a:cubicBezTo>
                  <a:cubicBezTo>
                    <a:pt x="47623" y="44076"/>
                    <a:pt x="47555" y="44079"/>
                    <a:pt x="47489" y="44079"/>
                  </a:cubicBezTo>
                  <a:cubicBezTo>
                    <a:pt x="45562" y="44079"/>
                    <a:pt x="44648" y="41579"/>
                    <a:pt x="43649" y="39845"/>
                  </a:cubicBezTo>
                  <a:cubicBezTo>
                    <a:pt x="41643" y="36380"/>
                    <a:pt x="37388" y="34708"/>
                    <a:pt x="35382" y="31274"/>
                  </a:cubicBezTo>
                  <a:cubicBezTo>
                    <a:pt x="33254" y="27687"/>
                    <a:pt x="34075" y="23219"/>
                    <a:pt x="34500" y="19085"/>
                  </a:cubicBezTo>
                  <a:cubicBezTo>
                    <a:pt x="34713" y="17109"/>
                    <a:pt x="34774" y="14982"/>
                    <a:pt x="33831" y="13249"/>
                  </a:cubicBezTo>
                  <a:cubicBezTo>
                    <a:pt x="31886" y="9662"/>
                    <a:pt x="27023" y="9389"/>
                    <a:pt x="23071" y="8477"/>
                  </a:cubicBezTo>
                  <a:cubicBezTo>
                    <a:pt x="17934" y="7322"/>
                    <a:pt x="14682" y="4465"/>
                    <a:pt x="10852" y="1121"/>
                  </a:cubicBezTo>
                  <a:cubicBezTo>
                    <a:pt x="9937" y="332"/>
                    <a:pt x="9123" y="0"/>
                    <a:pt x="84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9"/>
            <p:cNvSpPr/>
            <p:nvPr/>
          </p:nvSpPr>
          <p:spPr>
            <a:xfrm flipH="1">
              <a:off x="8127680" y="4192276"/>
              <a:ext cx="1016317" cy="972688"/>
            </a:xfrm>
            <a:custGeom>
              <a:avLst/>
              <a:gdLst/>
              <a:ahLst/>
              <a:cxnLst/>
              <a:rect l="l" t="t" r="r" b="b"/>
              <a:pathLst>
                <a:path w="49850" h="47710" extrusionOk="0">
                  <a:moveTo>
                    <a:pt x="5062" y="1"/>
                  </a:moveTo>
                  <a:cubicBezTo>
                    <a:pt x="5006" y="1"/>
                    <a:pt x="4951" y="1"/>
                    <a:pt x="4894" y="1"/>
                  </a:cubicBezTo>
                  <a:cubicBezTo>
                    <a:pt x="92" y="1"/>
                    <a:pt x="1733" y="3527"/>
                    <a:pt x="1976" y="7509"/>
                  </a:cubicBezTo>
                  <a:cubicBezTo>
                    <a:pt x="2250" y="12281"/>
                    <a:pt x="2554" y="17114"/>
                    <a:pt x="1976" y="21856"/>
                  </a:cubicBezTo>
                  <a:cubicBezTo>
                    <a:pt x="1399" y="26598"/>
                    <a:pt x="1" y="31552"/>
                    <a:pt x="1703" y="36020"/>
                  </a:cubicBezTo>
                  <a:cubicBezTo>
                    <a:pt x="3800" y="41613"/>
                    <a:pt x="9940" y="44470"/>
                    <a:pt x="15746" y="45929"/>
                  </a:cubicBezTo>
                  <a:cubicBezTo>
                    <a:pt x="20540" y="47111"/>
                    <a:pt x="25471" y="47710"/>
                    <a:pt x="30404" y="47710"/>
                  </a:cubicBezTo>
                  <a:cubicBezTo>
                    <a:pt x="34478" y="47710"/>
                    <a:pt x="38554" y="47301"/>
                    <a:pt x="42555" y="46476"/>
                  </a:cubicBezTo>
                  <a:cubicBezTo>
                    <a:pt x="45260" y="45929"/>
                    <a:pt x="48330" y="44835"/>
                    <a:pt x="49272" y="42221"/>
                  </a:cubicBezTo>
                  <a:cubicBezTo>
                    <a:pt x="49850" y="40610"/>
                    <a:pt x="49424" y="38817"/>
                    <a:pt x="48938" y="37145"/>
                  </a:cubicBezTo>
                  <a:cubicBezTo>
                    <a:pt x="48178" y="34409"/>
                    <a:pt x="47266" y="31643"/>
                    <a:pt x="45594" y="29333"/>
                  </a:cubicBezTo>
                  <a:cubicBezTo>
                    <a:pt x="43923" y="27054"/>
                    <a:pt x="41369" y="25230"/>
                    <a:pt x="38512" y="25108"/>
                  </a:cubicBezTo>
                  <a:cubicBezTo>
                    <a:pt x="37752" y="25078"/>
                    <a:pt x="36901" y="25139"/>
                    <a:pt x="36263" y="24713"/>
                  </a:cubicBezTo>
                  <a:cubicBezTo>
                    <a:pt x="35229" y="24044"/>
                    <a:pt x="35260" y="22555"/>
                    <a:pt x="34834" y="21400"/>
                  </a:cubicBezTo>
                  <a:cubicBezTo>
                    <a:pt x="34105" y="19455"/>
                    <a:pt x="32007" y="18360"/>
                    <a:pt x="29941" y="17996"/>
                  </a:cubicBezTo>
                  <a:cubicBezTo>
                    <a:pt x="27904" y="17631"/>
                    <a:pt x="25776" y="17783"/>
                    <a:pt x="23740" y="17418"/>
                  </a:cubicBezTo>
                  <a:cubicBezTo>
                    <a:pt x="19484" y="16628"/>
                    <a:pt x="15746" y="13345"/>
                    <a:pt x="14469" y="9181"/>
                  </a:cubicBezTo>
                  <a:cubicBezTo>
                    <a:pt x="13831" y="7084"/>
                    <a:pt x="13740" y="4774"/>
                    <a:pt x="12524" y="3011"/>
                  </a:cubicBezTo>
                  <a:cubicBezTo>
                    <a:pt x="10344" y="831"/>
                    <a:pt x="8135" y="1"/>
                    <a:pt x="50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9"/>
            <p:cNvSpPr/>
            <p:nvPr/>
          </p:nvSpPr>
          <p:spPr>
            <a:xfrm flipH="1">
              <a:off x="8619375" y="4009575"/>
              <a:ext cx="377000" cy="370975"/>
            </a:xfrm>
            <a:custGeom>
              <a:avLst/>
              <a:gdLst/>
              <a:ahLst/>
              <a:cxnLst/>
              <a:rect l="l" t="t" r="r" b="b"/>
              <a:pathLst>
                <a:path w="15080" h="14839" extrusionOk="0">
                  <a:moveTo>
                    <a:pt x="6698" y="0"/>
                  </a:moveTo>
                  <a:cubicBezTo>
                    <a:pt x="4340" y="0"/>
                    <a:pt x="1761" y="579"/>
                    <a:pt x="31" y="609"/>
                  </a:cubicBezTo>
                  <a:cubicBezTo>
                    <a:pt x="0" y="609"/>
                    <a:pt x="0" y="639"/>
                    <a:pt x="31" y="639"/>
                  </a:cubicBezTo>
                  <a:lnTo>
                    <a:pt x="0" y="639"/>
                  </a:lnTo>
                  <a:cubicBezTo>
                    <a:pt x="2493" y="639"/>
                    <a:pt x="5168" y="2220"/>
                    <a:pt x="7356" y="3284"/>
                  </a:cubicBezTo>
                  <a:cubicBezTo>
                    <a:pt x="8177" y="3679"/>
                    <a:pt x="8511" y="3709"/>
                    <a:pt x="8785" y="4560"/>
                  </a:cubicBezTo>
                  <a:cubicBezTo>
                    <a:pt x="9058" y="5442"/>
                    <a:pt x="9210" y="6293"/>
                    <a:pt x="9423" y="7174"/>
                  </a:cubicBezTo>
                  <a:cubicBezTo>
                    <a:pt x="9758" y="8573"/>
                    <a:pt x="10244" y="9819"/>
                    <a:pt x="11429" y="10670"/>
                  </a:cubicBezTo>
                  <a:cubicBezTo>
                    <a:pt x="11976" y="11035"/>
                    <a:pt x="12128" y="11004"/>
                    <a:pt x="12645" y="11551"/>
                  </a:cubicBezTo>
                  <a:cubicBezTo>
                    <a:pt x="13405" y="12311"/>
                    <a:pt x="13162" y="12311"/>
                    <a:pt x="13375" y="13193"/>
                  </a:cubicBezTo>
                  <a:cubicBezTo>
                    <a:pt x="13527" y="13770"/>
                    <a:pt x="13770" y="14226"/>
                    <a:pt x="14165" y="14682"/>
                  </a:cubicBezTo>
                  <a:cubicBezTo>
                    <a:pt x="14261" y="14793"/>
                    <a:pt x="14369" y="14839"/>
                    <a:pt x="14473" y="14839"/>
                  </a:cubicBezTo>
                  <a:cubicBezTo>
                    <a:pt x="14798" y="14839"/>
                    <a:pt x="15079" y="14389"/>
                    <a:pt x="14803" y="14044"/>
                  </a:cubicBezTo>
                  <a:cubicBezTo>
                    <a:pt x="14043" y="13041"/>
                    <a:pt x="14074" y="11673"/>
                    <a:pt x="13557" y="10548"/>
                  </a:cubicBezTo>
                  <a:cubicBezTo>
                    <a:pt x="13283" y="9940"/>
                    <a:pt x="12797" y="9515"/>
                    <a:pt x="12463" y="8937"/>
                  </a:cubicBezTo>
                  <a:cubicBezTo>
                    <a:pt x="11460" y="7174"/>
                    <a:pt x="12706" y="5047"/>
                    <a:pt x="12128" y="3132"/>
                  </a:cubicBezTo>
                  <a:cubicBezTo>
                    <a:pt x="11354" y="624"/>
                    <a:pt x="9145" y="0"/>
                    <a:pt x="66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9"/>
            <p:cNvSpPr/>
            <p:nvPr/>
          </p:nvSpPr>
          <p:spPr>
            <a:xfrm flipH="1">
              <a:off x="8013557" y="4411456"/>
              <a:ext cx="598638" cy="534336"/>
            </a:xfrm>
            <a:custGeom>
              <a:avLst/>
              <a:gdLst/>
              <a:ahLst/>
              <a:cxnLst/>
              <a:rect l="l" t="t" r="r" b="b"/>
              <a:pathLst>
                <a:path w="29363" h="26209" extrusionOk="0">
                  <a:moveTo>
                    <a:pt x="9676" y="1"/>
                  </a:moveTo>
                  <a:cubicBezTo>
                    <a:pt x="9064" y="1"/>
                    <a:pt x="8443" y="95"/>
                    <a:pt x="7843" y="275"/>
                  </a:cubicBezTo>
                  <a:cubicBezTo>
                    <a:pt x="5472" y="1005"/>
                    <a:pt x="2767" y="1066"/>
                    <a:pt x="274" y="1309"/>
                  </a:cubicBezTo>
                  <a:cubicBezTo>
                    <a:pt x="31" y="1339"/>
                    <a:pt x="1" y="1704"/>
                    <a:pt x="274" y="1734"/>
                  </a:cubicBezTo>
                  <a:cubicBezTo>
                    <a:pt x="720" y="1745"/>
                    <a:pt x="1180" y="1747"/>
                    <a:pt x="1650" y="1747"/>
                  </a:cubicBezTo>
                  <a:cubicBezTo>
                    <a:pt x="1807" y="1747"/>
                    <a:pt x="1966" y="1746"/>
                    <a:pt x="2125" y="1746"/>
                  </a:cubicBezTo>
                  <a:cubicBezTo>
                    <a:pt x="5473" y="1746"/>
                    <a:pt x="9172" y="1814"/>
                    <a:pt x="11217" y="4804"/>
                  </a:cubicBezTo>
                  <a:cubicBezTo>
                    <a:pt x="11976" y="5929"/>
                    <a:pt x="12372" y="7540"/>
                    <a:pt x="13435" y="8391"/>
                  </a:cubicBezTo>
                  <a:cubicBezTo>
                    <a:pt x="13894" y="8760"/>
                    <a:pt x="14398" y="8861"/>
                    <a:pt x="14921" y="8861"/>
                  </a:cubicBezTo>
                  <a:cubicBezTo>
                    <a:pt x="15552" y="8861"/>
                    <a:pt x="16211" y="8714"/>
                    <a:pt x="16850" y="8714"/>
                  </a:cubicBezTo>
                  <a:cubicBezTo>
                    <a:pt x="17297" y="8714"/>
                    <a:pt x="17735" y="8786"/>
                    <a:pt x="18147" y="9029"/>
                  </a:cubicBezTo>
                  <a:cubicBezTo>
                    <a:pt x="18967" y="9485"/>
                    <a:pt x="19636" y="10397"/>
                    <a:pt x="20274" y="11096"/>
                  </a:cubicBezTo>
                  <a:cubicBezTo>
                    <a:pt x="21034" y="11887"/>
                    <a:pt x="22129" y="12798"/>
                    <a:pt x="22615" y="13801"/>
                  </a:cubicBezTo>
                  <a:cubicBezTo>
                    <a:pt x="23344" y="15260"/>
                    <a:pt x="22159" y="16628"/>
                    <a:pt x="23375" y="18118"/>
                  </a:cubicBezTo>
                  <a:cubicBezTo>
                    <a:pt x="23892" y="18756"/>
                    <a:pt x="24530" y="19121"/>
                    <a:pt x="24803" y="19972"/>
                  </a:cubicBezTo>
                  <a:cubicBezTo>
                    <a:pt x="25016" y="20701"/>
                    <a:pt x="24986" y="21552"/>
                    <a:pt x="24986" y="22312"/>
                  </a:cubicBezTo>
                  <a:cubicBezTo>
                    <a:pt x="24955" y="23680"/>
                    <a:pt x="24591" y="24865"/>
                    <a:pt x="25594" y="25990"/>
                  </a:cubicBezTo>
                  <a:cubicBezTo>
                    <a:pt x="25705" y="26124"/>
                    <a:pt x="25914" y="26208"/>
                    <a:pt x="26101" y="26208"/>
                  </a:cubicBezTo>
                  <a:cubicBezTo>
                    <a:pt x="26170" y="26208"/>
                    <a:pt x="26236" y="26197"/>
                    <a:pt x="26293" y="26172"/>
                  </a:cubicBezTo>
                  <a:cubicBezTo>
                    <a:pt x="29363" y="25109"/>
                    <a:pt x="28968" y="19698"/>
                    <a:pt x="27539" y="17479"/>
                  </a:cubicBezTo>
                  <a:cubicBezTo>
                    <a:pt x="27053" y="16689"/>
                    <a:pt x="26354" y="16172"/>
                    <a:pt x="25624" y="15595"/>
                  </a:cubicBezTo>
                  <a:cubicBezTo>
                    <a:pt x="24925" y="15017"/>
                    <a:pt x="24743" y="14409"/>
                    <a:pt x="24165" y="13710"/>
                  </a:cubicBezTo>
                  <a:cubicBezTo>
                    <a:pt x="23496" y="12890"/>
                    <a:pt x="22524" y="12282"/>
                    <a:pt x="21733" y="11552"/>
                  </a:cubicBezTo>
                  <a:cubicBezTo>
                    <a:pt x="20943" y="10823"/>
                    <a:pt x="20183" y="9941"/>
                    <a:pt x="19332" y="9272"/>
                  </a:cubicBezTo>
                  <a:cubicBezTo>
                    <a:pt x="18815" y="8877"/>
                    <a:pt x="18390" y="8725"/>
                    <a:pt x="17812" y="8513"/>
                  </a:cubicBezTo>
                  <a:cubicBezTo>
                    <a:pt x="17235" y="8300"/>
                    <a:pt x="16171" y="8239"/>
                    <a:pt x="15685" y="7783"/>
                  </a:cubicBezTo>
                  <a:cubicBezTo>
                    <a:pt x="15350" y="7449"/>
                    <a:pt x="15229" y="6628"/>
                    <a:pt x="15168" y="6233"/>
                  </a:cubicBezTo>
                  <a:cubicBezTo>
                    <a:pt x="14864" y="4288"/>
                    <a:pt x="14651" y="2677"/>
                    <a:pt x="13071" y="1248"/>
                  </a:cubicBezTo>
                  <a:cubicBezTo>
                    <a:pt x="12133" y="392"/>
                    <a:pt x="10922" y="1"/>
                    <a:pt x="96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9"/>
            <p:cNvSpPr/>
            <p:nvPr/>
          </p:nvSpPr>
          <p:spPr>
            <a:xfrm flipH="1">
              <a:off x="7809359" y="4324916"/>
              <a:ext cx="250980" cy="387401"/>
            </a:xfrm>
            <a:custGeom>
              <a:avLst/>
              <a:gdLst/>
              <a:ahLst/>
              <a:cxnLst/>
              <a:rect l="l" t="t" r="r" b="b"/>
              <a:pathLst>
                <a:path w="11217" h="17314" extrusionOk="0">
                  <a:moveTo>
                    <a:pt x="3682" y="0"/>
                  </a:moveTo>
                  <a:cubicBezTo>
                    <a:pt x="3334" y="0"/>
                    <a:pt x="2991" y="82"/>
                    <a:pt x="2676" y="272"/>
                  </a:cubicBezTo>
                  <a:cubicBezTo>
                    <a:pt x="1825" y="758"/>
                    <a:pt x="1521" y="1822"/>
                    <a:pt x="1308" y="2795"/>
                  </a:cubicBezTo>
                  <a:cubicBezTo>
                    <a:pt x="913" y="4436"/>
                    <a:pt x="518" y="6077"/>
                    <a:pt x="153" y="7749"/>
                  </a:cubicBezTo>
                  <a:cubicBezTo>
                    <a:pt x="62" y="8083"/>
                    <a:pt x="1" y="8418"/>
                    <a:pt x="31" y="8752"/>
                  </a:cubicBezTo>
                  <a:lnTo>
                    <a:pt x="31" y="8722"/>
                  </a:lnTo>
                  <a:cubicBezTo>
                    <a:pt x="244" y="10211"/>
                    <a:pt x="2281" y="11001"/>
                    <a:pt x="2858" y="12430"/>
                  </a:cubicBezTo>
                  <a:cubicBezTo>
                    <a:pt x="3284" y="13524"/>
                    <a:pt x="2828" y="14831"/>
                    <a:pt x="3436" y="15834"/>
                  </a:cubicBezTo>
                  <a:cubicBezTo>
                    <a:pt x="4073" y="16893"/>
                    <a:pt x="4918" y="17314"/>
                    <a:pt x="5808" y="17314"/>
                  </a:cubicBezTo>
                  <a:cubicBezTo>
                    <a:pt x="7803" y="17314"/>
                    <a:pt x="10020" y="15199"/>
                    <a:pt x="10609" y="13433"/>
                  </a:cubicBezTo>
                  <a:cubicBezTo>
                    <a:pt x="11217" y="11640"/>
                    <a:pt x="11126" y="9694"/>
                    <a:pt x="10943" y="7810"/>
                  </a:cubicBezTo>
                  <a:cubicBezTo>
                    <a:pt x="10852" y="6685"/>
                    <a:pt x="10700" y="5469"/>
                    <a:pt x="9910" y="4679"/>
                  </a:cubicBezTo>
                  <a:cubicBezTo>
                    <a:pt x="9484" y="4284"/>
                    <a:pt x="8968" y="4010"/>
                    <a:pt x="8481" y="3676"/>
                  </a:cubicBezTo>
                  <a:cubicBezTo>
                    <a:pt x="7509" y="2977"/>
                    <a:pt x="6870" y="1883"/>
                    <a:pt x="5989" y="1062"/>
                  </a:cubicBezTo>
                  <a:cubicBezTo>
                    <a:pt x="5369" y="463"/>
                    <a:pt x="4508" y="0"/>
                    <a:pt x="36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9"/>
            <p:cNvSpPr/>
            <p:nvPr/>
          </p:nvSpPr>
          <p:spPr>
            <a:xfrm flipH="1">
              <a:off x="4400988" y="4629950"/>
              <a:ext cx="1231850" cy="1065550"/>
            </a:xfrm>
            <a:custGeom>
              <a:avLst/>
              <a:gdLst/>
              <a:ahLst/>
              <a:cxnLst/>
              <a:rect l="l" t="t" r="r" b="b"/>
              <a:pathLst>
                <a:path w="49274" h="42622" extrusionOk="0">
                  <a:moveTo>
                    <a:pt x="48694" y="1"/>
                  </a:moveTo>
                  <a:cubicBezTo>
                    <a:pt x="48391" y="1"/>
                    <a:pt x="48073" y="198"/>
                    <a:pt x="48043" y="582"/>
                  </a:cubicBezTo>
                  <a:cubicBezTo>
                    <a:pt x="47739" y="3804"/>
                    <a:pt x="43818" y="6114"/>
                    <a:pt x="41356" y="7816"/>
                  </a:cubicBezTo>
                  <a:cubicBezTo>
                    <a:pt x="39197" y="9306"/>
                    <a:pt x="37465" y="10947"/>
                    <a:pt x="35945" y="13105"/>
                  </a:cubicBezTo>
                  <a:cubicBezTo>
                    <a:pt x="35033" y="14412"/>
                    <a:pt x="34152" y="15993"/>
                    <a:pt x="32419" y="16175"/>
                  </a:cubicBezTo>
                  <a:cubicBezTo>
                    <a:pt x="31143" y="16327"/>
                    <a:pt x="29957" y="16175"/>
                    <a:pt x="28681" y="16479"/>
                  </a:cubicBezTo>
                  <a:cubicBezTo>
                    <a:pt x="26188" y="17056"/>
                    <a:pt x="23848" y="18394"/>
                    <a:pt x="21507" y="19366"/>
                  </a:cubicBezTo>
                  <a:cubicBezTo>
                    <a:pt x="20291" y="19853"/>
                    <a:pt x="19015" y="20309"/>
                    <a:pt x="17769" y="20673"/>
                  </a:cubicBezTo>
                  <a:cubicBezTo>
                    <a:pt x="16522" y="21038"/>
                    <a:pt x="15154" y="20856"/>
                    <a:pt x="13878" y="21221"/>
                  </a:cubicBezTo>
                  <a:cubicBezTo>
                    <a:pt x="12540" y="21585"/>
                    <a:pt x="11446" y="22436"/>
                    <a:pt x="10443" y="23439"/>
                  </a:cubicBezTo>
                  <a:cubicBezTo>
                    <a:pt x="9470" y="24412"/>
                    <a:pt x="8559" y="25020"/>
                    <a:pt x="7464" y="25841"/>
                  </a:cubicBezTo>
                  <a:cubicBezTo>
                    <a:pt x="5245" y="27482"/>
                    <a:pt x="4516" y="29914"/>
                    <a:pt x="4881" y="32497"/>
                  </a:cubicBezTo>
                  <a:cubicBezTo>
                    <a:pt x="5094" y="33926"/>
                    <a:pt x="5002" y="35537"/>
                    <a:pt x="4850" y="36996"/>
                  </a:cubicBezTo>
                  <a:cubicBezTo>
                    <a:pt x="4656" y="38717"/>
                    <a:pt x="3472" y="41606"/>
                    <a:pt x="1299" y="41606"/>
                  </a:cubicBezTo>
                  <a:cubicBezTo>
                    <a:pt x="1094" y="41606"/>
                    <a:pt x="879" y="41580"/>
                    <a:pt x="656" y="41525"/>
                  </a:cubicBezTo>
                  <a:cubicBezTo>
                    <a:pt x="609" y="41511"/>
                    <a:pt x="565" y="41505"/>
                    <a:pt x="525" y="41505"/>
                  </a:cubicBezTo>
                  <a:cubicBezTo>
                    <a:pt x="112" y="41505"/>
                    <a:pt x="0" y="42149"/>
                    <a:pt x="443" y="42315"/>
                  </a:cubicBezTo>
                  <a:cubicBezTo>
                    <a:pt x="1010" y="42519"/>
                    <a:pt x="1568" y="42622"/>
                    <a:pt x="2105" y="42622"/>
                  </a:cubicBezTo>
                  <a:cubicBezTo>
                    <a:pt x="3326" y="42622"/>
                    <a:pt x="4441" y="42094"/>
                    <a:pt x="5306" y="41039"/>
                  </a:cubicBezTo>
                  <a:cubicBezTo>
                    <a:pt x="6765" y="39276"/>
                    <a:pt x="6826" y="36874"/>
                    <a:pt x="6978" y="34716"/>
                  </a:cubicBezTo>
                  <a:cubicBezTo>
                    <a:pt x="7069" y="33440"/>
                    <a:pt x="7616" y="32345"/>
                    <a:pt x="8467" y="31373"/>
                  </a:cubicBezTo>
                  <a:cubicBezTo>
                    <a:pt x="9167" y="30522"/>
                    <a:pt x="10352" y="30370"/>
                    <a:pt x="11355" y="29975"/>
                  </a:cubicBezTo>
                  <a:cubicBezTo>
                    <a:pt x="12601" y="29458"/>
                    <a:pt x="13544" y="28759"/>
                    <a:pt x="14486" y="27816"/>
                  </a:cubicBezTo>
                  <a:cubicBezTo>
                    <a:pt x="15337" y="26965"/>
                    <a:pt x="16006" y="26905"/>
                    <a:pt x="17191" y="26722"/>
                  </a:cubicBezTo>
                  <a:cubicBezTo>
                    <a:pt x="19653" y="26388"/>
                    <a:pt x="21598" y="25354"/>
                    <a:pt x="23513" y="23804"/>
                  </a:cubicBezTo>
                  <a:cubicBezTo>
                    <a:pt x="25428" y="22254"/>
                    <a:pt x="26918" y="20522"/>
                    <a:pt x="29197" y="19640"/>
                  </a:cubicBezTo>
                  <a:cubicBezTo>
                    <a:pt x="31264" y="18850"/>
                    <a:pt x="33392" y="19063"/>
                    <a:pt x="35185" y="17664"/>
                  </a:cubicBezTo>
                  <a:cubicBezTo>
                    <a:pt x="37009" y="16266"/>
                    <a:pt x="37951" y="14108"/>
                    <a:pt x="39532" y="12436"/>
                  </a:cubicBezTo>
                  <a:cubicBezTo>
                    <a:pt x="41477" y="10339"/>
                    <a:pt x="44152" y="9123"/>
                    <a:pt x="46280" y="7239"/>
                  </a:cubicBezTo>
                  <a:cubicBezTo>
                    <a:pt x="48255" y="5506"/>
                    <a:pt x="49167" y="3166"/>
                    <a:pt x="49258" y="582"/>
                  </a:cubicBezTo>
                  <a:cubicBezTo>
                    <a:pt x="49274" y="191"/>
                    <a:pt x="48991" y="1"/>
                    <a:pt x="486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2" name="Google Shape;1342;p9"/>
            <p:cNvGrpSpPr/>
            <p:nvPr/>
          </p:nvGrpSpPr>
          <p:grpSpPr>
            <a:xfrm flipH="1">
              <a:off x="5584722" y="4308365"/>
              <a:ext cx="822293" cy="608113"/>
              <a:chOff x="2865710" y="4140652"/>
              <a:chExt cx="822293" cy="608113"/>
            </a:xfrm>
          </p:grpSpPr>
          <p:sp>
            <p:nvSpPr>
              <p:cNvPr id="1343" name="Google Shape;1343;p9"/>
              <p:cNvSpPr/>
              <p:nvPr/>
            </p:nvSpPr>
            <p:spPr>
              <a:xfrm rot="-7016196">
                <a:off x="3007886" y="4562827"/>
                <a:ext cx="57774" cy="10334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134" extrusionOk="0">
                    <a:moveTo>
                      <a:pt x="1228" y="0"/>
                    </a:moveTo>
                    <a:cubicBezTo>
                      <a:pt x="1102" y="0"/>
                      <a:pt x="977" y="49"/>
                      <a:pt x="882" y="163"/>
                    </a:cubicBezTo>
                    <a:cubicBezTo>
                      <a:pt x="669" y="436"/>
                      <a:pt x="578" y="740"/>
                      <a:pt x="396" y="1044"/>
                    </a:cubicBezTo>
                    <a:cubicBezTo>
                      <a:pt x="152" y="1531"/>
                      <a:pt x="0" y="1804"/>
                      <a:pt x="92" y="2382"/>
                    </a:cubicBezTo>
                    <a:cubicBezTo>
                      <a:pt x="213" y="3142"/>
                      <a:pt x="730" y="3689"/>
                      <a:pt x="1368" y="4053"/>
                    </a:cubicBezTo>
                    <a:cubicBezTo>
                      <a:pt x="1466" y="4102"/>
                      <a:pt x="1572" y="4134"/>
                      <a:pt x="1678" y="4134"/>
                    </a:cubicBezTo>
                    <a:cubicBezTo>
                      <a:pt x="1770" y="4134"/>
                      <a:pt x="1861" y="4110"/>
                      <a:pt x="1946" y="4053"/>
                    </a:cubicBezTo>
                    <a:cubicBezTo>
                      <a:pt x="2311" y="3810"/>
                      <a:pt x="2219" y="3324"/>
                      <a:pt x="2189" y="2929"/>
                    </a:cubicBezTo>
                    <a:cubicBezTo>
                      <a:pt x="2128" y="2534"/>
                      <a:pt x="2159" y="2138"/>
                      <a:pt x="2067" y="1713"/>
                    </a:cubicBezTo>
                    <a:cubicBezTo>
                      <a:pt x="2007" y="1500"/>
                      <a:pt x="1824" y="1348"/>
                      <a:pt x="1763" y="1135"/>
                    </a:cubicBezTo>
                    <a:cubicBezTo>
                      <a:pt x="1703" y="983"/>
                      <a:pt x="1794" y="710"/>
                      <a:pt x="1794" y="528"/>
                    </a:cubicBezTo>
                    <a:cubicBezTo>
                      <a:pt x="1794" y="235"/>
                      <a:pt x="1507" y="0"/>
                      <a:pt x="12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9"/>
              <p:cNvSpPr/>
              <p:nvPr/>
            </p:nvSpPr>
            <p:spPr>
              <a:xfrm rot="-7016196">
                <a:off x="2966336" y="4516401"/>
                <a:ext cx="45025" cy="66949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2678" extrusionOk="0">
                    <a:moveTo>
                      <a:pt x="607" y="1"/>
                    </a:moveTo>
                    <a:cubicBezTo>
                      <a:pt x="518" y="1"/>
                      <a:pt x="428" y="21"/>
                      <a:pt x="342" y="64"/>
                    </a:cubicBezTo>
                    <a:cubicBezTo>
                      <a:pt x="145" y="204"/>
                      <a:pt x="0" y="474"/>
                      <a:pt x="51" y="706"/>
                    </a:cubicBezTo>
                    <a:lnTo>
                      <a:pt x="51" y="706"/>
                    </a:lnTo>
                    <a:cubicBezTo>
                      <a:pt x="11" y="957"/>
                      <a:pt x="85" y="1124"/>
                      <a:pt x="159" y="1371"/>
                    </a:cubicBezTo>
                    <a:cubicBezTo>
                      <a:pt x="190" y="1553"/>
                      <a:pt x="190" y="1705"/>
                      <a:pt x="190" y="1888"/>
                    </a:cubicBezTo>
                    <a:cubicBezTo>
                      <a:pt x="190" y="2283"/>
                      <a:pt x="433" y="2496"/>
                      <a:pt x="767" y="2648"/>
                    </a:cubicBezTo>
                    <a:cubicBezTo>
                      <a:pt x="797" y="2678"/>
                      <a:pt x="889" y="2678"/>
                      <a:pt x="949" y="2678"/>
                    </a:cubicBezTo>
                    <a:cubicBezTo>
                      <a:pt x="1314" y="2678"/>
                      <a:pt x="1618" y="2404"/>
                      <a:pt x="1709" y="2100"/>
                    </a:cubicBezTo>
                    <a:cubicBezTo>
                      <a:pt x="1801" y="1766"/>
                      <a:pt x="1770" y="1371"/>
                      <a:pt x="1679" y="1006"/>
                    </a:cubicBezTo>
                    <a:cubicBezTo>
                      <a:pt x="1562" y="569"/>
                      <a:pt x="1362" y="215"/>
                      <a:pt x="916" y="80"/>
                    </a:cubicBezTo>
                    <a:lnTo>
                      <a:pt x="916" y="80"/>
                    </a:lnTo>
                    <a:cubicBezTo>
                      <a:pt x="818" y="29"/>
                      <a:pt x="713" y="1"/>
                      <a:pt x="6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9"/>
              <p:cNvSpPr/>
              <p:nvPr/>
            </p:nvSpPr>
            <p:spPr>
              <a:xfrm rot="-7016196">
                <a:off x="3030704" y="4450217"/>
                <a:ext cx="29675" cy="32675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307" extrusionOk="0">
                    <a:moveTo>
                      <a:pt x="799" y="0"/>
                    </a:moveTo>
                    <a:cubicBezTo>
                      <a:pt x="710" y="0"/>
                      <a:pt x="618" y="39"/>
                      <a:pt x="553" y="133"/>
                    </a:cubicBezTo>
                    <a:cubicBezTo>
                      <a:pt x="461" y="285"/>
                      <a:pt x="340" y="437"/>
                      <a:pt x="249" y="619"/>
                    </a:cubicBezTo>
                    <a:cubicBezTo>
                      <a:pt x="218" y="680"/>
                      <a:pt x="188" y="741"/>
                      <a:pt x="157" y="832"/>
                    </a:cubicBezTo>
                    <a:cubicBezTo>
                      <a:pt x="127" y="923"/>
                      <a:pt x="97" y="984"/>
                      <a:pt x="66" y="1075"/>
                    </a:cubicBezTo>
                    <a:cubicBezTo>
                      <a:pt x="1" y="1206"/>
                      <a:pt x="124" y="1306"/>
                      <a:pt x="244" y="1306"/>
                    </a:cubicBezTo>
                    <a:cubicBezTo>
                      <a:pt x="290" y="1306"/>
                      <a:pt x="336" y="1291"/>
                      <a:pt x="370" y="1257"/>
                    </a:cubicBezTo>
                    <a:cubicBezTo>
                      <a:pt x="492" y="1136"/>
                      <a:pt x="644" y="1014"/>
                      <a:pt x="735" y="862"/>
                    </a:cubicBezTo>
                    <a:cubicBezTo>
                      <a:pt x="857" y="710"/>
                      <a:pt x="948" y="558"/>
                      <a:pt x="1039" y="406"/>
                    </a:cubicBezTo>
                    <a:cubicBezTo>
                      <a:pt x="1186" y="196"/>
                      <a:pt x="999" y="0"/>
                      <a:pt x="7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9"/>
              <p:cNvSpPr/>
              <p:nvPr/>
            </p:nvSpPr>
            <p:spPr>
              <a:xfrm rot="-7016196">
                <a:off x="3121320" y="4409859"/>
                <a:ext cx="41825" cy="79624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3185" extrusionOk="0">
                    <a:moveTo>
                      <a:pt x="836" y="0"/>
                    </a:moveTo>
                    <a:cubicBezTo>
                      <a:pt x="555" y="0"/>
                      <a:pt x="274" y="160"/>
                      <a:pt x="213" y="479"/>
                    </a:cubicBezTo>
                    <a:lnTo>
                      <a:pt x="183" y="479"/>
                    </a:lnTo>
                    <a:cubicBezTo>
                      <a:pt x="152" y="570"/>
                      <a:pt x="91" y="661"/>
                      <a:pt x="61" y="783"/>
                    </a:cubicBezTo>
                    <a:cubicBezTo>
                      <a:pt x="31" y="904"/>
                      <a:pt x="31" y="1026"/>
                      <a:pt x="31" y="1148"/>
                    </a:cubicBezTo>
                    <a:cubicBezTo>
                      <a:pt x="0" y="1360"/>
                      <a:pt x="0" y="1603"/>
                      <a:pt x="0" y="1816"/>
                    </a:cubicBezTo>
                    <a:cubicBezTo>
                      <a:pt x="31" y="2090"/>
                      <a:pt x="152" y="2242"/>
                      <a:pt x="243" y="2485"/>
                    </a:cubicBezTo>
                    <a:cubicBezTo>
                      <a:pt x="335" y="2667"/>
                      <a:pt x="395" y="2850"/>
                      <a:pt x="517" y="3002"/>
                    </a:cubicBezTo>
                    <a:cubicBezTo>
                      <a:pt x="593" y="3123"/>
                      <a:pt x="715" y="3184"/>
                      <a:pt x="836" y="3184"/>
                    </a:cubicBezTo>
                    <a:cubicBezTo>
                      <a:pt x="958" y="3184"/>
                      <a:pt x="1079" y="3123"/>
                      <a:pt x="1155" y="3002"/>
                    </a:cubicBezTo>
                    <a:cubicBezTo>
                      <a:pt x="1277" y="2850"/>
                      <a:pt x="1338" y="2667"/>
                      <a:pt x="1398" y="2485"/>
                    </a:cubicBezTo>
                    <a:cubicBezTo>
                      <a:pt x="1520" y="2242"/>
                      <a:pt x="1611" y="2090"/>
                      <a:pt x="1642" y="1816"/>
                    </a:cubicBezTo>
                    <a:cubicBezTo>
                      <a:pt x="1672" y="1603"/>
                      <a:pt x="1672" y="1360"/>
                      <a:pt x="1642" y="1148"/>
                    </a:cubicBezTo>
                    <a:cubicBezTo>
                      <a:pt x="1642" y="1026"/>
                      <a:pt x="1611" y="904"/>
                      <a:pt x="1611" y="783"/>
                    </a:cubicBezTo>
                    <a:cubicBezTo>
                      <a:pt x="1550" y="692"/>
                      <a:pt x="1520" y="570"/>
                      <a:pt x="1459" y="479"/>
                    </a:cubicBezTo>
                    <a:cubicBezTo>
                      <a:pt x="1398" y="160"/>
                      <a:pt x="1117" y="0"/>
                      <a:pt x="8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9"/>
              <p:cNvSpPr/>
              <p:nvPr/>
            </p:nvSpPr>
            <p:spPr>
              <a:xfrm rot="-7016196">
                <a:off x="3135058" y="4522280"/>
                <a:ext cx="42600" cy="475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903" extrusionOk="0">
                    <a:moveTo>
                      <a:pt x="1000" y="0"/>
                    </a:moveTo>
                    <a:cubicBezTo>
                      <a:pt x="766" y="0"/>
                      <a:pt x="539" y="119"/>
                      <a:pt x="427" y="321"/>
                    </a:cubicBezTo>
                    <a:cubicBezTo>
                      <a:pt x="305" y="503"/>
                      <a:pt x="214" y="686"/>
                      <a:pt x="123" y="898"/>
                    </a:cubicBezTo>
                    <a:cubicBezTo>
                      <a:pt x="31" y="1081"/>
                      <a:pt x="1" y="1233"/>
                      <a:pt x="62" y="1415"/>
                    </a:cubicBezTo>
                    <a:cubicBezTo>
                      <a:pt x="92" y="1567"/>
                      <a:pt x="214" y="1750"/>
                      <a:pt x="366" y="1810"/>
                    </a:cubicBezTo>
                    <a:cubicBezTo>
                      <a:pt x="469" y="1872"/>
                      <a:pt x="586" y="1903"/>
                      <a:pt x="705" y="1903"/>
                    </a:cubicBezTo>
                    <a:cubicBezTo>
                      <a:pt x="934" y="1903"/>
                      <a:pt x="1168" y="1788"/>
                      <a:pt x="1308" y="1567"/>
                    </a:cubicBezTo>
                    <a:cubicBezTo>
                      <a:pt x="1430" y="1354"/>
                      <a:pt x="1521" y="1081"/>
                      <a:pt x="1642" y="838"/>
                    </a:cubicBezTo>
                    <a:cubicBezTo>
                      <a:pt x="1703" y="686"/>
                      <a:pt x="1642" y="443"/>
                      <a:pt x="1551" y="321"/>
                    </a:cubicBezTo>
                    <a:cubicBezTo>
                      <a:pt x="1490" y="199"/>
                      <a:pt x="1369" y="108"/>
                      <a:pt x="1247" y="47"/>
                    </a:cubicBezTo>
                    <a:cubicBezTo>
                      <a:pt x="1167" y="15"/>
                      <a:pt x="1083" y="0"/>
                      <a:pt x="10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9"/>
              <p:cNvSpPr/>
              <p:nvPr/>
            </p:nvSpPr>
            <p:spPr>
              <a:xfrm rot="-7016196">
                <a:off x="3197074" y="4592698"/>
                <a:ext cx="77249" cy="80449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218" extrusionOk="0">
                    <a:moveTo>
                      <a:pt x="2223" y="1"/>
                    </a:moveTo>
                    <a:cubicBezTo>
                      <a:pt x="2179" y="1"/>
                      <a:pt x="2133" y="6"/>
                      <a:pt x="2088" y="14"/>
                    </a:cubicBezTo>
                    <a:lnTo>
                      <a:pt x="2088" y="14"/>
                    </a:lnTo>
                    <a:cubicBezTo>
                      <a:pt x="2055" y="11"/>
                      <a:pt x="2022" y="9"/>
                      <a:pt x="1988" y="9"/>
                    </a:cubicBezTo>
                    <a:cubicBezTo>
                      <a:pt x="1540" y="9"/>
                      <a:pt x="1059" y="312"/>
                      <a:pt x="761" y="635"/>
                    </a:cubicBezTo>
                    <a:cubicBezTo>
                      <a:pt x="426" y="1000"/>
                      <a:pt x="153" y="1486"/>
                      <a:pt x="62" y="2003"/>
                    </a:cubicBezTo>
                    <a:cubicBezTo>
                      <a:pt x="1" y="2398"/>
                      <a:pt x="122" y="2884"/>
                      <a:pt x="518" y="3066"/>
                    </a:cubicBezTo>
                    <a:cubicBezTo>
                      <a:pt x="705" y="3170"/>
                      <a:pt x="835" y="3217"/>
                      <a:pt x="995" y="3217"/>
                    </a:cubicBezTo>
                    <a:cubicBezTo>
                      <a:pt x="1070" y="3217"/>
                      <a:pt x="1151" y="3207"/>
                      <a:pt x="1247" y="3188"/>
                    </a:cubicBezTo>
                    <a:cubicBezTo>
                      <a:pt x="1551" y="3097"/>
                      <a:pt x="1855" y="2823"/>
                      <a:pt x="1916" y="2489"/>
                    </a:cubicBezTo>
                    <a:cubicBezTo>
                      <a:pt x="1977" y="2246"/>
                      <a:pt x="2037" y="2063"/>
                      <a:pt x="2159" y="1851"/>
                    </a:cubicBezTo>
                    <a:cubicBezTo>
                      <a:pt x="2306" y="1641"/>
                      <a:pt x="2511" y="1489"/>
                      <a:pt x="2664" y="1294"/>
                    </a:cubicBezTo>
                    <a:lnTo>
                      <a:pt x="2664" y="1294"/>
                    </a:lnTo>
                    <a:cubicBezTo>
                      <a:pt x="2754" y="1216"/>
                      <a:pt x="2806" y="1134"/>
                      <a:pt x="2858" y="1030"/>
                    </a:cubicBezTo>
                    <a:cubicBezTo>
                      <a:pt x="2875" y="996"/>
                      <a:pt x="2892" y="962"/>
                      <a:pt x="2904" y="928"/>
                    </a:cubicBezTo>
                    <a:lnTo>
                      <a:pt x="2904" y="928"/>
                    </a:lnTo>
                    <a:cubicBezTo>
                      <a:pt x="3090" y="663"/>
                      <a:pt x="3032" y="225"/>
                      <a:pt x="2676" y="149"/>
                    </a:cubicBezTo>
                    <a:lnTo>
                      <a:pt x="2676" y="149"/>
                    </a:lnTo>
                    <a:cubicBezTo>
                      <a:pt x="2706" y="194"/>
                      <a:pt x="2721" y="217"/>
                      <a:pt x="2718" y="217"/>
                    </a:cubicBezTo>
                    <a:cubicBezTo>
                      <a:pt x="2714" y="217"/>
                      <a:pt x="2691" y="194"/>
                      <a:pt x="2645" y="149"/>
                    </a:cubicBezTo>
                    <a:cubicBezTo>
                      <a:pt x="2554" y="88"/>
                      <a:pt x="2463" y="57"/>
                      <a:pt x="2372" y="27"/>
                    </a:cubicBezTo>
                    <a:cubicBezTo>
                      <a:pt x="2325" y="8"/>
                      <a:pt x="2275" y="1"/>
                      <a:pt x="222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9"/>
              <p:cNvSpPr/>
              <p:nvPr/>
            </p:nvSpPr>
            <p:spPr>
              <a:xfrm rot="-7016196">
                <a:off x="3225815" y="4382501"/>
                <a:ext cx="99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275" extrusionOk="0">
                    <a:moveTo>
                      <a:pt x="183" y="1"/>
                    </a:moveTo>
                    <a:cubicBezTo>
                      <a:pt x="0" y="1"/>
                      <a:pt x="0" y="274"/>
                      <a:pt x="183" y="274"/>
                    </a:cubicBezTo>
                    <a:cubicBezTo>
                      <a:pt x="395" y="274"/>
                      <a:pt x="395" y="1"/>
                      <a:pt x="1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9"/>
              <p:cNvSpPr/>
              <p:nvPr/>
            </p:nvSpPr>
            <p:spPr>
              <a:xfrm rot="-7016196">
                <a:off x="3273269" y="4491390"/>
                <a:ext cx="24350" cy="39525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581" extrusionOk="0">
                    <a:moveTo>
                      <a:pt x="487" y="0"/>
                    </a:moveTo>
                    <a:cubicBezTo>
                      <a:pt x="244" y="30"/>
                      <a:pt x="0" y="213"/>
                      <a:pt x="31" y="486"/>
                    </a:cubicBezTo>
                    <a:lnTo>
                      <a:pt x="0" y="486"/>
                    </a:lnTo>
                    <a:lnTo>
                      <a:pt x="31" y="1094"/>
                    </a:lnTo>
                    <a:cubicBezTo>
                      <a:pt x="31" y="1337"/>
                      <a:pt x="244" y="1581"/>
                      <a:pt x="487" y="1581"/>
                    </a:cubicBezTo>
                    <a:cubicBezTo>
                      <a:pt x="760" y="1550"/>
                      <a:pt x="943" y="1368"/>
                      <a:pt x="973" y="1094"/>
                    </a:cubicBezTo>
                    <a:lnTo>
                      <a:pt x="973" y="486"/>
                    </a:lnTo>
                    <a:cubicBezTo>
                      <a:pt x="973" y="243"/>
                      <a:pt x="760" y="0"/>
                      <a:pt x="4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9"/>
              <p:cNvSpPr/>
              <p:nvPr/>
            </p:nvSpPr>
            <p:spPr>
              <a:xfrm rot="-7016196">
                <a:off x="3197746" y="4380793"/>
                <a:ext cx="44100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369" extrusionOk="0">
                    <a:moveTo>
                      <a:pt x="882" y="1"/>
                    </a:moveTo>
                    <a:cubicBezTo>
                      <a:pt x="0" y="1"/>
                      <a:pt x="0" y="1368"/>
                      <a:pt x="882" y="1368"/>
                    </a:cubicBezTo>
                    <a:cubicBezTo>
                      <a:pt x="1763" y="1368"/>
                      <a:pt x="1763" y="1"/>
                      <a:pt x="8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9"/>
              <p:cNvSpPr/>
              <p:nvPr/>
            </p:nvSpPr>
            <p:spPr>
              <a:xfrm rot="-7016196">
                <a:off x="2878951" y="4474420"/>
                <a:ext cx="50800" cy="60874"/>
              </a:xfrm>
              <a:custGeom>
                <a:avLst/>
                <a:gdLst/>
                <a:ahLst/>
                <a:cxnLst/>
                <a:rect l="l" t="t" r="r" b="b"/>
                <a:pathLst>
                  <a:path w="2032" h="2435" extrusionOk="0">
                    <a:moveTo>
                      <a:pt x="665" y="0"/>
                    </a:moveTo>
                    <a:cubicBezTo>
                      <a:pt x="603" y="0"/>
                      <a:pt x="526" y="29"/>
                      <a:pt x="482" y="73"/>
                    </a:cubicBezTo>
                    <a:cubicBezTo>
                      <a:pt x="435" y="143"/>
                      <a:pt x="407" y="195"/>
                      <a:pt x="368" y="256"/>
                    </a:cubicBezTo>
                    <a:lnTo>
                      <a:pt x="368" y="256"/>
                    </a:lnTo>
                    <a:cubicBezTo>
                      <a:pt x="1" y="655"/>
                      <a:pt x="160" y="1341"/>
                      <a:pt x="269" y="1806"/>
                    </a:cubicBezTo>
                    <a:cubicBezTo>
                      <a:pt x="330" y="2079"/>
                      <a:pt x="603" y="2353"/>
                      <a:pt x="877" y="2414"/>
                    </a:cubicBezTo>
                    <a:cubicBezTo>
                      <a:pt x="974" y="2424"/>
                      <a:pt x="1066" y="2435"/>
                      <a:pt x="1156" y="2435"/>
                    </a:cubicBezTo>
                    <a:cubicBezTo>
                      <a:pt x="1319" y="2435"/>
                      <a:pt x="1469" y="2399"/>
                      <a:pt x="1606" y="2262"/>
                    </a:cubicBezTo>
                    <a:lnTo>
                      <a:pt x="1698" y="2201"/>
                    </a:lnTo>
                    <a:cubicBezTo>
                      <a:pt x="1910" y="2018"/>
                      <a:pt x="2032" y="1654"/>
                      <a:pt x="1910" y="1380"/>
                    </a:cubicBezTo>
                    <a:cubicBezTo>
                      <a:pt x="1796" y="1061"/>
                      <a:pt x="1700" y="777"/>
                      <a:pt x="1492" y="539"/>
                    </a:cubicBezTo>
                    <a:lnTo>
                      <a:pt x="1492" y="539"/>
                    </a:lnTo>
                    <a:lnTo>
                      <a:pt x="1515" y="559"/>
                    </a:lnTo>
                    <a:cubicBezTo>
                      <a:pt x="1359" y="326"/>
                      <a:pt x="1181" y="114"/>
                      <a:pt x="924" y="76"/>
                    </a:cubicBezTo>
                    <a:lnTo>
                      <a:pt x="924" y="76"/>
                    </a:lnTo>
                    <a:cubicBezTo>
                      <a:pt x="864" y="50"/>
                      <a:pt x="801" y="31"/>
                      <a:pt x="725" y="12"/>
                    </a:cubicBezTo>
                    <a:cubicBezTo>
                      <a:pt x="709" y="4"/>
                      <a:pt x="688" y="0"/>
                      <a:pt x="6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9"/>
              <p:cNvSpPr/>
              <p:nvPr/>
            </p:nvSpPr>
            <p:spPr>
              <a:xfrm rot="-7016196">
                <a:off x="3000470" y="4291259"/>
                <a:ext cx="41825" cy="79624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3185" extrusionOk="0">
                    <a:moveTo>
                      <a:pt x="836" y="0"/>
                    </a:moveTo>
                    <a:cubicBezTo>
                      <a:pt x="555" y="0"/>
                      <a:pt x="274" y="160"/>
                      <a:pt x="213" y="479"/>
                    </a:cubicBezTo>
                    <a:lnTo>
                      <a:pt x="183" y="479"/>
                    </a:lnTo>
                    <a:cubicBezTo>
                      <a:pt x="152" y="570"/>
                      <a:pt x="91" y="661"/>
                      <a:pt x="61" y="783"/>
                    </a:cubicBezTo>
                    <a:cubicBezTo>
                      <a:pt x="31" y="904"/>
                      <a:pt x="31" y="1026"/>
                      <a:pt x="31" y="1148"/>
                    </a:cubicBezTo>
                    <a:cubicBezTo>
                      <a:pt x="0" y="1360"/>
                      <a:pt x="0" y="1603"/>
                      <a:pt x="0" y="1816"/>
                    </a:cubicBezTo>
                    <a:cubicBezTo>
                      <a:pt x="31" y="2090"/>
                      <a:pt x="152" y="2242"/>
                      <a:pt x="243" y="2485"/>
                    </a:cubicBezTo>
                    <a:cubicBezTo>
                      <a:pt x="335" y="2667"/>
                      <a:pt x="395" y="2850"/>
                      <a:pt x="517" y="3002"/>
                    </a:cubicBezTo>
                    <a:cubicBezTo>
                      <a:pt x="593" y="3123"/>
                      <a:pt x="715" y="3184"/>
                      <a:pt x="836" y="3184"/>
                    </a:cubicBezTo>
                    <a:cubicBezTo>
                      <a:pt x="958" y="3184"/>
                      <a:pt x="1079" y="3123"/>
                      <a:pt x="1155" y="3002"/>
                    </a:cubicBezTo>
                    <a:cubicBezTo>
                      <a:pt x="1277" y="2850"/>
                      <a:pt x="1338" y="2667"/>
                      <a:pt x="1398" y="2485"/>
                    </a:cubicBezTo>
                    <a:cubicBezTo>
                      <a:pt x="1520" y="2242"/>
                      <a:pt x="1611" y="2090"/>
                      <a:pt x="1642" y="1816"/>
                    </a:cubicBezTo>
                    <a:cubicBezTo>
                      <a:pt x="1672" y="1603"/>
                      <a:pt x="1672" y="1360"/>
                      <a:pt x="1642" y="1148"/>
                    </a:cubicBezTo>
                    <a:cubicBezTo>
                      <a:pt x="1642" y="1026"/>
                      <a:pt x="1611" y="904"/>
                      <a:pt x="1611" y="783"/>
                    </a:cubicBezTo>
                    <a:cubicBezTo>
                      <a:pt x="1550" y="692"/>
                      <a:pt x="1520" y="570"/>
                      <a:pt x="1459" y="479"/>
                    </a:cubicBezTo>
                    <a:cubicBezTo>
                      <a:pt x="1398" y="160"/>
                      <a:pt x="1117" y="0"/>
                      <a:pt x="8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9"/>
              <p:cNvSpPr/>
              <p:nvPr/>
            </p:nvSpPr>
            <p:spPr>
              <a:xfrm rot="-7016196">
                <a:off x="3351624" y="4459464"/>
                <a:ext cx="57774" cy="10334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134" extrusionOk="0">
                    <a:moveTo>
                      <a:pt x="1228" y="0"/>
                    </a:moveTo>
                    <a:cubicBezTo>
                      <a:pt x="1102" y="0"/>
                      <a:pt x="977" y="49"/>
                      <a:pt x="882" y="163"/>
                    </a:cubicBezTo>
                    <a:cubicBezTo>
                      <a:pt x="669" y="436"/>
                      <a:pt x="578" y="740"/>
                      <a:pt x="396" y="1044"/>
                    </a:cubicBezTo>
                    <a:cubicBezTo>
                      <a:pt x="152" y="1531"/>
                      <a:pt x="0" y="1804"/>
                      <a:pt x="92" y="2382"/>
                    </a:cubicBezTo>
                    <a:cubicBezTo>
                      <a:pt x="213" y="3142"/>
                      <a:pt x="730" y="3689"/>
                      <a:pt x="1368" y="4053"/>
                    </a:cubicBezTo>
                    <a:cubicBezTo>
                      <a:pt x="1466" y="4102"/>
                      <a:pt x="1572" y="4134"/>
                      <a:pt x="1678" y="4134"/>
                    </a:cubicBezTo>
                    <a:cubicBezTo>
                      <a:pt x="1770" y="4134"/>
                      <a:pt x="1861" y="4110"/>
                      <a:pt x="1946" y="4053"/>
                    </a:cubicBezTo>
                    <a:cubicBezTo>
                      <a:pt x="2311" y="3810"/>
                      <a:pt x="2219" y="3324"/>
                      <a:pt x="2189" y="2929"/>
                    </a:cubicBezTo>
                    <a:cubicBezTo>
                      <a:pt x="2128" y="2534"/>
                      <a:pt x="2159" y="2138"/>
                      <a:pt x="2067" y="1713"/>
                    </a:cubicBezTo>
                    <a:cubicBezTo>
                      <a:pt x="2007" y="1500"/>
                      <a:pt x="1824" y="1348"/>
                      <a:pt x="1763" y="1135"/>
                    </a:cubicBezTo>
                    <a:cubicBezTo>
                      <a:pt x="1703" y="983"/>
                      <a:pt x="1794" y="710"/>
                      <a:pt x="1794" y="528"/>
                    </a:cubicBezTo>
                    <a:cubicBezTo>
                      <a:pt x="1794" y="235"/>
                      <a:pt x="1507" y="0"/>
                      <a:pt x="12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9"/>
              <p:cNvSpPr/>
              <p:nvPr/>
            </p:nvSpPr>
            <p:spPr>
              <a:xfrm rot="-7016196">
                <a:off x="3134309" y="4274543"/>
                <a:ext cx="44100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369" extrusionOk="0">
                    <a:moveTo>
                      <a:pt x="882" y="1"/>
                    </a:moveTo>
                    <a:cubicBezTo>
                      <a:pt x="0" y="1"/>
                      <a:pt x="0" y="1368"/>
                      <a:pt x="882" y="1368"/>
                    </a:cubicBezTo>
                    <a:cubicBezTo>
                      <a:pt x="1763" y="1368"/>
                      <a:pt x="1763" y="1"/>
                      <a:pt x="8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9"/>
              <p:cNvSpPr/>
              <p:nvPr/>
            </p:nvSpPr>
            <p:spPr>
              <a:xfrm rot="-7016196">
                <a:off x="3263911" y="4297601"/>
                <a:ext cx="45025" cy="66949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2678" extrusionOk="0">
                    <a:moveTo>
                      <a:pt x="607" y="1"/>
                    </a:moveTo>
                    <a:cubicBezTo>
                      <a:pt x="518" y="1"/>
                      <a:pt x="428" y="21"/>
                      <a:pt x="342" y="64"/>
                    </a:cubicBezTo>
                    <a:cubicBezTo>
                      <a:pt x="145" y="204"/>
                      <a:pt x="0" y="474"/>
                      <a:pt x="51" y="706"/>
                    </a:cubicBezTo>
                    <a:lnTo>
                      <a:pt x="51" y="706"/>
                    </a:lnTo>
                    <a:cubicBezTo>
                      <a:pt x="11" y="957"/>
                      <a:pt x="85" y="1124"/>
                      <a:pt x="159" y="1371"/>
                    </a:cubicBezTo>
                    <a:cubicBezTo>
                      <a:pt x="190" y="1553"/>
                      <a:pt x="190" y="1705"/>
                      <a:pt x="190" y="1888"/>
                    </a:cubicBezTo>
                    <a:cubicBezTo>
                      <a:pt x="190" y="2283"/>
                      <a:pt x="433" y="2496"/>
                      <a:pt x="767" y="2648"/>
                    </a:cubicBezTo>
                    <a:cubicBezTo>
                      <a:pt x="797" y="2678"/>
                      <a:pt x="889" y="2678"/>
                      <a:pt x="949" y="2678"/>
                    </a:cubicBezTo>
                    <a:cubicBezTo>
                      <a:pt x="1314" y="2678"/>
                      <a:pt x="1618" y="2404"/>
                      <a:pt x="1709" y="2100"/>
                    </a:cubicBezTo>
                    <a:cubicBezTo>
                      <a:pt x="1801" y="1766"/>
                      <a:pt x="1770" y="1371"/>
                      <a:pt x="1679" y="1006"/>
                    </a:cubicBezTo>
                    <a:cubicBezTo>
                      <a:pt x="1562" y="569"/>
                      <a:pt x="1362" y="215"/>
                      <a:pt x="916" y="80"/>
                    </a:cubicBezTo>
                    <a:lnTo>
                      <a:pt x="916" y="80"/>
                    </a:lnTo>
                    <a:cubicBezTo>
                      <a:pt x="818" y="29"/>
                      <a:pt x="713" y="1"/>
                      <a:pt x="6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9"/>
              <p:cNvSpPr/>
              <p:nvPr/>
            </p:nvSpPr>
            <p:spPr>
              <a:xfrm rot="-7016196">
                <a:off x="3373651" y="4300633"/>
                <a:ext cx="50800" cy="60874"/>
              </a:xfrm>
              <a:custGeom>
                <a:avLst/>
                <a:gdLst/>
                <a:ahLst/>
                <a:cxnLst/>
                <a:rect l="l" t="t" r="r" b="b"/>
                <a:pathLst>
                  <a:path w="2032" h="2435" extrusionOk="0">
                    <a:moveTo>
                      <a:pt x="665" y="0"/>
                    </a:moveTo>
                    <a:cubicBezTo>
                      <a:pt x="603" y="0"/>
                      <a:pt x="526" y="29"/>
                      <a:pt x="482" y="73"/>
                    </a:cubicBezTo>
                    <a:cubicBezTo>
                      <a:pt x="435" y="143"/>
                      <a:pt x="407" y="195"/>
                      <a:pt x="368" y="256"/>
                    </a:cubicBezTo>
                    <a:lnTo>
                      <a:pt x="368" y="256"/>
                    </a:lnTo>
                    <a:cubicBezTo>
                      <a:pt x="1" y="655"/>
                      <a:pt x="160" y="1341"/>
                      <a:pt x="269" y="1806"/>
                    </a:cubicBezTo>
                    <a:cubicBezTo>
                      <a:pt x="330" y="2079"/>
                      <a:pt x="603" y="2353"/>
                      <a:pt x="877" y="2414"/>
                    </a:cubicBezTo>
                    <a:cubicBezTo>
                      <a:pt x="974" y="2424"/>
                      <a:pt x="1066" y="2435"/>
                      <a:pt x="1156" y="2435"/>
                    </a:cubicBezTo>
                    <a:cubicBezTo>
                      <a:pt x="1319" y="2435"/>
                      <a:pt x="1469" y="2399"/>
                      <a:pt x="1606" y="2262"/>
                    </a:cubicBezTo>
                    <a:lnTo>
                      <a:pt x="1698" y="2201"/>
                    </a:lnTo>
                    <a:cubicBezTo>
                      <a:pt x="1910" y="2018"/>
                      <a:pt x="2032" y="1654"/>
                      <a:pt x="1910" y="1380"/>
                    </a:cubicBezTo>
                    <a:cubicBezTo>
                      <a:pt x="1796" y="1061"/>
                      <a:pt x="1700" y="777"/>
                      <a:pt x="1492" y="539"/>
                    </a:cubicBezTo>
                    <a:lnTo>
                      <a:pt x="1492" y="539"/>
                    </a:lnTo>
                    <a:lnTo>
                      <a:pt x="1515" y="559"/>
                    </a:lnTo>
                    <a:cubicBezTo>
                      <a:pt x="1359" y="326"/>
                      <a:pt x="1181" y="114"/>
                      <a:pt x="924" y="76"/>
                    </a:cubicBezTo>
                    <a:lnTo>
                      <a:pt x="924" y="76"/>
                    </a:lnTo>
                    <a:cubicBezTo>
                      <a:pt x="864" y="50"/>
                      <a:pt x="801" y="31"/>
                      <a:pt x="725" y="12"/>
                    </a:cubicBezTo>
                    <a:cubicBezTo>
                      <a:pt x="709" y="4"/>
                      <a:pt x="688" y="0"/>
                      <a:pt x="6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9"/>
              <p:cNvSpPr/>
              <p:nvPr/>
            </p:nvSpPr>
            <p:spPr>
              <a:xfrm rot="-7016196">
                <a:off x="3492409" y="4449431"/>
                <a:ext cx="44100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369" extrusionOk="0">
                    <a:moveTo>
                      <a:pt x="882" y="1"/>
                    </a:moveTo>
                    <a:cubicBezTo>
                      <a:pt x="0" y="1"/>
                      <a:pt x="0" y="1368"/>
                      <a:pt x="882" y="1368"/>
                    </a:cubicBezTo>
                    <a:cubicBezTo>
                      <a:pt x="1763" y="1368"/>
                      <a:pt x="1763" y="1"/>
                      <a:pt x="8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9"/>
              <p:cNvSpPr/>
              <p:nvPr/>
            </p:nvSpPr>
            <p:spPr>
              <a:xfrm rot="-7016196">
                <a:off x="3599961" y="4428652"/>
                <a:ext cx="57774" cy="10334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134" extrusionOk="0">
                    <a:moveTo>
                      <a:pt x="1228" y="0"/>
                    </a:moveTo>
                    <a:cubicBezTo>
                      <a:pt x="1102" y="0"/>
                      <a:pt x="977" y="49"/>
                      <a:pt x="882" y="163"/>
                    </a:cubicBezTo>
                    <a:cubicBezTo>
                      <a:pt x="669" y="436"/>
                      <a:pt x="578" y="740"/>
                      <a:pt x="396" y="1044"/>
                    </a:cubicBezTo>
                    <a:cubicBezTo>
                      <a:pt x="152" y="1531"/>
                      <a:pt x="0" y="1804"/>
                      <a:pt x="92" y="2382"/>
                    </a:cubicBezTo>
                    <a:cubicBezTo>
                      <a:pt x="213" y="3142"/>
                      <a:pt x="730" y="3689"/>
                      <a:pt x="1368" y="4053"/>
                    </a:cubicBezTo>
                    <a:cubicBezTo>
                      <a:pt x="1466" y="4102"/>
                      <a:pt x="1572" y="4134"/>
                      <a:pt x="1678" y="4134"/>
                    </a:cubicBezTo>
                    <a:cubicBezTo>
                      <a:pt x="1770" y="4134"/>
                      <a:pt x="1861" y="4110"/>
                      <a:pt x="1946" y="4053"/>
                    </a:cubicBezTo>
                    <a:cubicBezTo>
                      <a:pt x="2311" y="3810"/>
                      <a:pt x="2219" y="3324"/>
                      <a:pt x="2189" y="2929"/>
                    </a:cubicBezTo>
                    <a:cubicBezTo>
                      <a:pt x="2128" y="2534"/>
                      <a:pt x="2159" y="2138"/>
                      <a:pt x="2067" y="1713"/>
                    </a:cubicBezTo>
                    <a:cubicBezTo>
                      <a:pt x="2007" y="1500"/>
                      <a:pt x="1824" y="1348"/>
                      <a:pt x="1763" y="1135"/>
                    </a:cubicBezTo>
                    <a:cubicBezTo>
                      <a:pt x="1703" y="983"/>
                      <a:pt x="1794" y="710"/>
                      <a:pt x="1794" y="528"/>
                    </a:cubicBezTo>
                    <a:cubicBezTo>
                      <a:pt x="1794" y="235"/>
                      <a:pt x="1507" y="0"/>
                      <a:pt x="12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9"/>
              <p:cNvSpPr/>
              <p:nvPr/>
            </p:nvSpPr>
            <p:spPr>
              <a:xfrm rot="-7016196">
                <a:off x="3540382" y="4291259"/>
                <a:ext cx="41825" cy="79624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3185" extrusionOk="0">
                    <a:moveTo>
                      <a:pt x="836" y="0"/>
                    </a:moveTo>
                    <a:cubicBezTo>
                      <a:pt x="555" y="0"/>
                      <a:pt x="274" y="160"/>
                      <a:pt x="213" y="479"/>
                    </a:cubicBezTo>
                    <a:lnTo>
                      <a:pt x="183" y="479"/>
                    </a:lnTo>
                    <a:cubicBezTo>
                      <a:pt x="152" y="570"/>
                      <a:pt x="91" y="661"/>
                      <a:pt x="61" y="783"/>
                    </a:cubicBezTo>
                    <a:cubicBezTo>
                      <a:pt x="31" y="904"/>
                      <a:pt x="31" y="1026"/>
                      <a:pt x="31" y="1148"/>
                    </a:cubicBezTo>
                    <a:cubicBezTo>
                      <a:pt x="0" y="1360"/>
                      <a:pt x="0" y="1603"/>
                      <a:pt x="0" y="1816"/>
                    </a:cubicBezTo>
                    <a:cubicBezTo>
                      <a:pt x="31" y="2090"/>
                      <a:pt x="152" y="2242"/>
                      <a:pt x="243" y="2485"/>
                    </a:cubicBezTo>
                    <a:cubicBezTo>
                      <a:pt x="335" y="2667"/>
                      <a:pt x="395" y="2850"/>
                      <a:pt x="517" y="3002"/>
                    </a:cubicBezTo>
                    <a:cubicBezTo>
                      <a:pt x="593" y="3123"/>
                      <a:pt x="715" y="3184"/>
                      <a:pt x="836" y="3184"/>
                    </a:cubicBezTo>
                    <a:cubicBezTo>
                      <a:pt x="958" y="3184"/>
                      <a:pt x="1079" y="3123"/>
                      <a:pt x="1155" y="3002"/>
                    </a:cubicBezTo>
                    <a:cubicBezTo>
                      <a:pt x="1277" y="2850"/>
                      <a:pt x="1338" y="2667"/>
                      <a:pt x="1398" y="2485"/>
                    </a:cubicBezTo>
                    <a:cubicBezTo>
                      <a:pt x="1520" y="2242"/>
                      <a:pt x="1611" y="2090"/>
                      <a:pt x="1642" y="1816"/>
                    </a:cubicBezTo>
                    <a:cubicBezTo>
                      <a:pt x="1672" y="1603"/>
                      <a:pt x="1672" y="1360"/>
                      <a:pt x="1642" y="1148"/>
                    </a:cubicBezTo>
                    <a:cubicBezTo>
                      <a:pt x="1642" y="1026"/>
                      <a:pt x="1611" y="904"/>
                      <a:pt x="1611" y="783"/>
                    </a:cubicBezTo>
                    <a:cubicBezTo>
                      <a:pt x="1550" y="692"/>
                      <a:pt x="1520" y="570"/>
                      <a:pt x="1459" y="479"/>
                    </a:cubicBezTo>
                    <a:cubicBezTo>
                      <a:pt x="1398" y="160"/>
                      <a:pt x="1117" y="0"/>
                      <a:pt x="8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9"/>
              <p:cNvSpPr/>
              <p:nvPr/>
            </p:nvSpPr>
            <p:spPr>
              <a:xfrm rot="-7016196">
                <a:off x="3265120" y="4146630"/>
                <a:ext cx="42600" cy="475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903" extrusionOk="0">
                    <a:moveTo>
                      <a:pt x="1000" y="0"/>
                    </a:moveTo>
                    <a:cubicBezTo>
                      <a:pt x="766" y="0"/>
                      <a:pt x="539" y="119"/>
                      <a:pt x="427" y="321"/>
                    </a:cubicBezTo>
                    <a:cubicBezTo>
                      <a:pt x="305" y="503"/>
                      <a:pt x="214" y="686"/>
                      <a:pt x="123" y="898"/>
                    </a:cubicBezTo>
                    <a:cubicBezTo>
                      <a:pt x="31" y="1081"/>
                      <a:pt x="1" y="1233"/>
                      <a:pt x="62" y="1415"/>
                    </a:cubicBezTo>
                    <a:cubicBezTo>
                      <a:pt x="92" y="1567"/>
                      <a:pt x="214" y="1750"/>
                      <a:pt x="366" y="1810"/>
                    </a:cubicBezTo>
                    <a:cubicBezTo>
                      <a:pt x="469" y="1872"/>
                      <a:pt x="586" y="1903"/>
                      <a:pt x="705" y="1903"/>
                    </a:cubicBezTo>
                    <a:cubicBezTo>
                      <a:pt x="934" y="1903"/>
                      <a:pt x="1168" y="1788"/>
                      <a:pt x="1308" y="1567"/>
                    </a:cubicBezTo>
                    <a:cubicBezTo>
                      <a:pt x="1430" y="1354"/>
                      <a:pt x="1521" y="1081"/>
                      <a:pt x="1642" y="838"/>
                    </a:cubicBezTo>
                    <a:cubicBezTo>
                      <a:pt x="1703" y="686"/>
                      <a:pt x="1642" y="443"/>
                      <a:pt x="1551" y="321"/>
                    </a:cubicBezTo>
                    <a:cubicBezTo>
                      <a:pt x="1490" y="199"/>
                      <a:pt x="1369" y="108"/>
                      <a:pt x="1247" y="47"/>
                    </a:cubicBezTo>
                    <a:cubicBezTo>
                      <a:pt x="1167" y="15"/>
                      <a:pt x="1083" y="0"/>
                      <a:pt x="10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9"/>
              <p:cNvSpPr/>
              <p:nvPr/>
            </p:nvSpPr>
            <p:spPr>
              <a:xfrm rot="-7016196">
                <a:off x="3113739" y="4681895"/>
                <a:ext cx="50800" cy="60874"/>
              </a:xfrm>
              <a:custGeom>
                <a:avLst/>
                <a:gdLst/>
                <a:ahLst/>
                <a:cxnLst/>
                <a:rect l="l" t="t" r="r" b="b"/>
                <a:pathLst>
                  <a:path w="2032" h="2435" extrusionOk="0">
                    <a:moveTo>
                      <a:pt x="665" y="0"/>
                    </a:moveTo>
                    <a:cubicBezTo>
                      <a:pt x="603" y="0"/>
                      <a:pt x="526" y="29"/>
                      <a:pt x="482" y="73"/>
                    </a:cubicBezTo>
                    <a:cubicBezTo>
                      <a:pt x="435" y="143"/>
                      <a:pt x="407" y="195"/>
                      <a:pt x="368" y="256"/>
                    </a:cubicBezTo>
                    <a:lnTo>
                      <a:pt x="368" y="256"/>
                    </a:lnTo>
                    <a:cubicBezTo>
                      <a:pt x="1" y="655"/>
                      <a:pt x="160" y="1341"/>
                      <a:pt x="269" y="1806"/>
                    </a:cubicBezTo>
                    <a:cubicBezTo>
                      <a:pt x="330" y="2079"/>
                      <a:pt x="603" y="2353"/>
                      <a:pt x="877" y="2414"/>
                    </a:cubicBezTo>
                    <a:cubicBezTo>
                      <a:pt x="974" y="2424"/>
                      <a:pt x="1066" y="2435"/>
                      <a:pt x="1156" y="2435"/>
                    </a:cubicBezTo>
                    <a:cubicBezTo>
                      <a:pt x="1319" y="2435"/>
                      <a:pt x="1469" y="2399"/>
                      <a:pt x="1606" y="2262"/>
                    </a:cubicBezTo>
                    <a:lnTo>
                      <a:pt x="1698" y="2201"/>
                    </a:lnTo>
                    <a:cubicBezTo>
                      <a:pt x="1910" y="2018"/>
                      <a:pt x="2032" y="1654"/>
                      <a:pt x="1910" y="1380"/>
                    </a:cubicBezTo>
                    <a:cubicBezTo>
                      <a:pt x="1796" y="1061"/>
                      <a:pt x="1700" y="777"/>
                      <a:pt x="1492" y="539"/>
                    </a:cubicBezTo>
                    <a:lnTo>
                      <a:pt x="1492" y="539"/>
                    </a:lnTo>
                    <a:lnTo>
                      <a:pt x="1515" y="559"/>
                    </a:lnTo>
                    <a:cubicBezTo>
                      <a:pt x="1359" y="326"/>
                      <a:pt x="1181" y="114"/>
                      <a:pt x="924" y="76"/>
                    </a:cubicBezTo>
                    <a:lnTo>
                      <a:pt x="924" y="76"/>
                    </a:lnTo>
                    <a:cubicBezTo>
                      <a:pt x="864" y="50"/>
                      <a:pt x="801" y="31"/>
                      <a:pt x="725" y="12"/>
                    </a:cubicBezTo>
                    <a:cubicBezTo>
                      <a:pt x="709" y="4"/>
                      <a:pt x="688" y="0"/>
                      <a:pt x="6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63" name="Google Shape;1363;p9"/>
            <p:cNvSpPr/>
            <p:nvPr/>
          </p:nvSpPr>
          <p:spPr>
            <a:xfrm rot="-3982125">
              <a:off x="4975905" y="4731152"/>
              <a:ext cx="975491" cy="863145"/>
            </a:xfrm>
            <a:custGeom>
              <a:avLst/>
              <a:gdLst/>
              <a:ahLst/>
              <a:cxnLst/>
              <a:rect l="l" t="t" r="r" b="b"/>
              <a:pathLst>
                <a:path w="31739" h="42977" extrusionOk="0">
                  <a:moveTo>
                    <a:pt x="2341" y="25"/>
                  </a:moveTo>
                  <a:cubicBezTo>
                    <a:pt x="1031" y="25"/>
                    <a:pt x="1" y="1830"/>
                    <a:pt x="826" y="2949"/>
                  </a:cubicBezTo>
                  <a:cubicBezTo>
                    <a:pt x="1950" y="4469"/>
                    <a:pt x="2771" y="5380"/>
                    <a:pt x="4686" y="6019"/>
                  </a:cubicBezTo>
                  <a:cubicBezTo>
                    <a:pt x="6115" y="6475"/>
                    <a:pt x="7725" y="6687"/>
                    <a:pt x="9245" y="6748"/>
                  </a:cubicBezTo>
                  <a:cubicBezTo>
                    <a:pt x="9368" y="6753"/>
                    <a:pt x="9492" y="6755"/>
                    <a:pt x="9617" y="6755"/>
                  </a:cubicBezTo>
                  <a:cubicBezTo>
                    <a:pt x="11270" y="6755"/>
                    <a:pt x="13089" y="6354"/>
                    <a:pt x="14830" y="6354"/>
                  </a:cubicBezTo>
                  <a:cubicBezTo>
                    <a:pt x="16208" y="6354"/>
                    <a:pt x="17538" y="6606"/>
                    <a:pt x="18698" y="7508"/>
                  </a:cubicBezTo>
                  <a:cubicBezTo>
                    <a:pt x="19701" y="8298"/>
                    <a:pt x="20340" y="9545"/>
                    <a:pt x="21282" y="10426"/>
                  </a:cubicBezTo>
                  <a:cubicBezTo>
                    <a:pt x="22376" y="11429"/>
                    <a:pt x="23835" y="11429"/>
                    <a:pt x="24960" y="12371"/>
                  </a:cubicBezTo>
                  <a:cubicBezTo>
                    <a:pt x="27452" y="14408"/>
                    <a:pt x="27665" y="18359"/>
                    <a:pt x="27726" y="21308"/>
                  </a:cubicBezTo>
                  <a:cubicBezTo>
                    <a:pt x="27817" y="24773"/>
                    <a:pt x="25963" y="27053"/>
                    <a:pt x="24777" y="30092"/>
                  </a:cubicBezTo>
                  <a:cubicBezTo>
                    <a:pt x="24170" y="31673"/>
                    <a:pt x="24078" y="33162"/>
                    <a:pt x="22741" y="34347"/>
                  </a:cubicBezTo>
                  <a:cubicBezTo>
                    <a:pt x="21677" y="35259"/>
                    <a:pt x="20340" y="35989"/>
                    <a:pt x="19063" y="36536"/>
                  </a:cubicBezTo>
                  <a:cubicBezTo>
                    <a:pt x="17665" y="37113"/>
                    <a:pt x="16206" y="37569"/>
                    <a:pt x="14777" y="38086"/>
                  </a:cubicBezTo>
                  <a:cubicBezTo>
                    <a:pt x="13258" y="38633"/>
                    <a:pt x="11616" y="39332"/>
                    <a:pt x="10005" y="39424"/>
                  </a:cubicBezTo>
                  <a:cubicBezTo>
                    <a:pt x="7786" y="39575"/>
                    <a:pt x="5689" y="39940"/>
                    <a:pt x="4382" y="41946"/>
                  </a:cubicBezTo>
                  <a:cubicBezTo>
                    <a:pt x="4060" y="42453"/>
                    <a:pt x="4539" y="42977"/>
                    <a:pt x="5029" y="42977"/>
                  </a:cubicBezTo>
                  <a:cubicBezTo>
                    <a:pt x="5186" y="42977"/>
                    <a:pt x="5343" y="42923"/>
                    <a:pt x="5476" y="42797"/>
                  </a:cubicBezTo>
                  <a:cubicBezTo>
                    <a:pt x="6449" y="41886"/>
                    <a:pt x="7695" y="41673"/>
                    <a:pt x="8941" y="41642"/>
                  </a:cubicBezTo>
                  <a:cubicBezTo>
                    <a:pt x="9108" y="41642"/>
                    <a:pt x="9279" y="41640"/>
                    <a:pt x="9452" y="41640"/>
                  </a:cubicBezTo>
                  <a:cubicBezTo>
                    <a:pt x="9969" y="41640"/>
                    <a:pt x="10499" y="41658"/>
                    <a:pt x="10978" y="41794"/>
                  </a:cubicBezTo>
                  <a:cubicBezTo>
                    <a:pt x="11677" y="41977"/>
                    <a:pt x="12224" y="42341"/>
                    <a:pt x="12923" y="42493"/>
                  </a:cubicBezTo>
                  <a:cubicBezTo>
                    <a:pt x="13928" y="42697"/>
                    <a:pt x="14926" y="42798"/>
                    <a:pt x="15914" y="42798"/>
                  </a:cubicBezTo>
                  <a:cubicBezTo>
                    <a:pt x="17733" y="42798"/>
                    <a:pt x="19518" y="42453"/>
                    <a:pt x="21252" y="41764"/>
                  </a:cubicBezTo>
                  <a:cubicBezTo>
                    <a:pt x="23714" y="40791"/>
                    <a:pt x="26753" y="39424"/>
                    <a:pt x="28182" y="37113"/>
                  </a:cubicBezTo>
                  <a:cubicBezTo>
                    <a:pt x="28881" y="35958"/>
                    <a:pt x="29154" y="34651"/>
                    <a:pt x="29246" y="33344"/>
                  </a:cubicBezTo>
                  <a:cubicBezTo>
                    <a:pt x="29367" y="31794"/>
                    <a:pt x="29641" y="30518"/>
                    <a:pt x="30127" y="29059"/>
                  </a:cubicBezTo>
                  <a:cubicBezTo>
                    <a:pt x="31738" y="24074"/>
                    <a:pt x="31525" y="18481"/>
                    <a:pt x="28486" y="14074"/>
                  </a:cubicBezTo>
                  <a:cubicBezTo>
                    <a:pt x="27209" y="12250"/>
                    <a:pt x="25781" y="11034"/>
                    <a:pt x="23774" y="10031"/>
                  </a:cubicBezTo>
                  <a:cubicBezTo>
                    <a:pt x="21799" y="9058"/>
                    <a:pt x="20005" y="6809"/>
                    <a:pt x="19002" y="4833"/>
                  </a:cubicBezTo>
                  <a:cubicBezTo>
                    <a:pt x="17665" y="2189"/>
                    <a:pt x="14717" y="1277"/>
                    <a:pt x="11890" y="1216"/>
                  </a:cubicBezTo>
                  <a:cubicBezTo>
                    <a:pt x="11668" y="1212"/>
                    <a:pt x="11449" y="1211"/>
                    <a:pt x="11232" y="1211"/>
                  </a:cubicBezTo>
                  <a:cubicBezTo>
                    <a:pt x="10943" y="1211"/>
                    <a:pt x="10657" y="1213"/>
                    <a:pt x="10373" y="1213"/>
                  </a:cubicBezTo>
                  <a:cubicBezTo>
                    <a:pt x="9380" y="1213"/>
                    <a:pt x="8414" y="1186"/>
                    <a:pt x="7422" y="943"/>
                  </a:cubicBezTo>
                  <a:cubicBezTo>
                    <a:pt x="6570" y="730"/>
                    <a:pt x="5780" y="396"/>
                    <a:pt x="4929" y="213"/>
                  </a:cubicBezTo>
                  <a:cubicBezTo>
                    <a:pt x="4108" y="0"/>
                    <a:pt x="3318" y="122"/>
                    <a:pt x="2467" y="31"/>
                  </a:cubicBezTo>
                  <a:cubicBezTo>
                    <a:pt x="2425" y="27"/>
                    <a:pt x="2383" y="25"/>
                    <a:pt x="2341" y="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9"/>
            <p:cNvSpPr/>
            <p:nvPr/>
          </p:nvSpPr>
          <p:spPr>
            <a:xfrm rot="-3297677">
              <a:off x="1509717" y="4402111"/>
              <a:ext cx="1202772" cy="1151138"/>
            </a:xfrm>
            <a:custGeom>
              <a:avLst/>
              <a:gdLst/>
              <a:ahLst/>
              <a:cxnLst/>
              <a:rect l="l" t="t" r="r" b="b"/>
              <a:pathLst>
                <a:path w="49850" h="47710" extrusionOk="0">
                  <a:moveTo>
                    <a:pt x="5062" y="1"/>
                  </a:moveTo>
                  <a:cubicBezTo>
                    <a:pt x="5006" y="1"/>
                    <a:pt x="4951" y="1"/>
                    <a:pt x="4894" y="1"/>
                  </a:cubicBezTo>
                  <a:cubicBezTo>
                    <a:pt x="92" y="1"/>
                    <a:pt x="1733" y="3527"/>
                    <a:pt x="1976" y="7509"/>
                  </a:cubicBezTo>
                  <a:cubicBezTo>
                    <a:pt x="2250" y="12281"/>
                    <a:pt x="2554" y="17114"/>
                    <a:pt x="1976" y="21856"/>
                  </a:cubicBezTo>
                  <a:cubicBezTo>
                    <a:pt x="1399" y="26598"/>
                    <a:pt x="1" y="31552"/>
                    <a:pt x="1703" y="36020"/>
                  </a:cubicBezTo>
                  <a:cubicBezTo>
                    <a:pt x="3800" y="41613"/>
                    <a:pt x="9940" y="44470"/>
                    <a:pt x="15746" y="45929"/>
                  </a:cubicBezTo>
                  <a:cubicBezTo>
                    <a:pt x="20540" y="47111"/>
                    <a:pt x="25471" y="47710"/>
                    <a:pt x="30404" y="47710"/>
                  </a:cubicBezTo>
                  <a:cubicBezTo>
                    <a:pt x="34478" y="47710"/>
                    <a:pt x="38554" y="47301"/>
                    <a:pt x="42555" y="46476"/>
                  </a:cubicBezTo>
                  <a:cubicBezTo>
                    <a:pt x="45260" y="45929"/>
                    <a:pt x="48330" y="44835"/>
                    <a:pt x="49272" y="42221"/>
                  </a:cubicBezTo>
                  <a:cubicBezTo>
                    <a:pt x="49850" y="40610"/>
                    <a:pt x="49424" y="38817"/>
                    <a:pt x="48938" y="37145"/>
                  </a:cubicBezTo>
                  <a:cubicBezTo>
                    <a:pt x="48178" y="34409"/>
                    <a:pt x="47266" y="31643"/>
                    <a:pt x="45594" y="29333"/>
                  </a:cubicBezTo>
                  <a:cubicBezTo>
                    <a:pt x="43923" y="27054"/>
                    <a:pt x="41369" y="25230"/>
                    <a:pt x="38512" y="25108"/>
                  </a:cubicBezTo>
                  <a:cubicBezTo>
                    <a:pt x="37752" y="25078"/>
                    <a:pt x="36901" y="25139"/>
                    <a:pt x="36263" y="24713"/>
                  </a:cubicBezTo>
                  <a:cubicBezTo>
                    <a:pt x="35229" y="24044"/>
                    <a:pt x="35260" y="22555"/>
                    <a:pt x="34834" y="21400"/>
                  </a:cubicBezTo>
                  <a:cubicBezTo>
                    <a:pt x="34105" y="19455"/>
                    <a:pt x="32007" y="18360"/>
                    <a:pt x="29941" y="17996"/>
                  </a:cubicBezTo>
                  <a:cubicBezTo>
                    <a:pt x="27904" y="17631"/>
                    <a:pt x="25776" y="17783"/>
                    <a:pt x="23740" y="17418"/>
                  </a:cubicBezTo>
                  <a:cubicBezTo>
                    <a:pt x="19484" y="16628"/>
                    <a:pt x="15746" y="13345"/>
                    <a:pt x="14469" y="9181"/>
                  </a:cubicBezTo>
                  <a:cubicBezTo>
                    <a:pt x="13831" y="7084"/>
                    <a:pt x="13740" y="4774"/>
                    <a:pt x="12524" y="3011"/>
                  </a:cubicBezTo>
                  <a:cubicBezTo>
                    <a:pt x="10344" y="831"/>
                    <a:pt x="8135" y="1"/>
                    <a:pt x="50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5" name="Google Shape;1365;p9"/>
          <p:cNvSpPr txBox="1">
            <a:spLocks noGrp="1"/>
          </p:cNvSpPr>
          <p:nvPr>
            <p:ph type="title"/>
          </p:nvPr>
        </p:nvSpPr>
        <p:spPr>
          <a:xfrm>
            <a:off x="976975" y="852525"/>
            <a:ext cx="2886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66" name="Google Shape;1366;p9"/>
          <p:cNvSpPr txBox="1">
            <a:spLocks noGrp="1"/>
          </p:cNvSpPr>
          <p:nvPr>
            <p:ph type="subTitle" idx="1"/>
          </p:nvPr>
        </p:nvSpPr>
        <p:spPr>
          <a:xfrm>
            <a:off x="976975" y="2013975"/>
            <a:ext cx="3423900" cy="10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0">
    <p:spTree>
      <p:nvGrpSpPr>
        <p:cNvPr id="1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13"/>
          <p:cNvSpPr txBox="1">
            <a:spLocks noGrp="1"/>
          </p:cNvSpPr>
          <p:nvPr>
            <p:ph type="title"/>
          </p:nvPr>
        </p:nvSpPr>
        <p:spPr>
          <a:xfrm>
            <a:off x="2256302" y="2318475"/>
            <a:ext cx="4631400" cy="822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79" name="Google Shape;1779;p13"/>
          <p:cNvSpPr txBox="1">
            <a:spLocks noGrp="1"/>
          </p:cNvSpPr>
          <p:nvPr>
            <p:ph type="title" idx="2" hasCustomPrompt="1"/>
          </p:nvPr>
        </p:nvSpPr>
        <p:spPr>
          <a:xfrm>
            <a:off x="3993299" y="1402563"/>
            <a:ext cx="11574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80" name="Google Shape;1780;p13"/>
          <p:cNvSpPr txBox="1">
            <a:spLocks noGrp="1"/>
          </p:cNvSpPr>
          <p:nvPr>
            <p:ph type="subTitle" idx="1"/>
          </p:nvPr>
        </p:nvSpPr>
        <p:spPr>
          <a:xfrm>
            <a:off x="2256300" y="3182318"/>
            <a:ext cx="4631400" cy="40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81" name="Google Shape;1781;p13"/>
          <p:cNvGrpSpPr/>
          <p:nvPr/>
        </p:nvGrpSpPr>
        <p:grpSpPr>
          <a:xfrm>
            <a:off x="-605967" y="-676972"/>
            <a:ext cx="10355933" cy="6497443"/>
            <a:chOff x="-605967" y="-676972"/>
            <a:chExt cx="10355933" cy="6497443"/>
          </a:xfrm>
        </p:grpSpPr>
        <p:grpSp>
          <p:nvGrpSpPr>
            <p:cNvPr id="1782" name="Google Shape;1782;p13"/>
            <p:cNvGrpSpPr/>
            <p:nvPr/>
          </p:nvGrpSpPr>
          <p:grpSpPr>
            <a:xfrm>
              <a:off x="-605967" y="-676972"/>
              <a:ext cx="1760515" cy="6497443"/>
              <a:chOff x="-605967" y="-833720"/>
              <a:chExt cx="1760515" cy="6497443"/>
            </a:xfrm>
          </p:grpSpPr>
          <p:sp>
            <p:nvSpPr>
              <p:cNvPr id="1783" name="Google Shape;1783;p13"/>
              <p:cNvSpPr/>
              <p:nvPr/>
            </p:nvSpPr>
            <p:spPr>
              <a:xfrm rot="1417558">
                <a:off x="-272798" y="-236118"/>
                <a:ext cx="533584" cy="646399"/>
              </a:xfrm>
              <a:custGeom>
                <a:avLst/>
                <a:gdLst/>
                <a:ahLst/>
                <a:cxnLst/>
                <a:rect l="l" t="t" r="r" b="b"/>
                <a:pathLst>
                  <a:path w="31739" h="42977" extrusionOk="0">
                    <a:moveTo>
                      <a:pt x="2341" y="25"/>
                    </a:moveTo>
                    <a:cubicBezTo>
                      <a:pt x="1031" y="25"/>
                      <a:pt x="1" y="1830"/>
                      <a:pt x="826" y="2949"/>
                    </a:cubicBezTo>
                    <a:cubicBezTo>
                      <a:pt x="1950" y="4469"/>
                      <a:pt x="2771" y="5380"/>
                      <a:pt x="4686" y="6019"/>
                    </a:cubicBezTo>
                    <a:cubicBezTo>
                      <a:pt x="6115" y="6475"/>
                      <a:pt x="7725" y="6687"/>
                      <a:pt x="9245" y="6748"/>
                    </a:cubicBezTo>
                    <a:cubicBezTo>
                      <a:pt x="9368" y="6753"/>
                      <a:pt x="9492" y="6755"/>
                      <a:pt x="9617" y="6755"/>
                    </a:cubicBezTo>
                    <a:cubicBezTo>
                      <a:pt x="11270" y="6755"/>
                      <a:pt x="13089" y="6354"/>
                      <a:pt x="14830" y="6354"/>
                    </a:cubicBezTo>
                    <a:cubicBezTo>
                      <a:pt x="16208" y="6354"/>
                      <a:pt x="17538" y="6606"/>
                      <a:pt x="18698" y="7508"/>
                    </a:cubicBezTo>
                    <a:cubicBezTo>
                      <a:pt x="19701" y="8298"/>
                      <a:pt x="20340" y="9545"/>
                      <a:pt x="21282" y="10426"/>
                    </a:cubicBezTo>
                    <a:cubicBezTo>
                      <a:pt x="22376" y="11429"/>
                      <a:pt x="23835" y="11429"/>
                      <a:pt x="24960" y="12371"/>
                    </a:cubicBezTo>
                    <a:cubicBezTo>
                      <a:pt x="27452" y="14408"/>
                      <a:pt x="27665" y="18359"/>
                      <a:pt x="27726" y="21308"/>
                    </a:cubicBezTo>
                    <a:cubicBezTo>
                      <a:pt x="27817" y="24773"/>
                      <a:pt x="25963" y="27053"/>
                      <a:pt x="24777" y="30092"/>
                    </a:cubicBezTo>
                    <a:cubicBezTo>
                      <a:pt x="24170" y="31673"/>
                      <a:pt x="24078" y="33162"/>
                      <a:pt x="22741" y="34347"/>
                    </a:cubicBezTo>
                    <a:cubicBezTo>
                      <a:pt x="21677" y="35259"/>
                      <a:pt x="20340" y="35989"/>
                      <a:pt x="19063" y="36536"/>
                    </a:cubicBezTo>
                    <a:cubicBezTo>
                      <a:pt x="17665" y="37113"/>
                      <a:pt x="16206" y="37569"/>
                      <a:pt x="14777" y="38086"/>
                    </a:cubicBezTo>
                    <a:cubicBezTo>
                      <a:pt x="13258" y="38633"/>
                      <a:pt x="11616" y="39332"/>
                      <a:pt x="10005" y="39424"/>
                    </a:cubicBezTo>
                    <a:cubicBezTo>
                      <a:pt x="7786" y="39575"/>
                      <a:pt x="5689" y="39940"/>
                      <a:pt x="4382" y="41946"/>
                    </a:cubicBezTo>
                    <a:cubicBezTo>
                      <a:pt x="4060" y="42453"/>
                      <a:pt x="4539" y="42977"/>
                      <a:pt x="5029" y="42977"/>
                    </a:cubicBezTo>
                    <a:cubicBezTo>
                      <a:pt x="5186" y="42977"/>
                      <a:pt x="5343" y="42923"/>
                      <a:pt x="5476" y="42797"/>
                    </a:cubicBezTo>
                    <a:cubicBezTo>
                      <a:pt x="6449" y="41886"/>
                      <a:pt x="7695" y="41673"/>
                      <a:pt x="8941" y="41642"/>
                    </a:cubicBezTo>
                    <a:cubicBezTo>
                      <a:pt x="9108" y="41642"/>
                      <a:pt x="9279" y="41640"/>
                      <a:pt x="9452" y="41640"/>
                    </a:cubicBezTo>
                    <a:cubicBezTo>
                      <a:pt x="9969" y="41640"/>
                      <a:pt x="10499" y="41658"/>
                      <a:pt x="10978" y="41794"/>
                    </a:cubicBezTo>
                    <a:cubicBezTo>
                      <a:pt x="11677" y="41977"/>
                      <a:pt x="12224" y="42341"/>
                      <a:pt x="12923" y="42493"/>
                    </a:cubicBezTo>
                    <a:cubicBezTo>
                      <a:pt x="13928" y="42697"/>
                      <a:pt x="14926" y="42798"/>
                      <a:pt x="15914" y="42798"/>
                    </a:cubicBezTo>
                    <a:cubicBezTo>
                      <a:pt x="17733" y="42798"/>
                      <a:pt x="19518" y="42453"/>
                      <a:pt x="21252" y="41764"/>
                    </a:cubicBezTo>
                    <a:cubicBezTo>
                      <a:pt x="23714" y="40791"/>
                      <a:pt x="26753" y="39424"/>
                      <a:pt x="28182" y="37113"/>
                    </a:cubicBezTo>
                    <a:cubicBezTo>
                      <a:pt x="28881" y="35958"/>
                      <a:pt x="29154" y="34651"/>
                      <a:pt x="29246" y="33344"/>
                    </a:cubicBezTo>
                    <a:cubicBezTo>
                      <a:pt x="29367" y="31794"/>
                      <a:pt x="29641" y="30518"/>
                      <a:pt x="30127" y="29059"/>
                    </a:cubicBezTo>
                    <a:cubicBezTo>
                      <a:pt x="31738" y="24074"/>
                      <a:pt x="31525" y="18481"/>
                      <a:pt x="28486" y="14074"/>
                    </a:cubicBezTo>
                    <a:cubicBezTo>
                      <a:pt x="27209" y="12250"/>
                      <a:pt x="25781" y="11034"/>
                      <a:pt x="23774" y="10031"/>
                    </a:cubicBezTo>
                    <a:cubicBezTo>
                      <a:pt x="21799" y="9058"/>
                      <a:pt x="20005" y="6809"/>
                      <a:pt x="19002" y="4833"/>
                    </a:cubicBezTo>
                    <a:cubicBezTo>
                      <a:pt x="17665" y="2189"/>
                      <a:pt x="14717" y="1277"/>
                      <a:pt x="11890" y="1216"/>
                    </a:cubicBezTo>
                    <a:cubicBezTo>
                      <a:pt x="11668" y="1212"/>
                      <a:pt x="11449" y="1211"/>
                      <a:pt x="11232" y="1211"/>
                    </a:cubicBezTo>
                    <a:cubicBezTo>
                      <a:pt x="10943" y="1211"/>
                      <a:pt x="10657" y="1213"/>
                      <a:pt x="10373" y="1213"/>
                    </a:cubicBezTo>
                    <a:cubicBezTo>
                      <a:pt x="9380" y="1213"/>
                      <a:pt x="8414" y="1186"/>
                      <a:pt x="7422" y="943"/>
                    </a:cubicBezTo>
                    <a:cubicBezTo>
                      <a:pt x="6570" y="730"/>
                      <a:pt x="5780" y="396"/>
                      <a:pt x="4929" y="213"/>
                    </a:cubicBezTo>
                    <a:cubicBezTo>
                      <a:pt x="4108" y="0"/>
                      <a:pt x="3318" y="122"/>
                      <a:pt x="2467" y="31"/>
                    </a:cubicBezTo>
                    <a:cubicBezTo>
                      <a:pt x="2425" y="27"/>
                      <a:pt x="2383" y="25"/>
                      <a:pt x="2341" y="2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13"/>
              <p:cNvSpPr/>
              <p:nvPr/>
            </p:nvSpPr>
            <p:spPr>
              <a:xfrm>
                <a:off x="-324687" y="3789500"/>
                <a:ext cx="1479235" cy="1874223"/>
              </a:xfrm>
              <a:custGeom>
                <a:avLst/>
                <a:gdLst/>
                <a:ahLst/>
                <a:cxnLst/>
                <a:rect l="l" t="t" r="r" b="b"/>
                <a:pathLst>
                  <a:path w="72556" h="91930" extrusionOk="0">
                    <a:moveTo>
                      <a:pt x="8404" y="0"/>
                    </a:moveTo>
                    <a:cubicBezTo>
                      <a:pt x="5829" y="0"/>
                      <a:pt x="4478" y="4262"/>
                      <a:pt x="4074" y="7018"/>
                    </a:cubicBezTo>
                    <a:cubicBezTo>
                      <a:pt x="3132" y="13614"/>
                      <a:pt x="2159" y="20210"/>
                      <a:pt x="1460" y="26836"/>
                    </a:cubicBezTo>
                    <a:cubicBezTo>
                      <a:pt x="396" y="37201"/>
                      <a:pt x="1" y="47627"/>
                      <a:pt x="305" y="58052"/>
                    </a:cubicBezTo>
                    <a:cubicBezTo>
                      <a:pt x="578" y="67566"/>
                      <a:pt x="1855" y="78022"/>
                      <a:pt x="8785" y="84557"/>
                    </a:cubicBezTo>
                    <a:cubicBezTo>
                      <a:pt x="14621" y="90059"/>
                      <a:pt x="23132" y="91487"/>
                      <a:pt x="31157" y="91822"/>
                    </a:cubicBezTo>
                    <a:cubicBezTo>
                      <a:pt x="32812" y="91894"/>
                      <a:pt x="34469" y="91930"/>
                      <a:pt x="36126" y="91930"/>
                    </a:cubicBezTo>
                    <a:cubicBezTo>
                      <a:pt x="42105" y="91930"/>
                      <a:pt x="48088" y="91469"/>
                      <a:pt x="54014" y="90636"/>
                    </a:cubicBezTo>
                    <a:cubicBezTo>
                      <a:pt x="60245" y="89724"/>
                      <a:pt x="66993" y="88053"/>
                      <a:pt x="70762" y="83007"/>
                    </a:cubicBezTo>
                    <a:cubicBezTo>
                      <a:pt x="71735" y="81700"/>
                      <a:pt x="72495" y="80180"/>
                      <a:pt x="72525" y="78539"/>
                    </a:cubicBezTo>
                    <a:cubicBezTo>
                      <a:pt x="72555" y="76958"/>
                      <a:pt x="71917" y="75438"/>
                      <a:pt x="71309" y="73949"/>
                    </a:cubicBezTo>
                    <a:cubicBezTo>
                      <a:pt x="70884" y="72946"/>
                      <a:pt x="70397" y="71882"/>
                      <a:pt x="69516" y="71244"/>
                    </a:cubicBezTo>
                    <a:cubicBezTo>
                      <a:pt x="68817" y="70727"/>
                      <a:pt x="67935" y="70545"/>
                      <a:pt x="67115" y="70241"/>
                    </a:cubicBezTo>
                    <a:cubicBezTo>
                      <a:pt x="63072" y="68630"/>
                      <a:pt x="61370" y="63949"/>
                      <a:pt x="58330" y="60879"/>
                    </a:cubicBezTo>
                    <a:cubicBezTo>
                      <a:pt x="56111" y="58599"/>
                      <a:pt x="52859" y="56806"/>
                      <a:pt x="52434" y="53675"/>
                    </a:cubicBezTo>
                    <a:cubicBezTo>
                      <a:pt x="52130" y="51608"/>
                      <a:pt x="53224" y="49602"/>
                      <a:pt x="53528" y="47566"/>
                    </a:cubicBezTo>
                    <a:cubicBezTo>
                      <a:pt x="53790" y="45587"/>
                      <a:pt x="52687" y="43052"/>
                      <a:pt x="50779" y="43052"/>
                    </a:cubicBezTo>
                    <a:cubicBezTo>
                      <a:pt x="50694" y="43052"/>
                      <a:pt x="50607" y="43057"/>
                      <a:pt x="50519" y="43067"/>
                    </a:cubicBezTo>
                    <a:cubicBezTo>
                      <a:pt x="49516" y="43189"/>
                      <a:pt x="48695" y="43979"/>
                      <a:pt x="47692" y="44070"/>
                    </a:cubicBezTo>
                    <a:cubicBezTo>
                      <a:pt x="47623" y="44076"/>
                      <a:pt x="47555" y="44079"/>
                      <a:pt x="47489" y="44079"/>
                    </a:cubicBezTo>
                    <a:cubicBezTo>
                      <a:pt x="45562" y="44079"/>
                      <a:pt x="44648" y="41579"/>
                      <a:pt x="43649" y="39845"/>
                    </a:cubicBezTo>
                    <a:cubicBezTo>
                      <a:pt x="41643" y="36380"/>
                      <a:pt x="37388" y="34708"/>
                      <a:pt x="35382" y="31274"/>
                    </a:cubicBezTo>
                    <a:cubicBezTo>
                      <a:pt x="33254" y="27687"/>
                      <a:pt x="34075" y="23219"/>
                      <a:pt x="34500" y="19085"/>
                    </a:cubicBezTo>
                    <a:cubicBezTo>
                      <a:pt x="34713" y="17109"/>
                      <a:pt x="34774" y="14982"/>
                      <a:pt x="33831" y="13249"/>
                    </a:cubicBezTo>
                    <a:cubicBezTo>
                      <a:pt x="31886" y="9662"/>
                      <a:pt x="27023" y="9389"/>
                      <a:pt x="23071" y="8477"/>
                    </a:cubicBezTo>
                    <a:cubicBezTo>
                      <a:pt x="17934" y="7322"/>
                      <a:pt x="14682" y="4465"/>
                      <a:pt x="10852" y="1121"/>
                    </a:cubicBezTo>
                    <a:cubicBezTo>
                      <a:pt x="9937" y="332"/>
                      <a:pt x="9123" y="0"/>
                      <a:pt x="84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13"/>
              <p:cNvSpPr/>
              <p:nvPr/>
            </p:nvSpPr>
            <p:spPr>
              <a:xfrm>
                <a:off x="-154660" y="4426401"/>
                <a:ext cx="1016317" cy="972688"/>
              </a:xfrm>
              <a:custGeom>
                <a:avLst/>
                <a:gdLst/>
                <a:ahLst/>
                <a:cxnLst/>
                <a:rect l="l" t="t" r="r" b="b"/>
                <a:pathLst>
                  <a:path w="49850" h="47710" extrusionOk="0">
                    <a:moveTo>
                      <a:pt x="5062" y="1"/>
                    </a:moveTo>
                    <a:cubicBezTo>
                      <a:pt x="5006" y="1"/>
                      <a:pt x="4951" y="1"/>
                      <a:pt x="4894" y="1"/>
                    </a:cubicBezTo>
                    <a:cubicBezTo>
                      <a:pt x="92" y="1"/>
                      <a:pt x="1733" y="3527"/>
                      <a:pt x="1976" y="7509"/>
                    </a:cubicBezTo>
                    <a:cubicBezTo>
                      <a:pt x="2250" y="12281"/>
                      <a:pt x="2554" y="17114"/>
                      <a:pt x="1976" y="21856"/>
                    </a:cubicBezTo>
                    <a:cubicBezTo>
                      <a:pt x="1399" y="26598"/>
                      <a:pt x="1" y="31552"/>
                      <a:pt x="1703" y="36020"/>
                    </a:cubicBezTo>
                    <a:cubicBezTo>
                      <a:pt x="3800" y="41613"/>
                      <a:pt x="9940" y="44470"/>
                      <a:pt x="15746" y="45929"/>
                    </a:cubicBezTo>
                    <a:cubicBezTo>
                      <a:pt x="20540" y="47111"/>
                      <a:pt x="25471" y="47710"/>
                      <a:pt x="30404" y="47710"/>
                    </a:cubicBezTo>
                    <a:cubicBezTo>
                      <a:pt x="34478" y="47710"/>
                      <a:pt x="38554" y="47301"/>
                      <a:pt x="42555" y="46476"/>
                    </a:cubicBezTo>
                    <a:cubicBezTo>
                      <a:pt x="45260" y="45929"/>
                      <a:pt x="48330" y="44835"/>
                      <a:pt x="49272" y="42221"/>
                    </a:cubicBezTo>
                    <a:cubicBezTo>
                      <a:pt x="49850" y="40610"/>
                      <a:pt x="49424" y="38817"/>
                      <a:pt x="48938" y="37145"/>
                    </a:cubicBezTo>
                    <a:cubicBezTo>
                      <a:pt x="48178" y="34409"/>
                      <a:pt x="47266" y="31643"/>
                      <a:pt x="45594" y="29333"/>
                    </a:cubicBezTo>
                    <a:cubicBezTo>
                      <a:pt x="43923" y="27054"/>
                      <a:pt x="41369" y="25230"/>
                      <a:pt x="38512" y="25108"/>
                    </a:cubicBezTo>
                    <a:cubicBezTo>
                      <a:pt x="37752" y="25078"/>
                      <a:pt x="36901" y="25139"/>
                      <a:pt x="36263" y="24713"/>
                    </a:cubicBezTo>
                    <a:cubicBezTo>
                      <a:pt x="35229" y="24044"/>
                      <a:pt x="35260" y="22555"/>
                      <a:pt x="34834" y="21400"/>
                    </a:cubicBezTo>
                    <a:cubicBezTo>
                      <a:pt x="34105" y="19455"/>
                      <a:pt x="32007" y="18360"/>
                      <a:pt x="29941" y="17996"/>
                    </a:cubicBezTo>
                    <a:cubicBezTo>
                      <a:pt x="27904" y="17631"/>
                      <a:pt x="25776" y="17783"/>
                      <a:pt x="23740" y="17418"/>
                    </a:cubicBezTo>
                    <a:cubicBezTo>
                      <a:pt x="19484" y="16628"/>
                      <a:pt x="15746" y="13345"/>
                      <a:pt x="14469" y="9181"/>
                    </a:cubicBezTo>
                    <a:cubicBezTo>
                      <a:pt x="13831" y="7084"/>
                      <a:pt x="13740" y="4774"/>
                      <a:pt x="12524" y="3011"/>
                    </a:cubicBezTo>
                    <a:cubicBezTo>
                      <a:pt x="10344" y="831"/>
                      <a:pt x="8135" y="1"/>
                      <a:pt x="50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13"/>
              <p:cNvSpPr/>
              <p:nvPr/>
            </p:nvSpPr>
            <p:spPr>
              <a:xfrm>
                <a:off x="-36675" y="4245250"/>
                <a:ext cx="377000" cy="370975"/>
              </a:xfrm>
              <a:custGeom>
                <a:avLst/>
                <a:gdLst/>
                <a:ahLst/>
                <a:cxnLst/>
                <a:rect l="l" t="t" r="r" b="b"/>
                <a:pathLst>
                  <a:path w="15080" h="14839" extrusionOk="0">
                    <a:moveTo>
                      <a:pt x="6698" y="0"/>
                    </a:moveTo>
                    <a:cubicBezTo>
                      <a:pt x="4340" y="0"/>
                      <a:pt x="1761" y="579"/>
                      <a:pt x="31" y="609"/>
                    </a:cubicBezTo>
                    <a:cubicBezTo>
                      <a:pt x="0" y="609"/>
                      <a:pt x="0" y="639"/>
                      <a:pt x="31" y="639"/>
                    </a:cubicBezTo>
                    <a:lnTo>
                      <a:pt x="0" y="639"/>
                    </a:lnTo>
                    <a:cubicBezTo>
                      <a:pt x="2493" y="639"/>
                      <a:pt x="5168" y="2220"/>
                      <a:pt x="7356" y="3284"/>
                    </a:cubicBezTo>
                    <a:cubicBezTo>
                      <a:pt x="8177" y="3679"/>
                      <a:pt x="8511" y="3709"/>
                      <a:pt x="8785" y="4560"/>
                    </a:cubicBezTo>
                    <a:cubicBezTo>
                      <a:pt x="9058" y="5442"/>
                      <a:pt x="9210" y="6293"/>
                      <a:pt x="9423" y="7174"/>
                    </a:cubicBezTo>
                    <a:cubicBezTo>
                      <a:pt x="9758" y="8573"/>
                      <a:pt x="10244" y="9819"/>
                      <a:pt x="11429" y="10670"/>
                    </a:cubicBezTo>
                    <a:cubicBezTo>
                      <a:pt x="11976" y="11035"/>
                      <a:pt x="12128" y="11004"/>
                      <a:pt x="12645" y="11551"/>
                    </a:cubicBezTo>
                    <a:cubicBezTo>
                      <a:pt x="13405" y="12311"/>
                      <a:pt x="13162" y="12311"/>
                      <a:pt x="13375" y="13193"/>
                    </a:cubicBezTo>
                    <a:cubicBezTo>
                      <a:pt x="13527" y="13770"/>
                      <a:pt x="13770" y="14226"/>
                      <a:pt x="14165" y="14682"/>
                    </a:cubicBezTo>
                    <a:cubicBezTo>
                      <a:pt x="14261" y="14793"/>
                      <a:pt x="14369" y="14839"/>
                      <a:pt x="14473" y="14839"/>
                    </a:cubicBezTo>
                    <a:cubicBezTo>
                      <a:pt x="14798" y="14839"/>
                      <a:pt x="15079" y="14389"/>
                      <a:pt x="14803" y="14044"/>
                    </a:cubicBezTo>
                    <a:cubicBezTo>
                      <a:pt x="14043" y="13041"/>
                      <a:pt x="14074" y="11673"/>
                      <a:pt x="13557" y="10548"/>
                    </a:cubicBezTo>
                    <a:cubicBezTo>
                      <a:pt x="13283" y="9940"/>
                      <a:pt x="12797" y="9515"/>
                      <a:pt x="12463" y="8937"/>
                    </a:cubicBezTo>
                    <a:cubicBezTo>
                      <a:pt x="11460" y="7174"/>
                      <a:pt x="12706" y="5047"/>
                      <a:pt x="12128" y="3132"/>
                    </a:cubicBezTo>
                    <a:cubicBezTo>
                      <a:pt x="11354" y="624"/>
                      <a:pt x="9145" y="0"/>
                      <a:pt x="66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13"/>
              <p:cNvSpPr/>
              <p:nvPr/>
            </p:nvSpPr>
            <p:spPr>
              <a:xfrm>
                <a:off x="398392" y="4696406"/>
                <a:ext cx="598638" cy="534336"/>
              </a:xfrm>
              <a:custGeom>
                <a:avLst/>
                <a:gdLst/>
                <a:ahLst/>
                <a:cxnLst/>
                <a:rect l="l" t="t" r="r" b="b"/>
                <a:pathLst>
                  <a:path w="29363" h="26209" extrusionOk="0">
                    <a:moveTo>
                      <a:pt x="9676" y="1"/>
                    </a:moveTo>
                    <a:cubicBezTo>
                      <a:pt x="9064" y="1"/>
                      <a:pt x="8443" y="95"/>
                      <a:pt x="7843" y="275"/>
                    </a:cubicBezTo>
                    <a:cubicBezTo>
                      <a:pt x="5472" y="1005"/>
                      <a:pt x="2767" y="1066"/>
                      <a:pt x="274" y="1309"/>
                    </a:cubicBezTo>
                    <a:cubicBezTo>
                      <a:pt x="31" y="1339"/>
                      <a:pt x="1" y="1704"/>
                      <a:pt x="274" y="1734"/>
                    </a:cubicBezTo>
                    <a:cubicBezTo>
                      <a:pt x="720" y="1745"/>
                      <a:pt x="1180" y="1747"/>
                      <a:pt x="1650" y="1747"/>
                    </a:cubicBezTo>
                    <a:cubicBezTo>
                      <a:pt x="1807" y="1747"/>
                      <a:pt x="1966" y="1746"/>
                      <a:pt x="2125" y="1746"/>
                    </a:cubicBezTo>
                    <a:cubicBezTo>
                      <a:pt x="5473" y="1746"/>
                      <a:pt x="9172" y="1814"/>
                      <a:pt x="11217" y="4804"/>
                    </a:cubicBezTo>
                    <a:cubicBezTo>
                      <a:pt x="11976" y="5929"/>
                      <a:pt x="12372" y="7540"/>
                      <a:pt x="13435" y="8391"/>
                    </a:cubicBezTo>
                    <a:cubicBezTo>
                      <a:pt x="13894" y="8760"/>
                      <a:pt x="14398" y="8861"/>
                      <a:pt x="14921" y="8861"/>
                    </a:cubicBezTo>
                    <a:cubicBezTo>
                      <a:pt x="15552" y="8861"/>
                      <a:pt x="16211" y="8714"/>
                      <a:pt x="16850" y="8714"/>
                    </a:cubicBezTo>
                    <a:cubicBezTo>
                      <a:pt x="17297" y="8714"/>
                      <a:pt x="17735" y="8786"/>
                      <a:pt x="18147" y="9029"/>
                    </a:cubicBezTo>
                    <a:cubicBezTo>
                      <a:pt x="18967" y="9485"/>
                      <a:pt x="19636" y="10397"/>
                      <a:pt x="20274" y="11096"/>
                    </a:cubicBezTo>
                    <a:cubicBezTo>
                      <a:pt x="21034" y="11887"/>
                      <a:pt x="22129" y="12798"/>
                      <a:pt x="22615" y="13801"/>
                    </a:cubicBezTo>
                    <a:cubicBezTo>
                      <a:pt x="23344" y="15260"/>
                      <a:pt x="22159" y="16628"/>
                      <a:pt x="23375" y="18118"/>
                    </a:cubicBezTo>
                    <a:cubicBezTo>
                      <a:pt x="23892" y="18756"/>
                      <a:pt x="24530" y="19121"/>
                      <a:pt x="24803" y="19972"/>
                    </a:cubicBezTo>
                    <a:cubicBezTo>
                      <a:pt x="25016" y="20701"/>
                      <a:pt x="24986" y="21552"/>
                      <a:pt x="24986" y="22312"/>
                    </a:cubicBezTo>
                    <a:cubicBezTo>
                      <a:pt x="24955" y="23680"/>
                      <a:pt x="24591" y="24865"/>
                      <a:pt x="25594" y="25990"/>
                    </a:cubicBezTo>
                    <a:cubicBezTo>
                      <a:pt x="25705" y="26124"/>
                      <a:pt x="25914" y="26208"/>
                      <a:pt x="26101" y="26208"/>
                    </a:cubicBezTo>
                    <a:cubicBezTo>
                      <a:pt x="26170" y="26208"/>
                      <a:pt x="26236" y="26197"/>
                      <a:pt x="26293" y="26172"/>
                    </a:cubicBezTo>
                    <a:cubicBezTo>
                      <a:pt x="29363" y="25109"/>
                      <a:pt x="28968" y="19698"/>
                      <a:pt x="27539" y="17479"/>
                    </a:cubicBezTo>
                    <a:cubicBezTo>
                      <a:pt x="27053" y="16689"/>
                      <a:pt x="26354" y="16172"/>
                      <a:pt x="25624" y="15595"/>
                    </a:cubicBezTo>
                    <a:cubicBezTo>
                      <a:pt x="24925" y="15017"/>
                      <a:pt x="24743" y="14409"/>
                      <a:pt x="24165" y="13710"/>
                    </a:cubicBezTo>
                    <a:cubicBezTo>
                      <a:pt x="23496" y="12890"/>
                      <a:pt x="22524" y="12282"/>
                      <a:pt x="21733" y="11552"/>
                    </a:cubicBezTo>
                    <a:cubicBezTo>
                      <a:pt x="20943" y="10823"/>
                      <a:pt x="20183" y="9941"/>
                      <a:pt x="19332" y="9272"/>
                    </a:cubicBezTo>
                    <a:cubicBezTo>
                      <a:pt x="18815" y="8877"/>
                      <a:pt x="18390" y="8725"/>
                      <a:pt x="17812" y="8513"/>
                    </a:cubicBezTo>
                    <a:cubicBezTo>
                      <a:pt x="17235" y="8300"/>
                      <a:pt x="16171" y="8239"/>
                      <a:pt x="15685" y="7783"/>
                    </a:cubicBezTo>
                    <a:cubicBezTo>
                      <a:pt x="15350" y="7449"/>
                      <a:pt x="15229" y="6628"/>
                      <a:pt x="15168" y="6233"/>
                    </a:cubicBezTo>
                    <a:cubicBezTo>
                      <a:pt x="14864" y="4288"/>
                      <a:pt x="14651" y="2677"/>
                      <a:pt x="13071" y="1248"/>
                    </a:cubicBezTo>
                    <a:cubicBezTo>
                      <a:pt x="12133" y="392"/>
                      <a:pt x="10922" y="1"/>
                      <a:pt x="96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13"/>
              <p:cNvSpPr/>
              <p:nvPr/>
            </p:nvSpPr>
            <p:spPr>
              <a:xfrm>
                <a:off x="572224" y="4034991"/>
                <a:ext cx="250980" cy="387401"/>
              </a:xfrm>
              <a:custGeom>
                <a:avLst/>
                <a:gdLst/>
                <a:ahLst/>
                <a:cxnLst/>
                <a:rect l="l" t="t" r="r" b="b"/>
                <a:pathLst>
                  <a:path w="11217" h="17314" extrusionOk="0">
                    <a:moveTo>
                      <a:pt x="3682" y="0"/>
                    </a:moveTo>
                    <a:cubicBezTo>
                      <a:pt x="3334" y="0"/>
                      <a:pt x="2991" y="82"/>
                      <a:pt x="2676" y="272"/>
                    </a:cubicBezTo>
                    <a:cubicBezTo>
                      <a:pt x="1825" y="758"/>
                      <a:pt x="1521" y="1822"/>
                      <a:pt x="1308" y="2795"/>
                    </a:cubicBezTo>
                    <a:cubicBezTo>
                      <a:pt x="913" y="4436"/>
                      <a:pt x="518" y="6077"/>
                      <a:pt x="153" y="7749"/>
                    </a:cubicBezTo>
                    <a:cubicBezTo>
                      <a:pt x="62" y="8083"/>
                      <a:pt x="1" y="8418"/>
                      <a:pt x="31" y="8752"/>
                    </a:cubicBezTo>
                    <a:lnTo>
                      <a:pt x="31" y="8722"/>
                    </a:lnTo>
                    <a:cubicBezTo>
                      <a:pt x="244" y="10211"/>
                      <a:pt x="2281" y="11001"/>
                      <a:pt x="2858" y="12430"/>
                    </a:cubicBezTo>
                    <a:cubicBezTo>
                      <a:pt x="3284" y="13524"/>
                      <a:pt x="2828" y="14831"/>
                      <a:pt x="3436" y="15834"/>
                    </a:cubicBezTo>
                    <a:cubicBezTo>
                      <a:pt x="4073" y="16893"/>
                      <a:pt x="4918" y="17314"/>
                      <a:pt x="5808" y="17314"/>
                    </a:cubicBezTo>
                    <a:cubicBezTo>
                      <a:pt x="7803" y="17314"/>
                      <a:pt x="10020" y="15199"/>
                      <a:pt x="10609" y="13433"/>
                    </a:cubicBezTo>
                    <a:cubicBezTo>
                      <a:pt x="11217" y="11640"/>
                      <a:pt x="11126" y="9694"/>
                      <a:pt x="10943" y="7810"/>
                    </a:cubicBezTo>
                    <a:cubicBezTo>
                      <a:pt x="10852" y="6685"/>
                      <a:pt x="10700" y="5469"/>
                      <a:pt x="9910" y="4679"/>
                    </a:cubicBezTo>
                    <a:cubicBezTo>
                      <a:pt x="9484" y="4284"/>
                      <a:pt x="8968" y="4010"/>
                      <a:pt x="8481" y="3676"/>
                    </a:cubicBezTo>
                    <a:cubicBezTo>
                      <a:pt x="7509" y="2977"/>
                      <a:pt x="6870" y="1883"/>
                      <a:pt x="5989" y="1062"/>
                    </a:cubicBezTo>
                    <a:cubicBezTo>
                      <a:pt x="5369" y="463"/>
                      <a:pt x="4508" y="0"/>
                      <a:pt x="368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13"/>
              <p:cNvSpPr/>
              <p:nvPr/>
            </p:nvSpPr>
            <p:spPr>
              <a:xfrm rot="-124910" flipH="1">
                <a:off x="-484832" y="1415545"/>
                <a:ext cx="738175" cy="932422"/>
              </a:xfrm>
              <a:custGeom>
                <a:avLst/>
                <a:gdLst/>
                <a:ahLst/>
                <a:cxnLst/>
                <a:rect l="l" t="t" r="r" b="b"/>
                <a:pathLst>
                  <a:path w="52069" h="96014" extrusionOk="0">
                    <a:moveTo>
                      <a:pt x="12303" y="1"/>
                    </a:moveTo>
                    <a:cubicBezTo>
                      <a:pt x="11636" y="1"/>
                      <a:pt x="11013" y="72"/>
                      <a:pt x="10457" y="237"/>
                    </a:cubicBezTo>
                    <a:cubicBezTo>
                      <a:pt x="6414" y="1453"/>
                      <a:pt x="5685" y="7137"/>
                      <a:pt x="4834" y="10663"/>
                    </a:cubicBezTo>
                    <a:cubicBezTo>
                      <a:pt x="2341" y="20845"/>
                      <a:pt x="1825" y="31362"/>
                      <a:pt x="1338" y="41818"/>
                    </a:cubicBezTo>
                    <a:cubicBezTo>
                      <a:pt x="578" y="57715"/>
                      <a:pt x="1" y="73977"/>
                      <a:pt x="4651" y="89205"/>
                    </a:cubicBezTo>
                    <a:cubicBezTo>
                      <a:pt x="4986" y="90299"/>
                      <a:pt x="5350" y="91424"/>
                      <a:pt x="6171" y="92244"/>
                    </a:cubicBezTo>
                    <a:cubicBezTo>
                      <a:pt x="7113" y="93217"/>
                      <a:pt x="8542" y="93582"/>
                      <a:pt x="9879" y="93886"/>
                    </a:cubicBezTo>
                    <a:cubicBezTo>
                      <a:pt x="16214" y="95305"/>
                      <a:pt x="22719" y="96014"/>
                      <a:pt x="29222" y="96014"/>
                    </a:cubicBezTo>
                    <a:cubicBezTo>
                      <a:pt x="32611" y="96014"/>
                      <a:pt x="36000" y="95821"/>
                      <a:pt x="39363" y="95436"/>
                    </a:cubicBezTo>
                    <a:cubicBezTo>
                      <a:pt x="43588" y="94980"/>
                      <a:pt x="48269" y="93825"/>
                      <a:pt x="50397" y="90178"/>
                    </a:cubicBezTo>
                    <a:cubicBezTo>
                      <a:pt x="52069" y="87351"/>
                      <a:pt x="51674" y="83825"/>
                      <a:pt x="51248" y="80603"/>
                    </a:cubicBezTo>
                    <a:cubicBezTo>
                      <a:pt x="50336" y="73794"/>
                      <a:pt x="49394" y="66834"/>
                      <a:pt x="46263" y="60755"/>
                    </a:cubicBezTo>
                    <a:cubicBezTo>
                      <a:pt x="44379" y="57077"/>
                      <a:pt x="41673" y="53581"/>
                      <a:pt x="41521" y="49478"/>
                    </a:cubicBezTo>
                    <a:cubicBezTo>
                      <a:pt x="41369" y="44554"/>
                      <a:pt x="44895" y="40298"/>
                      <a:pt x="45959" y="35496"/>
                    </a:cubicBezTo>
                    <a:cubicBezTo>
                      <a:pt x="46871" y="31332"/>
                      <a:pt x="45838" y="27016"/>
                      <a:pt x="44683" y="22943"/>
                    </a:cubicBezTo>
                    <a:cubicBezTo>
                      <a:pt x="43831" y="19994"/>
                      <a:pt x="42616" y="16711"/>
                      <a:pt x="39789" y="15496"/>
                    </a:cubicBezTo>
                    <a:cubicBezTo>
                      <a:pt x="38269" y="14857"/>
                      <a:pt x="36536" y="14888"/>
                      <a:pt x="35047" y="14189"/>
                    </a:cubicBezTo>
                    <a:cubicBezTo>
                      <a:pt x="31187" y="12304"/>
                      <a:pt x="31096" y="6347"/>
                      <a:pt x="27479" y="4006"/>
                    </a:cubicBezTo>
                    <a:cubicBezTo>
                      <a:pt x="26384" y="3337"/>
                      <a:pt x="25138" y="3033"/>
                      <a:pt x="23892" y="2760"/>
                    </a:cubicBezTo>
                    <a:cubicBezTo>
                      <a:pt x="20913" y="2118"/>
                      <a:pt x="15938" y="1"/>
                      <a:pt x="123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13"/>
              <p:cNvSpPr/>
              <p:nvPr/>
            </p:nvSpPr>
            <p:spPr>
              <a:xfrm rot="1417552">
                <a:off x="-20981" y="2073547"/>
                <a:ext cx="891356" cy="1206908"/>
              </a:xfrm>
              <a:custGeom>
                <a:avLst/>
                <a:gdLst/>
                <a:ahLst/>
                <a:cxnLst/>
                <a:rect l="l" t="t" r="r" b="b"/>
                <a:pathLst>
                  <a:path w="31739" h="42977" extrusionOk="0">
                    <a:moveTo>
                      <a:pt x="2341" y="25"/>
                    </a:moveTo>
                    <a:cubicBezTo>
                      <a:pt x="1031" y="25"/>
                      <a:pt x="1" y="1830"/>
                      <a:pt x="826" y="2949"/>
                    </a:cubicBezTo>
                    <a:cubicBezTo>
                      <a:pt x="1950" y="4469"/>
                      <a:pt x="2771" y="5380"/>
                      <a:pt x="4686" y="6019"/>
                    </a:cubicBezTo>
                    <a:cubicBezTo>
                      <a:pt x="6115" y="6475"/>
                      <a:pt x="7725" y="6687"/>
                      <a:pt x="9245" y="6748"/>
                    </a:cubicBezTo>
                    <a:cubicBezTo>
                      <a:pt x="9368" y="6753"/>
                      <a:pt x="9492" y="6755"/>
                      <a:pt x="9617" y="6755"/>
                    </a:cubicBezTo>
                    <a:cubicBezTo>
                      <a:pt x="11270" y="6755"/>
                      <a:pt x="13089" y="6354"/>
                      <a:pt x="14830" y="6354"/>
                    </a:cubicBezTo>
                    <a:cubicBezTo>
                      <a:pt x="16208" y="6354"/>
                      <a:pt x="17538" y="6606"/>
                      <a:pt x="18698" y="7508"/>
                    </a:cubicBezTo>
                    <a:cubicBezTo>
                      <a:pt x="19701" y="8298"/>
                      <a:pt x="20340" y="9545"/>
                      <a:pt x="21282" y="10426"/>
                    </a:cubicBezTo>
                    <a:cubicBezTo>
                      <a:pt x="22376" y="11429"/>
                      <a:pt x="23835" y="11429"/>
                      <a:pt x="24960" y="12371"/>
                    </a:cubicBezTo>
                    <a:cubicBezTo>
                      <a:pt x="27452" y="14408"/>
                      <a:pt x="27665" y="18359"/>
                      <a:pt x="27726" y="21308"/>
                    </a:cubicBezTo>
                    <a:cubicBezTo>
                      <a:pt x="27817" y="24773"/>
                      <a:pt x="25963" y="27053"/>
                      <a:pt x="24777" y="30092"/>
                    </a:cubicBezTo>
                    <a:cubicBezTo>
                      <a:pt x="24170" y="31673"/>
                      <a:pt x="24078" y="33162"/>
                      <a:pt x="22741" y="34347"/>
                    </a:cubicBezTo>
                    <a:cubicBezTo>
                      <a:pt x="21677" y="35259"/>
                      <a:pt x="20340" y="35989"/>
                      <a:pt x="19063" y="36536"/>
                    </a:cubicBezTo>
                    <a:cubicBezTo>
                      <a:pt x="17665" y="37113"/>
                      <a:pt x="16206" y="37569"/>
                      <a:pt x="14777" y="38086"/>
                    </a:cubicBezTo>
                    <a:cubicBezTo>
                      <a:pt x="13258" y="38633"/>
                      <a:pt x="11616" y="39332"/>
                      <a:pt x="10005" y="39424"/>
                    </a:cubicBezTo>
                    <a:cubicBezTo>
                      <a:pt x="7786" y="39575"/>
                      <a:pt x="5689" y="39940"/>
                      <a:pt x="4382" y="41946"/>
                    </a:cubicBezTo>
                    <a:cubicBezTo>
                      <a:pt x="4060" y="42453"/>
                      <a:pt x="4539" y="42977"/>
                      <a:pt x="5029" y="42977"/>
                    </a:cubicBezTo>
                    <a:cubicBezTo>
                      <a:pt x="5186" y="42977"/>
                      <a:pt x="5343" y="42923"/>
                      <a:pt x="5476" y="42797"/>
                    </a:cubicBezTo>
                    <a:cubicBezTo>
                      <a:pt x="6449" y="41886"/>
                      <a:pt x="7695" y="41673"/>
                      <a:pt x="8941" y="41642"/>
                    </a:cubicBezTo>
                    <a:cubicBezTo>
                      <a:pt x="9108" y="41642"/>
                      <a:pt x="9279" y="41640"/>
                      <a:pt x="9452" y="41640"/>
                    </a:cubicBezTo>
                    <a:cubicBezTo>
                      <a:pt x="9969" y="41640"/>
                      <a:pt x="10499" y="41658"/>
                      <a:pt x="10978" y="41794"/>
                    </a:cubicBezTo>
                    <a:cubicBezTo>
                      <a:pt x="11677" y="41977"/>
                      <a:pt x="12224" y="42341"/>
                      <a:pt x="12923" y="42493"/>
                    </a:cubicBezTo>
                    <a:cubicBezTo>
                      <a:pt x="13928" y="42697"/>
                      <a:pt x="14926" y="42798"/>
                      <a:pt x="15914" y="42798"/>
                    </a:cubicBezTo>
                    <a:cubicBezTo>
                      <a:pt x="17733" y="42798"/>
                      <a:pt x="19518" y="42453"/>
                      <a:pt x="21252" y="41764"/>
                    </a:cubicBezTo>
                    <a:cubicBezTo>
                      <a:pt x="23714" y="40791"/>
                      <a:pt x="26753" y="39424"/>
                      <a:pt x="28182" y="37113"/>
                    </a:cubicBezTo>
                    <a:cubicBezTo>
                      <a:pt x="28881" y="35958"/>
                      <a:pt x="29154" y="34651"/>
                      <a:pt x="29246" y="33344"/>
                    </a:cubicBezTo>
                    <a:cubicBezTo>
                      <a:pt x="29367" y="31794"/>
                      <a:pt x="29641" y="30518"/>
                      <a:pt x="30127" y="29059"/>
                    </a:cubicBezTo>
                    <a:cubicBezTo>
                      <a:pt x="31738" y="24074"/>
                      <a:pt x="31525" y="18481"/>
                      <a:pt x="28486" y="14074"/>
                    </a:cubicBezTo>
                    <a:cubicBezTo>
                      <a:pt x="27209" y="12250"/>
                      <a:pt x="25781" y="11034"/>
                      <a:pt x="23774" y="10031"/>
                    </a:cubicBezTo>
                    <a:cubicBezTo>
                      <a:pt x="21799" y="9058"/>
                      <a:pt x="20005" y="6809"/>
                      <a:pt x="19002" y="4833"/>
                    </a:cubicBezTo>
                    <a:cubicBezTo>
                      <a:pt x="17665" y="2189"/>
                      <a:pt x="14717" y="1277"/>
                      <a:pt x="11890" y="1216"/>
                    </a:cubicBezTo>
                    <a:cubicBezTo>
                      <a:pt x="11668" y="1212"/>
                      <a:pt x="11449" y="1211"/>
                      <a:pt x="11232" y="1211"/>
                    </a:cubicBezTo>
                    <a:cubicBezTo>
                      <a:pt x="10943" y="1211"/>
                      <a:pt x="10657" y="1213"/>
                      <a:pt x="10373" y="1213"/>
                    </a:cubicBezTo>
                    <a:cubicBezTo>
                      <a:pt x="9380" y="1213"/>
                      <a:pt x="8414" y="1186"/>
                      <a:pt x="7422" y="943"/>
                    </a:cubicBezTo>
                    <a:cubicBezTo>
                      <a:pt x="6570" y="730"/>
                      <a:pt x="5780" y="396"/>
                      <a:pt x="4929" y="213"/>
                    </a:cubicBezTo>
                    <a:cubicBezTo>
                      <a:pt x="4108" y="0"/>
                      <a:pt x="3318" y="122"/>
                      <a:pt x="2467" y="31"/>
                    </a:cubicBezTo>
                    <a:cubicBezTo>
                      <a:pt x="2425" y="27"/>
                      <a:pt x="2383" y="25"/>
                      <a:pt x="2341" y="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13"/>
              <p:cNvSpPr/>
              <p:nvPr/>
            </p:nvSpPr>
            <p:spPr>
              <a:xfrm rot="-3629353" flipH="1">
                <a:off x="-411055" y="704479"/>
                <a:ext cx="857528" cy="947846"/>
              </a:xfrm>
              <a:custGeom>
                <a:avLst/>
                <a:gdLst/>
                <a:ahLst/>
                <a:cxnLst/>
                <a:rect l="l" t="t" r="r" b="b"/>
                <a:pathLst>
                  <a:path w="37539" h="41491" extrusionOk="0">
                    <a:moveTo>
                      <a:pt x="25521" y="0"/>
                    </a:moveTo>
                    <a:cubicBezTo>
                      <a:pt x="20655" y="0"/>
                      <a:pt x="16565" y="3657"/>
                      <a:pt x="12158" y="5875"/>
                    </a:cubicBezTo>
                    <a:cubicBezTo>
                      <a:pt x="10608" y="6665"/>
                      <a:pt x="8876" y="7395"/>
                      <a:pt x="7933" y="8854"/>
                    </a:cubicBezTo>
                    <a:cubicBezTo>
                      <a:pt x="7204" y="10039"/>
                      <a:pt x="7113" y="11498"/>
                      <a:pt x="7022" y="12866"/>
                    </a:cubicBezTo>
                    <a:cubicBezTo>
                      <a:pt x="6870" y="16209"/>
                      <a:pt x="6687" y="19553"/>
                      <a:pt x="6505" y="22927"/>
                    </a:cubicBezTo>
                    <a:cubicBezTo>
                      <a:pt x="6444" y="24447"/>
                      <a:pt x="6292" y="26088"/>
                      <a:pt x="5259" y="27213"/>
                    </a:cubicBezTo>
                    <a:cubicBezTo>
                      <a:pt x="4499" y="28003"/>
                      <a:pt x="3374" y="28398"/>
                      <a:pt x="2736" y="29280"/>
                    </a:cubicBezTo>
                    <a:cubicBezTo>
                      <a:pt x="0" y="33049"/>
                      <a:pt x="8997" y="38581"/>
                      <a:pt x="11794" y="40070"/>
                    </a:cubicBezTo>
                    <a:cubicBezTo>
                      <a:pt x="13632" y="41042"/>
                      <a:pt x="15805" y="41491"/>
                      <a:pt x="18028" y="41491"/>
                    </a:cubicBezTo>
                    <a:cubicBezTo>
                      <a:pt x="21575" y="41491"/>
                      <a:pt x="25250" y="40348"/>
                      <a:pt x="27903" y="38368"/>
                    </a:cubicBezTo>
                    <a:cubicBezTo>
                      <a:pt x="31125" y="35997"/>
                      <a:pt x="32554" y="31985"/>
                      <a:pt x="33861" y="28216"/>
                    </a:cubicBezTo>
                    <a:cubicBezTo>
                      <a:pt x="35685" y="22805"/>
                      <a:pt x="37539" y="17152"/>
                      <a:pt x="36749" y="11498"/>
                    </a:cubicBezTo>
                    <a:cubicBezTo>
                      <a:pt x="35958" y="5845"/>
                      <a:pt x="31642" y="252"/>
                      <a:pt x="25928" y="9"/>
                    </a:cubicBezTo>
                    <a:cubicBezTo>
                      <a:pt x="25791" y="3"/>
                      <a:pt x="25656" y="0"/>
                      <a:pt x="255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92" name="Google Shape;1792;p13"/>
              <p:cNvGrpSpPr/>
              <p:nvPr/>
            </p:nvGrpSpPr>
            <p:grpSpPr>
              <a:xfrm>
                <a:off x="172673" y="-833720"/>
                <a:ext cx="895346" cy="1752031"/>
                <a:chOff x="691611" y="-941945"/>
                <a:chExt cx="895346" cy="1752031"/>
              </a:xfrm>
            </p:grpSpPr>
            <p:sp>
              <p:nvSpPr>
                <p:cNvPr id="1793" name="Google Shape;1793;p13"/>
                <p:cNvSpPr/>
                <p:nvPr/>
              </p:nvSpPr>
              <p:spPr>
                <a:xfrm rot="5400000" flipH="1">
                  <a:off x="1064773" y="-767051"/>
                  <a:ext cx="34215" cy="2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579" extrusionOk="0">
                      <a:moveTo>
                        <a:pt x="395" y="1"/>
                      </a:moveTo>
                      <a:cubicBezTo>
                        <a:pt x="0" y="1"/>
                        <a:pt x="0" y="578"/>
                        <a:pt x="395" y="578"/>
                      </a:cubicBezTo>
                      <a:cubicBezTo>
                        <a:pt x="760" y="578"/>
                        <a:pt x="760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4" name="Google Shape;1794;p13"/>
                <p:cNvSpPr/>
                <p:nvPr/>
              </p:nvSpPr>
              <p:spPr>
                <a:xfrm rot="5400000" flipH="1">
                  <a:off x="890924" y="-630644"/>
                  <a:ext cx="73824" cy="716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" h="1594" extrusionOk="0">
                      <a:moveTo>
                        <a:pt x="669" y="1"/>
                      </a:moveTo>
                      <a:cubicBezTo>
                        <a:pt x="517" y="1"/>
                        <a:pt x="335" y="62"/>
                        <a:pt x="213" y="183"/>
                      </a:cubicBezTo>
                      <a:cubicBezTo>
                        <a:pt x="92" y="305"/>
                        <a:pt x="0" y="487"/>
                        <a:pt x="31" y="639"/>
                      </a:cubicBezTo>
                      <a:lnTo>
                        <a:pt x="61" y="822"/>
                      </a:lnTo>
                      <a:cubicBezTo>
                        <a:pt x="92" y="943"/>
                        <a:pt x="122" y="1034"/>
                        <a:pt x="213" y="1125"/>
                      </a:cubicBezTo>
                      <a:cubicBezTo>
                        <a:pt x="277" y="1190"/>
                        <a:pt x="357" y="1239"/>
                        <a:pt x="441" y="1273"/>
                      </a:cubicBezTo>
                      <a:lnTo>
                        <a:pt x="441" y="1273"/>
                      </a:lnTo>
                      <a:cubicBezTo>
                        <a:pt x="474" y="1295"/>
                        <a:pt x="495" y="1317"/>
                        <a:pt x="517" y="1338"/>
                      </a:cubicBezTo>
                      <a:cubicBezTo>
                        <a:pt x="568" y="1372"/>
                        <a:pt x="619" y="1397"/>
                        <a:pt x="670" y="1417"/>
                      </a:cubicBezTo>
                      <a:lnTo>
                        <a:pt x="670" y="1417"/>
                      </a:lnTo>
                      <a:cubicBezTo>
                        <a:pt x="720" y="1449"/>
                        <a:pt x="771" y="1495"/>
                        <a:pt x="821" y="1521"/>
                      </a:cubicBezTo>
                      <a:cubicBezTo>
                        <a:pt x="894" y="1569"/>
                        <a:pt x="986" y="1594"/>
                        <a:pt x="1081" y="1594"/>
                      </a:cubicBezTo>
                      <a:cubicBezTo>
                        <a:pt x="1222" y="1594"/>
                        <a:pt x="1368" y="1539"/>
                        <a:pt x="1459" y="1429"/>
                      </a:cubicBezTo>
                      <a:cubicBezTo>
                        <a:pt x="1520" y="1369"/>
                        <a:pt x="1581" y="1277"/>
                        <a:pt x="1611" y="1217"/>
                      </a:cubicBezTo>
                      <a:cubicBezTo>
                        <a:pt x="1642" y="1095"/>
                        <a:pt x="1611" y="882"/>
                        <a:pt x="1551" y="791"/>
                      </a:cubicBezTo>
                      <a:cubicBezTo>
                        <a:pt x="1525" y="741"/>
                        <a:pt x="1479" y="690"/>
                        <a:pt x="1447" y="640"/>
                      </a:cubicBezTo>
                      <a:lnTo>
                        <a:pt x="1447" y="640"/>
                      </a:lnTo>
                      <a:cubicBezTo>
                        <a:pt x="1427" y="589"/>
                        <a:pt x="1402" y="538"/>
                        <a:pt x="1368" y="487"/>
                      </a:cubicBezTo>
                      <a:cubicBezTo>
                        <a:pt x="1346" y="465"/>
                        <a:pt x="1325" y="444"/>
                        <a:pt x="1303" y="411"/>
                      </a:cubicBezTo>
                      <a:lnTo>
                        <a:pt x="1303" y="411"/>
                      </a:lnTo>
                      <a:cubicBezTo>
                        <a:pt x="1269" y="327"/>
                        <a:pt x="1220" y="248"/>
                        <a:pt x="1155" y="183"/>
                      </a:cubicBezTo>
                      <a:cubicBezTo>
                        <a:pt x="1003" y="62"/>
                        <a:pt x="882" y="1"/>
                        <a:pt x="66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5" name="Google Shape;1795;p13"/>
                <p:cNvSpPr/>
                <p:nvPr/>
              </p:nvSpPr>
              <p:spPr>
                <a:xfrm rot="5400000" flipH="1">
                  <a:off x="1139314" y="-490342"/>
                  <a:ext cx="69733" cy="49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" h="1098" extrusionOk="0">
                      <a:moveTo>
                        <a:pt x="654" y="0"/>
                      </a:moveTo>
                      <a:cubicBezTo>
                        <a:pt x="553" y="0"/>
                        <a:pt x="459" y="26"/>
                        <a:pt x="365" y="64"/>
                      </a:cubicBezTo>
                      <a:cubicBezTo>
                        <a:pt x="1" y="246"/>
                        <a:pt x="1" y="854"/>
                        <a:pt x="365" y="1006"/>
                      </a:cubicBezTo>
                      <a:cubicBezTo>
                        <a:pt x="473" y="1049"/>
                        <a:pt x="580" y="1092"/>
                        <a:pt x="698" y="1092"/>
                      </a:cubicBezTo>
                      <a:cubicBezTo>
                        <a:pt x="709" y="1092"/>
                        <a:pt x="720" y="1091"/>
                        <a:pt x="731" y="1091"/>
                      </a:cubicBezTo>
                      <a:lnTo>
                        <a:pt x="731" y="1091"/>
                      </a:lnTo>
                      <a:lnTo>
                        <a:pt x="700" y="1097"/>
                      </a:lnTo>
                      <a:lnTo>
                        <a:pt x="700" y="1097"/>
                      </a:lnTo>
                      <a:lnTo>
                        <a:pt x="737" y="1090"/>
                      </a:lnTo>
                      <a:lnTo>
                        <a:pt x="737" y="1090"/>
                      </a:lnTo>
                      <a:cubicBezTo>
                        <a:pt x="767" y="1088"/>
                        <a:pt x="798" y="1082"/>
                        <a:pt x="830" y="1073"/>
                      </a:cubicBezTo>
                      <a:lnTo>
                        <a:pt x="830" y="1073"/>
                      </a:lnTo>
                      <a:lnTo>
                        <a:pt x="1034" y="1036"/>
                      </a:lnTo>
                      <a:cubicBezTo>
                        <a:pt x="1186" y="1036"/>
                        <a:pt x="1308" y="1006"/>
                        <a:pt x="1399" y="915"/>
                      </a:cubicBezTo>
                      <a:cubicBezTo>
                        <a:pt x="1490" y="823"/>
                        <a:pt x="1551" y="671"/>
                        <a:pt x="1551" y="550"/>
                      </a:cubicBezTo>
                      <a:cubicBezTo>
                        <a:pt x="1551" y="428"/>
                        <a:pt x="1490" y="276"/>
                        <a:pt x="1399" y="185"/>
                      </a:cubicBezTo>
                      <a:cubicBezTo>
                        <a:pt x="1308" y="94"/>
                        <a:pt x="1186" y="64"/>
                        <a:pt x="1034" y="33"/>
                      </a:cubicBezTo>
                      <a:lnTo>
                        <a:pt x="742" y="7"/>
                      </a:lnTo>
                      <a:lnTo>
                        <a:pt x="742" y="7"/>
                      </a:lnTo>
                      <a:cubicBezTo>
                        <a:pt x="712" y="2"/>
                        <a:pt x="683" y="0"/>
                        <a:pt x="65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6" name="Google Shape;1796;p13"/>
                <p:cNvSpPr/>
                <p:nvPr/>
              </p:nvSpPr>
              <p:spPr>
                <a:xfrm rot="5400000" flipH="1">
                  <a:off x="1019648" y="-460892"/>
                  <a:ext cx="51974" cy="41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" h="913" extrusionOk="0">
                      <a:moveTo>
                        <a:pt x="578" y="0"/>
                      </a:moveTo>
                      <a:cubicBezTo>
                        <a:pt x="1" y="0"/>
                        <a:pt x="1" y="912"/>
                        <a:pt x="578" y="912"/>
                      </a:cubicBezTo>
                      <a:cubicBezTo>
                        <a:pt x="1156" y="912"/>
                        <a:pt x="1156" y="0"/>
                        <a:pt x="57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7" name="Google Shape;1797;p13"/>
                <p:cNvSpPr/>
                <p:nvPr/>
              </p:nvSpPr>
              <p:spPr>
                <a:xfrm rot="5400000" flipH="1">
                  <a:off x="879570" y="-329293"/>
                  <a:ext cx="73824" cy="56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" h="1259" extrusionOk="0">
                      <a:moveTo>
                        <a:pt x="851" y="37"/>
                      </a:moveTo>
                      <a:cubicBezTo>
                        <a:pt x="865" y="37"/>
                        <a:pt x="879" y="38"/>
                        <a:pt x="892" y="41"/>
                      </a:cubicBezTo>
                      <a:lnTo>
                        <a:pt x="892" y="41"/>
                      </a:lnTo>
                      <a:lnTo>
                        <a:pt x="882" y="37"/>
                      </a:lnTo>
                      <a:close/>
                      <a:moveTo>
                        <a:pt x="926" y="1204"/>
                      </a:moveTo>
                      <a:lnTo>
                        <a:pt x="882" y="1222"/>
                      </a:lnTo>
                      <a:lnTo>
                        <a:pt x="730" y="1222"/>
                      </a:lnTo>
                      <a:lnTo>
                        <a:pt x="926" y="1204"/>
                      </a:lnTo>
                      <a:close/>
                      <a:moveTo>
                        <a:pt x="577" y="0"/>
                      </a:moveTo>
                      <a:cubicBezTo>
                        <a:pt x="440" y="0"/>
                        <a:pt x="292" y="83"/>
                        <a:pt x="213" y="189"/>
                      </a:cubicBezTo>
                      <a:cubicBezTo>
                        <a:pt x="91" y="280"/>
                        <a:pt x="0" y="462"/>
                        <a:pt x="0" y="645"/>
                      </a:cubicBezTo>
                      <a:cubicBezTo>
                        <a:pt x="31" y="797"/>
                        <a:pt x="61" y="979"/>
                        <a:pt x="213" y="1070"/>
                      </a:cubicBezTo>
                      <a:cubicBezTo>
                        <a:pt x="319" y="1176"/>
                        <a:pt x="447" y="1258"/>
                        <a:pt x="579" y="1258"/>
                      </a:cubicBezTo>
                      <a:cubicBezTo>
                        <a:pt x="599" y="1258"/>
                        <a:pt x="619" y="1257"/>
                        <a:pt x="639" y="1253"/>
                      </a:cubicBezTo>
                      <a:lnTo>
                        <a:pt x="851" y="1253"/>
                      </a:lnTo>
                      <a:cubicBezTo>
                        <a:pt x="885" y="1236"/>
                        <a:pt x="919" y="1219"/>
                        <a:pt x="953" y="1202"/>
                      </a:cubicBezTo>
                      <a:lnTo>
                        <a:pt x="953" y="1202"/>
                      </a:lnTo>
                      <a:lnTo>
                        <a:pt x="1064" y="1192"/>
                      </a:lnTo>
                      <a:cubicBezTo>
                        <a:pt x="1216" y="1192"/>
                        <a:pt x="1338" y="1161"/>
                        <a:pt x="1459" y="1040"/>
                      </a:cubicBezTo>
                      <a:cubicBezTo>
                        <a:pt x="1581" y="949"/>
                        <a:pt x="1642" y="766"/>
                        <a:pt x="1642" y="614"/>
                      </a:cubicBezTo>
                      <a:cubicBezTo>
                        <a:pt x="1642" y="493"/>
                        <a:pt x="1581" y="310"/>
                        <a:pt x="1459" y="219"/>
                      </a:cubicBezTo>
                      <a:cubicBezTo>
                        <a:pt x="1338" y="98"/>
                        <a:pt x="1216" y="67"/>
                        <a:pt x="1064" y="37"/>
                      </a:cubicBezTo>
                      <a:lnTo>
                        <a:pt x="1064" y="67"/>
                      </a:lnTo>
                      <a:lnTo>
                        <a:pt x="944" y="56"/>
                      </a:lnTo>
                      <a:lnTo>
                        <a:pt x="944" y="56"/>
                      </a:lnTo>
                      <a:cubicBezTo>
                        <a:pt x="927" y="50"/>
                        <a:pt x="910" y="44"/>
                        <a:pt x="892" y="41"/>
                      </a:cubicBezTo>
                      <a:lnTo>
                        <a:pt x="892" y="41"/>
                      </a:lnTo>
                      <a:lnTo>
                        <a:pt x="926" y="55"/>
                      </a:lnTo>
                      <a:lnTo>
                        <a:pt x="926" y="55"/>
                      </a:lnTo>
                      <a:lnTo>
                        <a:pt x="730" y="37"/>
                      </a:lnTo>
                      <a:lnTo>
                        <a:pt x="851" y="37"/>
                      </a:lnTo>
                      <a:cubicBezTo>
                        <a:pt x="791" y="6"/>
                        <a:pt x="730" y="6"/>
                        <a:pt x="639" y="6"/>
                      </a:cubicBezTo>
                      <a:cubicBezTo>
                        <a:pt x="619" y="2"/>
                        <a:pt x="598" y="0"/>
                        <a:pt x="57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8" name="Google Shape;1798;p13"/>
                <p:cNvSpPr/>
                <p:nvPr/>
              </p:nvSpPr>
              <p:spPr>
                <a:xfrm rot="5400000" flipH="1">
                  <a:off x="1083887" y="-216286"/>
                  <a:ext cx="50625" cy="6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1490" extrusionOk="0">
                      <a:moveTo>
                        <a:pt x="548" y="0"/>
                      </a:moveTo>
                      <a:cubicBezTo>
                        <a:pt x="244" y="0"/>
                        <a:pt x="31" y="243"/>
                        <a:pt x="0" y="547"/>
                      </a:cubicBezTo>
                      <a:cubicBezTo>
                        <a:pt x="0" y="699"/>
                        <a:pt x="0" y="821"/>
                        <a:pt x="31" y="942"/>
                      </a:cubicBezTo>
                      <a:cubicBezTo>
                        <a:pt x="31" y="1094"/>
                        <a:pt x="61" y="1216"/>
                        <a:pt x="183" y="1307"/>
                      </a:cubicBezTo>
                      <a:cubicBezTo>
                        <a:pt x="274" y="1429"/>
                        <a:pt x="426" y="1489"/>
                        <a:pt x="548" y="1489"/>
                      </a:cubicBezTo>
                      <a:cubicBezTo>
                        <a:pt x="882" y="1459"/>
                        <a:pt x="1064" y="1246"/>
                        <a:pt x="1095" y="942"/>
                      </a:cubicBezTo>
                      <a:cubicBezTo>
                        <a:pt x="1095" y="821"/>
                        <a:pt x="1125" y="669"/>
                        <a:pt x="1125" y="547"/>
                      </a:cubicBezTo>
                      <a:cubicBezTo>
                        <a:pt x="1095" y="395"/>
                        <a:pt x="1064" y="274"/>
                        <a:pt x="943" y="152"/>
                      </a:cubicBezTo>
                      <a:cubicBezTo>
                        <a:pt x="851" y="61"/>
                        <a:pt x="700" y="0"/>
                        <a:pt x="54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9" name="Google Shape;1799;p13"/>
                <p:cNvSpPr/>
                <p:nvPr/>
              </p:nvSpPr>
              <p:spPr>
                <a:xfrm rot="5400000" flipH="1">
                  <a:off x="989584" y="-307867"/>
                  <a:ext cx="36957" cy="28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40" extrusionOk="0">
                      <a:moveTo>
                        <a:pt x="396" y="1"/>
                      </a:moveTo>
                      <a:cubicBezTo>
                        <a:pt x="0" y="1"/>
                        <a:pt x="0" y="639"/>
                        <a:pt x="396" y="639"/>
                      </a:cubicBezTo>
                      <a:cubicBezTo>
                        <a:pt x="821" y="639"/>
                        <a:pt x="821" y="1"/>
                        <a:pt x="3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0" name="Google Shape;1800;p13"/>
                <p:cNvSpPr/>
                <p:nvPr/>
              </p:nvSpPr>
              <p:spPr>
                <a:xfrm rot="5400000" flipH="1">
                  <a:off x="1198741" y="-336554"/>
                  <a:ext cx="62899" cy="492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095" extrusionOk="0">
                      <a:moveTo>
                        <a:pt x="699" y="1"/>
                      </a:moveTo>
                      <a:cubicBezTo>
                        <a:pt x="0" y="1"/>
                        <a:pt x="0" y="1095"/>
                        <a:pt x="699" y="1095"/>
                      </a:cubicBezTo>
                      <a:cubicBezTo>
                        <a:pt x="1398" y="1095"/>
                        <a:pt x="1398" y="1"/>
                        <a:pt x="69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1" name="Google Shape;1801;p13"/>
                <p:cNvSpPr/>
                <p:nvPr/>
              </p:nvSpPr>
              <p:spPr>
                <a:xfrm rot="5400000" flipH="1">
                  <a:off x="880422" y="-142662"/>
                  <a:ext cx="53368" cy="67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498" extrusionOk="0">
                      <a:moveTo>
                        <a:pt x="593" y="1"/>
                      </a:moveTo>
                      <a:cubicBezTo>
                        <a:pt x="457" y="1"/>
                        <a:pt x="320" y="54"/>
                        <a:pt x="213" y="161"/>
                      </a:cubicBezTo>
                      <a:lnTo>
                        <a:pt x="183" y="161"/>
                      </a:lnTo>
                      <a:cubicBezTo>
                        <a:pt x="31" y="313"/>
                        <a:pt x="1" y="525"/>
                        <a:pt x="31" y="738"/>
                      </a:cubicBezTo>
                      <a:lnTo>
                        <a:pt x="31" y="616"/>
                      </a:lnTo>
                      <a:lnTo>
                        <a:pt x="61" y="951"/>
                      </a:lnTo>
                      <a:cubicBezTo>
                        <a:pt x="61" y="1103"/>
                        <a:pt x="122" y="1224"/>
                        <a:pt x="213" y="1346"/>
                      </a:cubicBezTo>
                      <a:cubicBezTo>
                        <a:pt x="305" y="1437"/>
                        <a:pt x="457" y="1498"/>
                        <a:pt x="609" y="1498"/>
                      </a:cubicBezTo>
                      <a:cubicBezTo>
                        <a:pt x="730" y="1498"/>
                        <a:pt x="882" y="1437"/>
                        <a:pt x="973" y="1346"/>
                      </a:cubicBezTo>
                      <a:cubicBezTo>
                        <a:pt x="1065" y="1224"/>
                        <a:pt x="1125" y="1103"/>
                        <a:pt x="1125" y="951"/>
                      </a:cubicBezTo>
                      <a:lnTo>
                        <a:pt x="1144" y="750"/>
                      </a:lnTo>
                      <a:lnTo>
                        <a:pt x="1144" y="750"/>
                      </a:lnTo>
                      <a:lnTo>
                        <a:pt x="1156" y="738"/>
                      </a:lnTo>
                      <a:cubicBezTo>
                        <a:pt x="1186" y="556"/>
                        <a:pt x="1156" y="313"/>
                        <a:pt x="1004" y="161"/>
                      </a:cubicBezTo>
                      <a:lnTo>
                        <a:pt x="973" y="161"/>
                      </a:lnTo>
                      <a:cubicBezTo>
                        <a:pt x="867" y="54"/>
                        <a:pt x="730" y="1"/>
                        <a:pt x="59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2" name="Google Shape;1802;p13"/>
                <p:cNvSpPr/>
                <p:nvPr/>
              </p:nvSpPr>
              <p:spPr>
                <a:xfrm rot="5400000" flipH="1">
                  <a:off x="840600" y="-419910"/>
                  <a:ext cx="41048" cy="32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" h="731" extrusionOk="0">
                      <a:moveTo>
                        <a:pt x="457" y="1"/>
                      </a:moveTo>
                      <a:cubicBezTo>
                        <a:pt x="1" y="1"/>
                        <a:pt x="1" y="730"/>
                        <a:pt x="457" y="730"/>
                      </a:cubicBezTo>
                      <a:cubicBezTo>
                        <a:pt x="913" y="730"/>
                        <a:pt x="913" y="1"/>
                        <a:pt x="45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3" name="Google Shape;1803;p13"/>
                <p:cNvSpPr/>
                <p:nvPr/>
              </p:nvSpPr>
              <p:spPr>
                <a:xfrm rot="5400000" flipH="1">
                  <a:off x="771570" y="-692551"/>
                  <a:ext cx="30123" cy="23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18" extrusionOk="0">
                      <a:moveTo>
                        <a:pt x="335" y="1"/>
                      </a:moveTo>
                      <a:cubicBezTo>
                        <a:pt x="1" y="1"/>
                        <a:pt x="1" y="517"/>
                        <a:pt x="335" y="517"/>
                      </a:cubicBezTo>
                      <a:cubicBezTo>
                        <a:pt x="669" y="517"/>
                        <a:pt x="669" y="1"/>
                        <a:pt x="33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4" name="Google Shape;1804;p13"/>
                <p:cNvSpPr/>
                <p:nvPr/>
              </p:nvSpPr>
              <p:spPr>
                <a:xfrm rot="5400000" flipH="1">
                  <a:off x="1068461" y="-763997"/>
                  <a:ext cx="42442" cy="554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" h="1234" extrusionOk="0">
                      <a:moveTo>
                        <a:pt x="472" y="0"/>
                      </a:moveTo>
                      <a:cubicBezTo>
                        <a:pt x="312" y="0"/>
                        <a:pt x="153" y="76"/>
                        <a:pt x="92" y="228"/>
                      </a:cubicBezTo>
                      <a:cubicBezTo>
                        <a:pt x="31" y="289"/>
                        <a:pt x="31" y="380"/>
                        <a:pt x="1" y="471"/>
                      </a:cubicBezTo>
                      <a:cubicBezTo>
                        <a:pt x="1" y="502"/>
                        <a:pt x="1" y="532"/>
                        <a:pt x="1" y="593"/>
                      </a:cubicBezTo>
                      <a:cubicBezTo>
                        <a:pt x="1" y="654"/>
                        <a:pt x="1" y="715"/>
                        <a:pt x="1" y="775"/>
                      </a:cubicBezTo>
                      <a:cubicBezTo>
                        <a:pt x="30" y="1005"/>
                        <a:pt x="193" y="1234"/>
                        <a:pt x="441" y="1234"/>
                      </a:cubicBezTo>
                      <a:cubicBezTo>
                        <a:pt x="456" y="1234"/>
                        <a:pt x="472" y="1233"/>
                        <a:pt x="487" y="1231"/>
                      </a:cubicBezTo>
                      <a:cubicBezTo>
                        <a:pt x="730" y="1231"/>
                        <a:pt x="913" y="1049"/>
                        <a:pt x="943" y="775"/>
                      </a:cubicBezTo>
                      <a:lnTo>
                        <a:pt x="913" y="775"/>
                      </a:lnTo>
                      <a:cubicBezTo>
                        <a:pt x="913" y="715"/>
                        <a:pt x="943" y="654"/>
                        <a:pt x="943" y="593"/>
                      </a:cubicBezTo>
                      <a:cubicBezTo>
                        <a:pt x="943" y="563"/>
                        <a:pt x="943" y="502"/>
                        <a:pt x="913" y="471"/>
                      </a:cubicBezTo>
                      <a:cubicBezTo>
                        <a:pt x="913" y="380"/>
                        <a:pt x="882" y="319"/>
                        <a:pt x="852" y="228"/>
                      </a:cubicBezTo>
                      <a:cubicBezTo>
                        <a:pt x="791" y="76"/>
                        <a:pt x="632" y="0"/>
                        <a:pt x="47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5" name="Google Shape;1805;p13"/>
                <p:cNvSpPr/>
                <p:nvPr/>
              </p:nvSpPr>
              <p:spPr>
                <a:xfrm rot="5400000" flipH="1">
                  <a:off x="863850" y="-877703"/>
                  <a:ext cx="49231" cy="62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" h="1399" extrusionOk="0">
                      <a:moveTo>
                        <a:pt x="548" y="0"/>
                      </a:moveTo>
                      <a:cubicBezTo>
                        <a:pt x="335" y="31"/>
                        <a:pt x="122" y="183"/>
                        <a:pt x="62" y="396"/>
                      </a:cubicBezTo>
                      <a:cubicBezTo>
                        <a:pt x="1" y="548"/>
                        <a:pt x="31" y="730"/>
                        <a:pt x="62" y="912"/>
                      </a:cubicBezTo>
                      <a:cubicBezTo>
                        <a:pt x="62" y="1034"/>
                        <a:pt x="92" y="1156"/>
                        <a:pt x="214" y="1277"/>
                      </a:cubicBezTo>
                      <a:cubicBezTo>
                        <a:pt x="305" y="1338"/>
                        <a:pt x="426" y="1399"/>
                        <a:pt x="548" y="1399"/>
                      </a:cubicBezTo>
                      <a:cubicBezTo>
                        <a:pt x="852" y="1399"/>
                        <a:pt x="1034" y="1186"/>
                        <a:pt x="1065" y="912"/>
                      </a:cubicBezTo>
                      <a:cubicBezTo>
                        <a:pt x="1065" y="730"/>
                        <a:pt x="1095" y="548"/>
                        <a:pt x="1065" y="396"/>
                      </a:cubicBezTo>
                      <a:cubicBezTo>
                        <a:pt x="973" y="183"/>
                        <a:pt x="791" y="0"/>
                        <a:pt x="54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6" name="Google Shape;1806;p13"/>
                <p:cNvSpPr/>
                <p:nvPr/>
              </p:nvSpPr>
              <p:spPr>
                <a:xfrm rot="5400000" flipH="1">
                  <a:off x="686153" y="-757453"/>
                  <a:ext cx="53323" cy="424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943" extrusionOk="0">
                      <a:moveTo>
                        <a:pt x="578" y="0"/>
                      </a:moveTo>
                      <a:cubicBezTo>
                        <a:pt x="0" y="0"/>
                        <a:pt x="0" y="943"/>
                        <a:pt x="578" y="943"/>
                      </a:cubicBezTo>
                      <a:cubicBezTo>
                        <a:pt x="1186" y="943"/>
                        <a:pt x="1186" y="0"/>
                        <a:pt x="57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7" name="Google Shape;1807;p13"/>
                <p:cNvSpPr/>
                <p:nvPr/>
              </p:nvSpPr>
              <p:spPr>
                <a:xfrm rot="5400000" flipH="1">
                  <a:off x="801657" y="-499536"/>
                  <a:ext cx="45140" cy="4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" h="898" extrusionOk="0">
                      <a:moveTo>
                        <a:pt x="559" y="1"/>
                      </a:moveTo>
                      <a:cubicBezTo>
                        <a:pt x="517" y="1"/>
                        <a:pt x="471" y="8"/>
                        <a:pt x="426" y="24"/>
                      </a:cubicBezTo>
                      <a:lnTo>
                        <a:pt x="334" y="54"/>
                      </a:lnTo>
                      <a:cubicBezTo>
                        <a:pt x="243" y="84"/>
                        <a:pt x="182" y="115"/>
                        <a:pt x="122" y="145"/>
                      </a:cubicBezTo>
                      <a:cubicBezTo>
                        <a:pt x="91" y="206"/>
                        <a:pt x="61" y="267"/>
                        <a:pt x="30" y="358"/>
                      </a:cubicBezTo>
                      <a:cubicBezTo>
                        <a:pt x="0" y="449"/>
                        <a:pt x="0" y="449"/>
                        <a:pt x="30" y="571"/>
                      </a:cubicBezTo>
                      <a:cubicBezTo>
                        <a:pt x="61" y="632"/>
                        <a:pt x="91" y="692"/>
                        <a:pt x="122" y="753"/>
                      </a:cubicBezTo>
                      <a:cubicBezTo>
                        <a:pt x="182" y="814"/>
                        <a:pt x="243" y="844"/>
                        <a:pt x="334" y="844"/>
                      </a:cubicBezTo>
                      <a:lnTo>
                        <a:pt x="426" y="875"/>
                      </a:lnTo>
                      <a:cubicBezTo>
                        <a:pt x="471" y="890"/>
                        <a:pt x="517" y="898"/>
                        <a:pt x="559" y="898"/>
                      </a:cubicBezTo>
                      <a:cubicBezTo>
                        <a:pt x="600" y="898"/>
                        <a:pt x="638" y="890"/>
                        <a:pt x="669" y="875"/>
                      </a:cubicBezTo>
                      <a:cubicBezTo>
                        <a:pt x="760" y="844"/>
                        <a:pt x="821" y="814"/>
                        <a:pt x="882" y="753"/>
                      </a:cubicBezTo>
                      <a:cubicBezTo>
                        <a:pt x="942" y="692"/>
                        <a:pt x="1003" y="571"/>
                        <a:pt x="1003" y="449"/>
                      </a:cubicBezTo>
                      <a:cubicBezTo>
                        <a:pt x="1003" y="328"/>
                        <a:pt x="942" y="206"/>
                        <a:pt x="882" y="145"/>
                      </a:cubicBezTo>
                      <a:cubicBezTo>
                        <a:pt x="821" y="84"/>
                        <a:pt x="760" y="54"/>
                        <a:pt x="669" y="24"/>
                      </a:cubicBezTo>
                      <a:cubicBezTo>
                        <a:pt x="638" y="8"/>
                        <a:pt x="600" y="1"/>
                        <a:pt x="55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8" name="Google Shape;1808;p13"/>
                <p:cNvSpPr/>
                <p:nvPr/>
              </p:nvSpPr>
              <p:spPr>
                <a:xfrm rot="5400000" flipH="1">
                  <a:off x="1053128" y="-575025"/>
                  <a:ext cx="50625" cy="38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852" extrusionOk="0">
                      <a:moveTo>
                        <a:pt x="548" y="0"/>
                      </a:moveTo>
                      <a:cubicBezTo>
                        <a:pt x="0" y="0"/>
                        <a:pt x="0" y="851"/>
                        <a:pt x="548" y="851"/>
                      </a:cubicBezTo>
                      <a:cubicBezTo>
                        <a:pt x="1125" y="851"/>
                        <a:pt x="1125" y="0"/>
                        <a:pt x="54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9" name="Google Shape;1809;p13"/>
                <p:cNvSpPr/>
                <p:nvPr/>
              </p:nvSpPr>
              <p:spPr>
                <a:xfrm rot="5400000" flipH="1">
                  <a:off x="1201460" y="-678188"/>
                  <a:ext cx="47882" cy="47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" h="1064" extrusionOk="0">
                      <a:moveTo>
                        <a:pt x="517" y="0"/>
                      </a:moveTo>
                      <a:cubicBezTo>
                        <a:pt x="395" y="0"/>
                        <a:pt x="243" y="61"/>
                        <a:pt x="152" y="152"/>
                      </a:cubicBezTo>
                      <a:cubicBezTo>
                        <a:pt x="92" y="213"/>
                        <a:pt x="61" y="243"/>
                        <a:pt x="31" y="335"/>
                      </a:cubicBezTo>
                      <a:cubicBezTo>
                        <a:pt x="0" y="395"/>
                        <a:pt x="0" y="456"/>
                        <a:pt x="0" y="517"/>
                      </a:cubicBezTo>
                      <a:cubicBezTo>
                        <a:pt x="0" y="669"/>
                        <a:pt x="61" y="790"/>
                        <a:pt x="152" y="882"/>
                      </a:cubicBezTo>
                      <a:cubicBezTo>
                        <a:pt x="274" y="1003"/>
                        <a:pt x="395" y="1064"/>
                        <a:pt x="517" y="1064"/>
                      </a:cubicBezTo>
                      <a:cubicBezTo>
                        <a:pt x="669" y="1064"/>
                        <a:pt x="791" y="1003"/>
                        <a:pt x="882" y="882"/>
                      </a:cubicBezTo>
                      <a:cubicBezTo>
                        <a:pt x="943" y="851"/>
                        <a:pt x="973" y="790"/>
                        <a:pt x="1003" y="730"/>
                      </a:cubicBezTo>
                      <a:cubicBezTo>
                        <a:pt x="1034" y="669"/>
                        <a:pt x="1064" y="608"/>
                        <a:pt x="1064" y="517"/>
                      </a:cubicBezTo>
                      <a:cubicBezTo>
                        <a:pt x="1034" y="395"/>
                        <a:pt x="1003" y="243"/>
                        <a:pt x="882" y="152"/>
                      </a:cubicBezTo>
                      <a:cubicBezTo>
                        <a:pt x="791" y="61"/>
                        <a:pt x="669" y="0"/>
                        <a:pt x="5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0" name="Google Shape;1810;p13"/>
                <p:cNvSpPr/>
                <p:nvPr/>
              </p:nvSpPr>
              <p:spPr>
                <a:xfrm rot="5400000" flipH="1">
                  <a:off x="1379161" y="-523772"/>
                  <a:ext cx="86143" cy="6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6" h="1490" extrusionOk="0">
                      <a:moveTo>
                        <a:pt x="943" y="0"/>
                      </a:moveTo>
                      <a:cubicBezTo>
                        <a:pt x="0" y="0"/>
                        <a:pt x="0" y="1490"/>
                        <a:pt x="943" y="1490"/>
                      </a:cubicBezTo>
                      <a:cubicBezTo>
                        <a:pt x="1915" y="1490"/>
                        <a:pt x="1915" y="0"/>
                        <a:pt x="94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1" name="Google Shape;1811;p13"/>
                <p:cNvSpPr/>
                <p:nvPr/>
              </p:nvSpPr>
              <p:spPr>
                <a:xfrm rot="5400000" flipH="1">
                  <a:off x="1079817" y="-367958"/>
                  <a:ext cx="46489" cy="355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791" extrusionOk="0">
                      <a:moveTo>
                        <a:pt x="517" y="0"/>
                      </a:moveTo>
                      <a:cubicBezTo>
                        <a:pt x="0" y="0"/>
                        <a:pt x="0" y="791"/>
                        <a:pt x="517" y="791"/>
                      </a:cubicBezTo>
                      <a:cubicBezTo>
                        <a:pt x="1034" y="791"/>
                        <a:pt x="1034" y="0"/>
                        <a:pt x="5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2" name="Google Shape;1812;p13"/>
                <p:cNvSpPr/>
                <p:nvPr/>
              </p:nvSpPr>
              <p:spPr>
                <a:xfrm rot="5400000" flipH="1">
                  <a:off x="911697" y="-480022"/>
                  <a:ext cx="36912" cy="28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639" extrusionOk="0">
                      <a:moveTo>
                        <a:pt x="395" y="0"/>
                      </a:moveTo>
                      <a:cubicBezTo>
                        <a:pt x="0" y="0"/>
                        <a:pt x="0" y="639"/>
                        <a:pt x="395" y="639"/>
                      </a:cubicBezTo>
                      <a:cubicBezTo>
                        <a:pt x="821" y="639"/>
                        <a:pt x="821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3" name="Google Shape;1813;p13"/>
                <p:cNvSpPr/>
                <p:nvPr/>
              </p:nvSpPr>
              <p:spPr>
                <a:xfrm rot="5400000" flipH="1">
                  <a:off x="977712" y="-785576"/>
                  <a:ext cx="36957" cy="35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796" extrusionOk="0">
                      <a:moveTo>
                        <a:pt x="409" y="0"/>
                      </a:moveTo>
                      <a:cubicBezTo>
                        <a:pt x="345" y="0"/>
                        <a:pt x="285" y="17"/>
                        <a:pt x="244" y="58"/>
                      </a:cubicBezTo>
                      <a:cubicBezTo>
                        <a:pt x="214" y="88"/>
                        <a:pt x="214" y="88"/>
                        <a:pt x="183" y="88"/>
                      </a:cubicBezTo>
                      <a:cubicBezTo>
                        <a:pt x="122" y="119"/>
                        <a:pt x="92" y="180"/>
                        <a:pt x="62" y="240"/>
                      </a:cubicBezTo>
                      <a:cubicBezTo>
                        <a:pt x="31" y="271"/>
                        <a:pt x="1" y="332"/>
                        <a:pt x="1" y="392"/>
                      </a:cubicBezTo>
                      <a:cubicBezTo>
                        <a:pt x="1" y="453"/>
                        <a:pt x="31" y="514"/>
                        <a:pt x="62" y="575"/>
                      </a:cubicBezTo>
                      <a:cubicBezTo>
                        <a:pt x="92" y="635"/>
                        <a:pt x="122" y="666"/>
                        <a:pt x="183" y="696"/>
                      </a:cubicBezTo>
                      <a:cubicBezTo>
                        <a:pt x="183" y="727"/>
                        <a:pt x="214" y="727"/>
                        <a:pt x="244" y="727"/>
                      </a:cubicBezTo>
                      <a:cubicBezTo>
                        <a:pt x="305" y="772"/>
                        <a:pt x="373" y="795"/>
                        <a:pt x="441" y="795"/>
                      </a:cubicBezTo>
                      <a:cubicBezTo>
                        <a:pt x="510" y="795"/>
                        <a:pt x="578" y="772"/>
                        <a:pt x="639" y="727"/>
                      </a:cubicBezTo>
                      <a:cubicBezTo>
                        <a:pt x="761" y="666"/>
                        <a:pt x="821" y="544"/>
                        <a:pt x="821" y="392"/>
                      </a:cubicBezTo>
                      <a:cubicBezTo>
                        <a:pt x="821" y="271"/>
                        <a:pt x="761" y="119"/>
                        <a:pt x="639" y="58"/>
                      </a:cubicBezTo>
                      <a:cubicBezTo>
                        <a:pt x="572" y="25"/>
                        <a:pt x="487" y="0"/>
                        <a:pt x="40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4" name="Google Shape;1814;p13"/>
                <p:cNvSpPr/>
                <p:nvPr/>
              </p:nvSpPr>
              <p:spPr>
                <a:xfrm rot="5400000" flipH="1">
                  <a:off x="841298" y="-737625"/>
                  <a:ext cx="46489" cy="3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821" extrusionOk="0">
                      <a:moveTo>
                        <a:pt x="517" y="0"/>
                      </a:moveTo>
                      <a:cubicBezTo>
                        <a:pt x="0" y="0"/>
                        <a:pt x="0" y="821"/>
                        <a:pt x="517" y="821"/>
                      </a:cubicBezTo>
                      <a:cubicBezTo>
                        <a:pt x="1034" y="821"/>
                        <a:pt x="1034" y="0"/>
                        <a:pt x="5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5" name="Google Shape;1815;p13"/>
                <p:cNvSpPr/>
                <p:nvPr/>
              </p:nvSpPr>
              <p:spPr>
                <a:xfrm rot="5400000" flipH="1">
                  <a:off x="855664" y="-626279"/>
                  <a:ext cx="35563" cy="27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5" y="1"/>
                      </a:moveTo>
                      <a:cubicBezTo>
                        <a:pt x="0" y="1"/>
                        <a:pt x="0" y="609"/>
                        <a:pt x="395" y="609"/>
                      </a:cubicBezTo>
                      <a:cubicBezTo>
                        <a:pt x="790" y="609"/>
                        <a:pt x="790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6" name="Google Shape;1816;p13"/>
                <p:cNvSpPr/>
                <p:nvPr/>
              </p:nvSpPr>
              <p:spPr>
                <a:xfrm rot="5400000" flipH="1">
                  <a:off x="767457" y="-590064"/>
                  <a:ext cx="46534" cy="36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" h="822" extrusionOk="0">
                      <a:moveTo>
                        <a:pt x="517" y="1"/>
                      </a:moveTo>
                      <a:cubicBezTo>
                        <a:pt x="1" y="1"/>
                        <a:pt x="1" y="821"/>
                        <a:pt x="517" y="821"/>
                      </a:cubicBezTo>
                      <a:cubicBezTo>
                        <a:pt x="1034" y="821"/>
                        <a:pt x="1034" y="1"/>
                        <a:pt x="51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7" name="Google Shape;1817;p13"/>
                <p:cNvSpPr/>
                <p:nvPr/>
              </p:nvSpPr>
              <p:spPr>
                <a:xfrm rot="5400000" flipH="1">
                  <a:off x="746297" y="-400755"/>
                  <a:ext cx="23289" cy="17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396" extrusionOk="0">
                      <a:moveTo>
                        <a:pt x="244" y="1"/>
                      </a:moveTo>
                      <a:cubicBezTo>
                        <a:pt x="1" y="1"/>
                        <a:pt x="1" y="396"/>
                        <a:pt x="244" y="396"/>
                      </a:cubicBezTo>
                      <a:cubicBezTo>
                        <a:pt x="518" y="396"/>
                        <a:pt x="518" y="1"/>
                        <a:pt x="24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8" name="Google Shape;1818;p13"/>
                <p:cNvSpPr/>
                <p:nvPr/>
              </p:nvSpPr>
              <p:spPr>
                <a:xfrm rot="5400000" flipH="1">
                  <a:off x="790705" y="-309868"/>
                  <a:ext cx="34215" cy="32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730" extrusionOk="0">
                      <a:moveTo>
                        <a:pt x="366" y="0"/>
                      </a:moveTo>
                      <a:cubicBezTo>
                        <a:pt x="274" y="0"/>
                        <a:pt x="183" y="61"/>
                        <a:pt x="122" y="122"/>
                      </a:cubicBezTo>
                      <a:cubicBezTo>
                        <a:pt x="31" y="183"/>
                        <a:pt x="1" y="274"/>
                        <a:pt x="1" y="365"/>
                      </a:cubicBezTo>
                      <a:cubicBezTo>
                        <a:pt x="1" y="456"/>
                        <a:pt x="31" y="578"/>
                        <a:pt x="122" y="638"/>
                      </a:cubicBezTo>
                      <a:cubicBezTo>
                        <a:pt x="183" y="699"/>
                        <a:pt x="274" y="730"/>
                        <a:pt x="366" y="730"/>
                      </a:cubicBezTo>
                      <a:cubicBezTo>
                        <a:pt x="457" y="730"/>
                        <a:pt x="578" y="699"/>
                        <a:pt x="639" y="638"/>
                      </a:cubicBezTo>
                      <a:cubicBezTo>
                        <a:pt x="700" y="578"/>
                        <a:pt x="761" y="456"/>
                        <a:pt x="730" y="365"/>
                      </a:cubicBezTo>
                      <a:cubicBezTo>
                        <a:pt x="730" y="274"/>
                        <a:pt x="700" y="183"/>
                        <a:pt x="639" y="122"/>
                      </a:cubicBezTo>
                      <a:cubicBezTo>
                        <a:pt x="548" y="31"/>
                        <a:pt x="487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9" name="Google Shape;1819;p13"/>
                <p:cNvSpPr/>
                <p:nvPr/>
              </p:nvSpPr>
              <p:spPr>
                <a:xfrm rot="5400000" flipH="1">
                  <a:off x="766129" y="-162284"/>
                  <a:ext cx="34170" cy="32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730" extrusionOk="0">
                      <a:moveTo>
                        <a:pt x="365" y="0"/>
                      </a:moveTo>
                      <a:cubicBezTo>
                        <a:pt x="274" y="0"/>
                        <a:pt x="182" y="61"/>
                        <a:pt x="122" y="122"/>
                      </a:cubicBezTo>
                      <a:cubicBezTo>
                        <a:pt x="31" y="183"/>
                        <a:pt x="0" y="274"/>
                        <a:pt x="0" y="365"/>
                      </a:cubicBezTo>
                      <a:cubicBezTo>
                        <a:pt x="0" y="456"/>
                        <a:pt x="31" y="578"/>
                        <a:pt x="122" y="639"/>
                      </a:cubicBezTo>
                      <a:cubicBezTo>
                        <a:pt x="182" y="699"/>
                        <a:pt x="274" y="730"/>
                        <a:pt x="365" y="730"/>
                      </a:cubicBezTo>
                      <a:cubicBezTo>
                        <a:pt x="456" y="730"/>
                        <a:pt x="578" y="699"/>
                        <a:pt x="638" y="639"/>
                      </a:cubicBezTo>
                      <a:cubicBezTo>
                        <a:pt x="699" y="578"/>
                        <a:pt x="760" y="456"/>
                        <a:pt x="730" y="365"/>
                      </a:cubicBezTo>
                      <a:cubicBezTo>
                        <a:pt x="730" y="274"/>
                        <a:pt x="699" y="183"/>
                        <a:pt x="638" y="122"/>
                      </a:cubicBezTo>
                      <a:cubicBezTo>
                        <a:pt x="578" y="31"/>
                        <a:pt x="486" y="0"/>
                        <a:pt x="3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0" name="Google Shape;1820;p13"/>
                <p:cNvSpPr/>
                <p:nvPr/>
              </p:nvSpPr>
              <p:spPr>
                <a:xfrm rot="5400000" flipH="1">
                  <a:off x="799903" y="43051"/>
                  <a:ext cx="49231" cy="41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" h="927" extrusionOk="0">
                      <a:moveTo>
                        <a:pt x="608" y="1"/>
                      </a:moveTo>
                      <a:cubicBezTo>
                        <a:pt x="588" y="1"/>
                        <a:pt x="568" y="4"/>
                        <a:pt x="547" y="14"/>
                      </a:cubicBezTo>
                      <a:lnTo>
                        <a:pt x="456" y="14"/>
                      </a:lnTo>
                      <a:cubicBezTo>
                        <a:pt x="395" y="14"/>
                        <a:pt x="335" y="14"/>
                        <a:pt x="304" y="45"/>
                      </a:cubicBezTo>
                      <a:cubicBezTo>
                        <a:pt x="243" y="75"/>
                        <a:pt x="183" y="105"/>
                        <a:pt x="152" y="136"/>
                      </a:cubicBezTo>
                      <a:cubicBezTo>
                        <a:pt x="61" y="227"/>
                        <a:pt x="0" y="349"/>
                        <a:pt x="31" y="470"/>
                      </a:cubicBezTo>
                      <a:cubicBezTo>
                        <a:pt x="31" y="592"/>
                        <a:pt x="61" y="713"/>
                        <a:pt x="152" y="805"/>
                      </a:cubicBezTo>
                      <a:lnTo>
                        <a:pt x="243" y="865"/>
                      </a:lnTo>
                      <a:cubicBezTo>
                        <a:pt x="304" y="896"/>
                        <a:pt x="395" y="926"/>
                        <a:pt x="456" y="926"/>
                      </a:cubicBezTo>
                      <a:lnTo>
                        <a:pt x="730" y="926"/>
                      </a:lnTo>
                      <a:lnTo>
                        <a:pt x="851" y="865"/>
                      </a:lnTo>
                      <a:cubicBezTo>
                        <a:pt x="912" y="835"/>
                        <a:pt x="942" y="805"/>
                        <a:pt x="973" y="744"/>
                      </a:cubicBezTo>
                      <a:cubicBezTo>
                        <a:pt x="1034" y="683"/>
                        <a:pt x="1094" y="561"/>
                        <a:pt x="1064" y="470"/>
                      </a:cubicBezTo>
                      <a:cubicBezTo>
                        <a:pt x="1064" y="379"/>
                        <a:pt x="1064" y="318"/>
                        <a:pt x="1003" y="227"/>
                      </a:cubicBezTo>
                      <a:cubicBezTo>
                        <a:pt x="973" y="136"/>
                        <a:pt x="851" y="75"/>
                        <a:pt x="730" y="14"/>
                      </a:cubicBezTo>
                      <a:cubicBezTo>
                        <a:pt x="689" y="14"/>
                        <a:pt x="649" y="1"/>
                        <a:pt x="60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1" name="Google Shape;1821;p13"/>
                <p:cNvSpPr/>
                <p:nvPr/>
              </p:nvSpPr>
              <p:spPr>
                <a:xfrm rot="5400000" flipH="1">
                  <a:off x="1023582" y="29877"/>
                  <a:ext cx="47882" cy="475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" h="1057" extrusionOk="0">
                      <a:moveTo>
                        <a:pt x="441" y="0"/>
                      </a:moveTo>
                      <a:cubicBezTo>
                        <a:pt x="403" y="0"/>
                        <a:pt x="365" y="8"/>
                        <a:pt x="335" y="23"/>
                      </a:cubicBezTo>
                      <a:cubicBezTo>
                        <a:pt x="274" y="53"/>
                        <a:pt x="183" y="84"/>
                        <a:pt x="152" y="114"/>
                      </a:cubicBezTo>
                      <a:cubicBezTo>
                        <a:pt x="92" y="175"/>
                        <a:pt x="61" y="236"/>
                        <a:pt x="31" y="327"/>
                      </a:cubicBezTo>
                      <a:cubicBezTo>
                        <a:pt x="0" y="388"/>
                        <a:pt x="31" y="479"/>
                        <a:pt x="31" y="540"/>
                      </a:cubicBezTo>
                      <a:cubicBezTo>
                        <a:pt x="61" y="600"/>
                        <a:pt x="61" y="661"/>
                        <a:pt x="92" y="692"/>
                      </a:cubicBezTo>
                      <a:lnTo>
                        <a:pt x="183" y="813"/>
                      </a:lnTo>
                      <a:cubicBezTo>
                        <a:pt x="244" y="874"/>
                        <a:pt x="274" y="935"/>
                        <a:pt x="365" y="965"/>
                      </a:cubicBezTo>
                      <a:cubicBezTo>
                        <a:pt x="426" y="1026"/>
                        <a:pt x="517" y="1056"/>
                        <a:pt x="578" y="1056"/>
                      </a:cubicBezTo>
                      <a:cubicBezTo>
                        <a:pt x="730" y="1056"/>
                        <a:pt x="821" y="996"/>
                        <a:pt x="912" y="904"/>
                      </a:cubicBezTo>
                      <a:cubicBezTo>
                        <a:pt x="1003" y="813"/>
                        <a:pt x="1064" y="692"/>
                        <a:pt x="1064" y="570"/>
                      </a:cubicBezTo>
                      <a:cubicBezTo>
                        <a:pt x="1064" y="479"/>
                        <a:pt x="1034" y="418"/>
                        <a:pt x="1003" y="327"/>
                      </a:cubicBezTo>
                      <a:cubicBezTo>
                        <a:pt x="943" y="266"/>
                        <a:pt x="882" y="205"/>
                        <a:pt x="821" y="175"/>
                      </a:cubicBezTo>
                      <a:lnTo>
                        <a:pt x="699" y="84"/>
                      </a:lnTo>
                      <a:cubicBezTo>
                        <a:pt x="699" y="84"/>
                        <a:pt x="669" y="53"/>
                        <a:pt x="639" y="53"/>
                      </a:cubicBezTo>
                      <a:cubicBezTo>
                        <a:pt x="608" y="23"/>
                        <a:pt x="578" y="23"/>
                        <a:pt x="547" y="23"/>
                      </a:cubicBezTo>
                      <a:cubicBezTo>
                        <a:pt x="517" y="8"/>
                        <a:pt x="479" y="0"/>
                        <a:pt x="44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2" name="Google Shape;1822;p13"/>
                <p:cNvSpPr/>
                <p:nvPr/>
              </p:nvSpPr>
              <p:spPr>
                <a:xfrm rot="5400000" flipH="1">
                  <a:off x="951991" y="-248385"/>
                  <a:ext cx="54716" cy="424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7" h="943" extrusionOk="0">
                      <a:moveTo>
                        <a:pt x="609" y="0"/>
                      </a:moveTo>
                      <a:cubicBezTo>
                        <a:pt x="1" y="0"/>
                        <a:pt x="1" y="942"/>
                        <a:pt x="609" y="942"/>
                      </a:cubicBezTo>
                      <a:cubicBezTo>
                        <a:pt x="1217" y="942"/>
                        <a:pt x="1217" y="0"/>
                        <a:pt x="60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3" name="Google Shape;1823;p13"/>
                <p:cNvSpPr/>
                <p:nvPr/>
              </p:nvSpPr>
              <p:spPr>
                <a:xfrm rot="5400000" flipH="1">
                  <a:off x="951315" y="-22232"/>
                  <a:ext cx="41048" cy="32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" h="731" extrusionOk="0">
                      <a:moveTo>
                        <a:pt x="456" y="1"/>
                      </a:moveTo>
                      <a:cubicBezTo>
                        <a:pt x="1" y="1"/>
                        <a:pt x="1" y="730"/>
                        <a:pt x="456" y="730"/>
                      </a:cubicBezTo>
                      <a:cubicBezTo>
                        <a:pt x="912" y="730"/>
                        <a:pt x="912" y="1"/>
                        <a:pt x="45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4" name="Google Shape;1824;p13"/>
                <p:cNvSpPr/>
                <p:nvPr/>
              </p:nvSpPr>
              <p:spPr>
                <a:xfrm rot="5400000" flipH="1">
                  <a:off x="854291" y="-30435"/>
                  <a:ext cx="21896" cy="16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366" extrusionOk="0">
                      <a:moveTo>
                        <a:pt x="243" y="1"/>
                      </a:moveTo>
                      <a:cubicBezTo>
                        <a:pt x="0" y="1"/>
                        <a:pt x="0" y="366"/>
                        <a:pt x="243" y="366"/>
                      </a:cubicBezTo>
                      <a:cubicBezTo>
                        <a:pt x="486" y="366"/>
                        <a:pt x="486" y="1"/>
                        <a:pt x="24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5" name="Google Shape;1825;p13"/>
                <p:cNvSpPr/>
                <p:nvPr/>
              </p:nvSpPr>
              <p:spPr>
                <a:xfrm rot="5400000" flipH="1">
                  <a:off x="774311" y="-22903"/>
                  <a:ext cx="1394" cy="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cubicBezTo>
                        <a:pt x="0" y="0"/>
                        <a:pt x="3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6" name="Google Shape;1826;p13"/>
                <p:cNvSpPr/>
                <p:nvPr/>
              </p:nvSpPr>
              <p:spPr>
                <a:xfrm rot="5400000" flipH="1">
                  <a:off x="755180" y="183440"/>
                  <a:ext cx="43791" cy="47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65" extrusionOk="0">
                      <a:moveTo>
                        <a:pt x="487" y="1"/>
                      </a:moveTo>
                      <a:cubicBezTo>
                        <a:pt x="396" y="1"/>
                        <a:pt x="244" y="31"/>
                        <a:pt x="183" y="122"/>
                      </a:cubicBezTo>
                      <a:cubicBezTo>
                        <a:pt x="122" y="214"/>
                        <a:pt x="61" y="274"/>
                        <a:pt x="61" y="366"/>
                      </a:cubicBezTo>
                      <a:lnTo>
                        <a:pt x="31" y="457"/>
                      </a:lnTo>
                      <a:cubicBezTo>
                        <a:pt x="0" y="548"/>
                        <a:pt x="0" y="609"/>
                        <a:pt x="31" y="700"/>
                      </a:cubicBezTo>
                      <a:cubicBezTo>
                        <a:pt x="61" y="791"/>
                        <a:pt x="92" y="852"/>
                        <a:pt x="152" y="913"/>
                      </a:cubicBezTo>
                      <a:cubicBezTo>
                        <a:pt x="244" y="1004"/>
                        <a:pt x="365" y="1065"/>
                        <a:pt x="487" y="1065"/>
                      </a:cubicBezTo>
                      <a:cubicBezTo>
                        <a:pt x="608" y="1065"/>
                        <a:pt x="730" y="1004"/>
                        <a:pt x="821" y="913"/>
                      </a:cubicBezTo>
                      <a:cubicBezTo>
                        <a:pt x="882" y="852"/>
                        <a:pt x="943" y="791"/>
                        <a:pt x="943" y="700"/>
                      </a:cubicBezTo>
                      <a:cubicBezTo>
                        <a:pt x="973" y="639"/>
                        <a:pt x="973" y="548"/>
                        <a:pt x="943" y="457"/>
                      </a:cubicBezTo>
                      <a:lnTo>
                        <a:pt x="943" y="366"/>
                      </a:lnTo>
                      <a:cubicBezTo>
                        <a:pt x="912" y="274"/>
                        <a:pt x="882" y="214"/>
                        <a:pt x="821" y="122"/>
                      </a:cubicBezTo>
                      <a:cubicBezTo>
                        <a:pt x="760" y="92"/>
                        <a:pt x="730" y="62"/>
                        <a:pt x="669" y="31"/>
                      </a:cubicBezTo>
                      <a:cubicBezTo>
                        <a:pt x="608" y="1"/>
                        <a:pt x="548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7" name="Google Shape;1827;p13"/>
                <p:cNvSpPr/>
                <p:nvPr/>
              </p:nvSpPr>
              <p:spPr>
                <a:xfrm rot="5400000" flipH="1">
                  <a:off x="913047" y="227885"/>
                  <a:ext cx="51974" cy="41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" h="912" extrusionOk="0">
                      <a:moveTo>
                        <a:pt x="578" y="0"/>
                      </a:moveTo>
                      <a:cubicBezTo>
                        <a:pt x="0" y="0"/>
                        <a:pt x="0" y="912"/>
                        <a:pt x="578" y="912"/>
                      </a:cubicBezTo>
                      <a:cubicBezTo>
                        <a:pt x="1155" y="912"/>
                        <a:pt x="1155" y="0"/>
                        <a:pt x="57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8" name="Google Shape;1828;p13"/>
                <p:cNvSpPr/>
                <p:nvPr/>
              </p:nvSpPr>
              <p:spPr>
                <a:xfrm rot="5400000" flipH="1">
                  <a:off x="851550" y="104265"/>
                  <a:ext cx="43746" cy="42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940" extrusionOk="0">
                      <a:moveTo>
                        <a:pt x="487" y="0"/>
                      </a:moveTo>
                      <a:cubicBezTo>
                        <a:pt x="466" y="0"/>
                        <a:pt x="446" y="4"/>
                        <a:pt x="426" y="14"/>
                      </a:cubicBezTo>
                      <a:cubicBezTo>
                        <a:pt x="395" y="14"/>
                        <a:pt x="365" y="14"/>
                        <a:pt x="304" y="44"/>
                      </a:cubicBezTo>
                      <a:cubicBezTo>
                        <a:pt x="274" y="75"/>
                        <a:pt x="213" y="105"/>
                        <a:pt x="183" y="136"/>
                      </a:cubicBezTo>
                      <a:cubicBezTo>
                        <a:pt x="91" y="227"/>
                        <a:pt x="0" y="348"/>
                        <a:pt x="0" y="470"/>
                      </a:cubicBezTo>
                      <a:cubicBezTo>
                        <a:pt x="0" y="622"/>
                        <a:pt x="61" y="713"/>
                        <a:pt x="183" y="804"/>
                      </a:cubicBezTo>
                      <a:cubicBezTo>
                        <a:pt x="213" y="865"/>
                        <a:pt x="304" y="895"/>
                        <a:pt x="365" y="926"/>
                      </a:cubicBezTo>
                      <a:cubicBezTo>
                        <a:pt x="405" y="926"/>
                        <a:pt x="446" y="939"/>
                        <a:pt x="487" y="939"/>
                      </a:cubicBezTo>
                      <a:cubicBezTo>
                        <a:pt x="507" y="939"/>
                        <a:pt x="527" y="936"/>
                        <a:pt x="547" y="926"/>
                      </a:cubicBezTo>
                      <a:cubicBezTo>
                        <a:pt x="608" y="926"/>
                        <a:pt x="638" y="926"/>
                        <a:pt x="669" y="895"/>
                      </a:cubicBezTo>
                      <a:cubicBezTo>
                        <a:pt x="730" y="895"/>
                        <a:pt x="760" y="865"/>
                        <a:pt x="790" y="835"/>
                      </a:cubicBezTo>
                      <a:cubicBezTo>
                        <a:pt x="821" y="804"/>
                        <a:pt x="851" y="774"/>
                        <a:pt x="851" y="743"/>
                      </a:cubicBezTo>
                      <a:cubicBezTo>
                        <a:pt x="912" y="683"/>
                        <a:pt x="973" y="561"/>
                        <a:pt x="973" y="470"/>
                      </a:cubicBezTo>
                      <a:cubicBezTo>
                        <a:pt x="973" y="379"/>
                        <a:pt x="942" y="318"/>
                        <a:pt x="912" y="227"/>
                      </a:cubicBezTo>
                      <a:cubicBezTo>
                        <a:pt x="851" y="166"/>
                        <a:pt x="790" y="105"/>
                        <a:pt x="730" y="75"/>
                      </a:cubicBezTo>
                      <a:lnTo>
                        <a:pt x="608" y="14"/>
                      </a:lnTo>
                      <a:cubicBezTo>
                        <a:pt x="568" y="14"/>
                        <a:pt x="527" y="0"/>
                        <a:pt x="48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9" name="Google Shape;1829;p13"/>
                <p:cNvSpPr/>
                <p:nvPr/>
              </p:nvSpPr>
              <p:spPr>
                <a:xfrm rot="5400000" flipH="1">
                  <a:off x="734000" y="-106961"/>
                  <a:ext cx="49231" cy="38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" h="852" extrusionOk="0">
                      <a:moveTo>
                        <a:pt x="547" y="1"/>
                      </a:moveTo>
                      <a:cubicBezTo>
                        <a:pt x="0" y="1"/>
                        <a:pt x="0" y="852"/>
                        <a:pt x="547" y="852"/>
                      </a:cubicBezTo>
                      <a:cubicBezTo>
                        <a:pt x="1094" y="852"/>
                        <a:pt x="1094" y="1"/>
                        <a:pt x="54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0" name="Google Shape;1830;p13"/>
                <p:cNvSpPr/>
                <p:nvPr/>
              </p:nvSpPr>
              <p:spPr>
                <a:xfrm rot="5400000" flipH="1">
                  <a:off x="785692" y="262729"/>
                  <a:ext cx="39700" cy="4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3" h="973" extrusionOk="0">
                      <a:moveTo>
                        <a:pt x="355" y="1"/>
                      </a:moveTo>
                      <a:cubicBezTo>
                        <a:pt x="294" y="1"/>
                        <a:pt x="233" y="16"/>
                        <a:pt x="183" y="41"/>
                      </a:cubicBezTo>
                      <a:cubicBezTo>
                        <a:pt x="61" y="132"/>
                        <a:pt x="1" y="254"/>
                        <a:pt x="31" y="406"/>
                      </a:cubicBezTo>
                      <a:cubicBezTo>
                        <a:pt x="61" y="497"/>
                        <a:pt x="92" y="558"/>
                        <a:pt x="122" y="649"/>
                      </a:cubicBezTo>
                      <a:lnTo>
                        <a:pt x="213" y="801"/>
                      </a:lnTo>
                      <a:cubicBezTo>
                        <a:pt x="252" y="918"/>
                        <a:pt x="379" y="972"/>
                        <a:pt x="497" y="972"/>
                      </a:cubicBezTo>
                      <a:cubicBezTo>
                        <a:pt x="563" y="972"/>
                        <a:pt x="626" y="955"/>
                        <a:pt x="669" y="922"/>
                      </a:cubicBezTo>
                      <a:cubicBezTo>
                        <a:pt x="852" y="831"/>
                        <a:pt x="882" y="618"/>
                        <a:pt x="791" y="466"/>
                      </a:cubicBezTo>
                      <a:lnTo>
                        <a:pt x="821" y="466"/>
                      </a:lnTo>
                      <a:cubicBezTo>
                        <a:pt x="730" y="345"/>
                        <a:pt x="669" y="193"/>
                        <a:pt x="578" y="102"/>
                      </a:cubicBezTo>
                      <a:cubicBezTo>
                        <a:pt x="525" y="30"/>
                        <a:pt x="440" y="1"/>
                        <a:pt x="35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1" name="Google Shape;1831;p13"/>
                <p:cNvSpPr/>
                <p:nvPr/>
              </p:nvSpPr>
              <p:spPr>
                <a:xfrm rot="5400000" flipH="1">
                  <a:off x="824118" y="421239"/>
                  <a:ext cx="32866" cy="31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" h="700" extrusionOk="0">
                      <a:moveTo>
                        <a:pt x="235" y="1"/>
                      </a:moveTo>
                      <a:cubicBezTo>
                        <a:pt x="220" y="1"/>
                        <a:pt x="203" y="4"/>
                        <a:pt x="183" y="14"/>
                      </a:cubicBezTo>
                      <a:cubicBezTo>
                        <a:pt x="153" y="14"/>
                        <a:pt x="122" y="44"/>
                        <a:pt x="92" y="75"/>
                      </a:cubicBezTo>
                      <a:cubicBezTo>
                        <a:pt x="61" y="105"/>
                        <a:pt x="31" y="136"/>
                        <a:pt x="31" y="166"/>
                      </a:cubicBezTo>
                      <a:cubicBezTo>
                        <a:pt x="31" y="196"/>
                        <a:pt x="1" y="257"/>
                        <a:pt x="31" y="288"/>
                      </a:cubicBezTo>
                      <a:cubicBezTo>
                        <a:pt x="31" y="318"/>
                        <a:pt x="31" y="318"/>
                        <a:pt x="31" y="348"/>
                      </a:cubicBezTo>
                      <a:cubicBezTo>
                        <a:pt x="31" y="379"/>
                        <a:pt x="31" y="409"/>
                        <a:pt x="31" y="440"/>
                      </a:cubicBezTo>
                      <a:lnTo>
                        <a:pt x="92" y="531"/>
                      </a:lnTo>
                      <a:cubicBezTo>
                        <a:pt x="122" y="592"/>
                        <a:pt x="183" y="652"/>
                        <a:pt x="244" y="683"/>
                      </a:cubicBezTo>
                      <a:cubicBezTo>
                        <a:pt x="284" y="693"/>
                        <a:pt x="328" y="700"/>
                        <a:pt x="372" y="700"/>
                      </a:cubicBezTo>
                      <a:cubicBezTo>
                        <a:pt x="460" y="700"/>
                        <a:pt x="548" y="673"/>
                        <a:pt x="608" y="592"/>
                      </a:cubicBezTo>
                      <a:cubicBezTo>
                        <a:pt x="700" y="500"/>
                        <a:pt x="730" y="379"/>
                        <a:pt x="700" y="257"/>
                      </a:cubicBezTo>
                      <a:cubicBezTo>
                        <a:pt x="700" y="196"/>
                        <a:pt x="639" y="136"/>
                        <a:pt x="578" y="75"/>
                      </a:cubicBezTo>
                      <a:cubicBezTo>
                        <a:pt x="517" y="44"/>
                        <a:pt x="456" y="14"/>
                        <a:pt x="365" y="14"/>
                      </a:cubicBezTo>
                      <a:lnTo>
                        <a:pt x="304" y="14"/>
                      </a:lnTo>
                      <a:cubicBezTo>
                        <a:pt x="284" y="14"/>
                        <a:pt x="264" y="1"/>
                        <a:pt x="23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2" name="Google Shape;1832;p13"/>
                <p:cNvSpPr/>
                <p:nvPr/>
              </p:nvSpPr>
              <p:spPr>
                <a:xfrm rot="5400000" flipH="1">
                  <a:off x="971821" y="432862"/>
                  <a:ext cx="32821" cy="24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548" extrusionOk="0">
                      <a:moveTo>
                        <a:pt x="365" y="0"/>
                      </a:moveTo>
                      <a:cubicBezTo>
                        <a:pt x="0" y="0"/>
                        <a:pt x="0" y="547"/>
                        <a:pt x="365" y="547"/>
                      </a:cubicBezTo>
                      <a:cubicBezTo>
                        <a:pt x="730" y="547"/>
                        <a:pt x="730" y="0"/>
                        <a:pt x="3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13"/>
                <p:cNvSpPr/>
                <p:nvPr/>
              </p:nvSpPr>
              <p:spPr>
                <a:xfrm rot="5400000" flipH="1">
                  <a:off x="875474" y="361126"/>
                  <a:ext cx="45140" cy="355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" h="791" extrusionOk="0">
                      <a:moveTo>
                        <a:pt x="487" y="1"/>
                      </a:moveTo>
                      <a:cubicBezTo>
                        <a:pt x="1" y="1"/>
                        <a:pt x="1" y="791"/>
                        <a:pt x="487" y="791"/>
                      </a:cubicBezTo>
                      <a:cubicBezTo>
                        <a:pt x="1004" y="791"/>
                        <a:pt x="1004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13"/>
                <p:cNvSpPr/>
                <p:nvPr/>
              </p:nvSpPr>
              <p:spPr>
                <a:xfrm rot="5400000" flipH="1">
                  <a:off x="845389" y="556526"/>
                  <a:ext cx="39655" cy="32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" h="731" extrusionOk="0">
                      <a:moveTo>
                        <a:pt x="365" y="1"/>
                      </a:moveTo>
                      <a:cubicBezTo>
                        <a:pt x="274" y="1"/>
                        <a:pt x="183" y="61"/>
                        <a:pt x="122" y="122"/>
                      </a:cubicBezTo>
                      <a:cubicBezTo>
                        <a:pt x="61" y="183"/>
                        <a:pt x="0" y="274"/>
                        <a:pt x="0" y="365"/>
                      </a:cubicBezTo>
                      <a:cubicBezTo>
                        <a:pt x="31" y="456"/>
                        <a:pt x="61" y="578"/>
                        <a:pt x="122" y="639"/>
                      </a:cubicBezTo>
                      <a:cubicBezTo>
                        <a:pt x="183" y="700"/>
                        <a:pt x="274" y="730"/>
                        <a:pt x="365" y="730"/>
                      </a:cubicBezTo>
                      <a:cubicBezTo>
                        <a:pt x="487" y="730"/>
                        <a:pt x="608" y="730"/>
                        <a:pt x="699" y="669"/>
                      </a:cubicBezTo>
                      <a:cubicBezTo>
                        <a:pt x="760" y="639"/>
                        <a:pt x="790" y="608"/>
                        <a:pt x="821" y="548"/>
                      </a:cubicBezTo>
                      <a:cubicBezTo>
                        <a:pt x="851" y="487"/>
                        <a:pt x="882" y="426"/>
                        <a:pt x="882" y="365"/>
                      </a:cubicBezTo>
                      <a:cubicBezTo>
                        <a:pt x="882" y="305"/>
                        <a:pt x="851" y="244"/>
                        <a:pt x="821" y="213"/>
                      </a:cubicBezTo>
                      <a:cubicBezTo>
                        <a:pt x="790" y="153"/>
                        <a:pt x="760" y="122"/>
                        <a:pt x="699" y="92"/>
                      </a:cubicBezTo>
                      <a:cubicBezTo>
                        <a:pt x="608" y="31"/>
                        <a:pt x="487" y="31"/>
                        <a:pt x="3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13"/>
                <p:cNvSpPr/>
                <p:nvPr/>
              </p:nvSpPr>
              <p:spPr>
                <a:xfrm rot="5400000" flipH="1">
                  <a:off x="753809" y="622144"/>
                  <a:ext cx="47882" cy="54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" h="1217" extrusionOk="0">
                      <a:moveTo>
                        <a:pt x="518" y="1"/>
                      </a:moveTo>
                      <a:cubicBezTo>
                        <a:pt x="396" y="1"/>
                        <a:pt x="244" y="62"/>
                        <a:pt x="153" y="153"/>
                      </a:cubicBezTo>
                      <a:lnTo>
                        <a:pt x="92" y="274"/>
                      </a:lnTo>
                      <a:cubicBezTo>
                        <a:pt x="31" y="335"/>
                        <a:pt x="31" y="426"/>
                        <a:pt x="1" y="517"/>
                      </a:cubicBezTo>
                      <a:lnTo>
                        <a:pt x="1" y="669"/>
                      </a:lnTo>
                      <a:cubicBezTo>
                        <a:pt x="1" y="761"/>
                        <a:pt x="31" y="821"/>
                        <a:pt x="62" y="882"/>
                      </a:cubicBezTo>
                      <a:cubicBezTo>
                        <a:pt x="62" y="943"/>
                        <a:pt x="122" y="1004"/>
                        <a:pt x="153" y="1065"/>
                      </a:cubicBezTo>
                      <a:cubicBezTo>
                        <a:pt x="214" y="1095"/>
                        <a:pt x="274" y="1125"/>
                        <a:pt x="335" y="1156"/>
                      </a:cubicBezTo>
                      <a:cubicBezTo>
                        <a:pt x="396" y="1186"/>
                        <a:pt x="457" y="1217"/>
                        <a:pt x="548" y="1217"/>
                      </a:cubicBezTo>
                      <a:cubicBezTo>
                        <a:pt x="670" y="1217"/>
                        <a:pt x="822" y="1156"/>
                        <a:pt x="913" y="1065"/>
                      </a:cubicBezTo>
                      <a:cubicBezTo>
                        <a:pt x="1004" y="943"/>
                        <a:pt x="1065" y="821"/>
                        <a:pt x="1065" y="669"/>
                      </a:cubicBezTo>
                      <a:lnTo>
                        <a:pt x="1034" y="517"/>
                      </a:lnTo>
                      <a:cubicBezTo>
                        <a:pt x="1034" y="396"/>
                        <a:pt x="1004" y="244"/>
                        <a:pt x="882" y="153"/>
                      </a:cubicBezTo>
                      <a:cubicBezTo>
                        <a:pt x="852" y="122"/>
                        <a:pt x="791" y="62"/>
                        <a:pt x="730" y="62"/>
                      </a:cubicBezTo>
                      <a:cubicBezTo>
                        <a:pt x="670" y="31"/>
                        <a:pt x="609" y="1"/>
                        <a:pt x="51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6" name="Google Shape;1836;p13"/>
                <p:cNvSpPr/>
                <p:nvPr/>
              </p:nvSpPr>
              <p:spPr>
                <a:xfrm rot="5400000" flipH="1">
                  <a:off x="762688" y="419172"/>
                  <a:ext cx="24638" cy="19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27" extrusionOk="0">
                      <a:moveTo>
                        <a:pt x="274" y="1"/>
                      </a:moveTo>
                      <a:cubicBezTo>
                        <a:pt x="0" y="1"/>
                        <a:pt x="0" y="426"/>
                        <a:pt x="274" y="426"/>
                      </a:cubicBezTo>
                      <a:cubicBezTo>
                        <a:pt x="547" y="426"/>
                        <a:pt x="547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7" name="Google Shape;1837;p13"/>
                <p:cNvSpPr/>
                <p:nvPr/>
              </p:nvSpPr>
              <p:spPr>
                <a:xfrm rot="5400000" flipH="1">
                  <a:off x="749693" y="295528"/>
                  <a:ext cx="35608" cy="3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821" extrusionOk="0">
                      <a:moveTo>
                        <a:pt x="396" y="0"/>
                      </a:moveTo>
                      <a:lnTo>
                        <a:pt x="335" y="31"/>
                      </a:lnTo>
                      <a:cubicBezTo>
                        <a:pt x="274" y="31"/>
                        <a:pt x="244" y="61"/>
                        <a:pt x="183" y="91"/>
                      </a:cubicBezTo>
                      <a:cubicBezTo>
                        <a:pt x="153" y="122"/>
                        <a:pt x="122" y="183"/>
                        <a:pt x="92" y="243"/>
                      </a:cubicBezTo>
                      <a:cubicBezTo>
                        <a:pt x="1" y="365"/>
                        <a:pt x="31" y="517"/>
                        <a:pt x="92" y="608"/>
                      </a:cubicBezTo>
                      <a:cubicBezTo>
                        <a:pt x="153" y="730"/>
                        <a:pt x="274" y="821"/>
                        <a:pt x="396" y="821"/>
                      </a:cubicBezTo>
                      <a:cubicBezTo>
                        <a:pt x="548" y="821"/>
                        <a:pt x="669" y="730"/>
                        <a:pt x="730" y="608"/>
                      </a:cubicBezTo>
                      <a:cubicBezTo>
                        <a:pt x="791" y="517"/>
                        <a:pt x="791" y="365"/>
                        <a:pt x="730" y="243"/>
                      </a:cubicBezTo>
                      <a:cubicBezTo>
                        <a:pt x="700" y="183"/>
                        <a:pt x="669" y="152"/>
                        <a:pt x="609" y="91"/>
                      </a:cubicBezTo>
                      <a:cubicBezTo>
                        <a:pt x="548" y="61"/>
                        <a:pt x="487" y="0"/>
                        <a:pt x="39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8" name="Google Shape;1838;p13"/>
                <p:cNvSpPr/>
                <p:nvPr/>
              </p:nvSpPr>
              <p:spPr>
                <a:xfrm rot="5400000" flipH="1">
                  <a:off x="780453" y="544927"/>
                  <a:ext cx="36957" cy="28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39" extrusionOk="0">
                      <a:moveTo>
                        <a:pt x="396" y="0"/>
                      </a:moveTo>
                      <a:cubicBezTo>
                        <a:pt x="1" y="0"/>
                        <a:pt x="1" y="639"/>
                        <a:pt x="396" y="639"/>
                      </a:cubicBezTo>
                      <a:cubicBezTo>
                        <a:pt x="821" y="639"/>
                        <a:pt x="821" y="0"/>
                        <a:pt x="39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9" name="Google Shape;1839;p13"/>
                <p:cNvSpPr/>
                <p:nvPr/>
              </p:nvSpPr>
              <p:spPr>
                <a:xfrm rot="5400000" flipH="1">
                  <a:off x="1001209" y="251287"/>
                  <a:ext cx="38306" cy="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" h="723" extrusionOk="0">
                      <a:moveTo>
                        <a:pt x="491" y="0"/>
                      </a:moveTo>
                      <a:cubicBezTo>
                        <a:pt x="459" y="0"/>
                        <a:pt x="426" y="4"/>
                        <a:pt x="396" y="12"/>
                      </a:cubicBezTo>
                      <a:lnTo>
                        <a:pt x="305" y="12"/>
                      </a:lnTo>
                      <a:cubicBezTo>
                        <a:pt x="305" y="12"/>
                        <a:pt x="274" y="42"/>
                        <a:pt x="274" y="42"/>
                      </a:cubicBezTo>
                      <a:cubicBezTo>
                        <a:pt x="214" y="42"/>
                        <a:pt x="153" y="73"/>
                        <a:pt x="122" y="133"/>
                      </a:cubicBezTo>
                      <a:cubicBezTo>
                        <a:pt x="92" y="133"/>
                        <a:pt x="92" y="164"/>
                        <a:pt x="62" y="194"/>
                      </a:cubicBezTo>
                      <a:cubicBezTo>
                        <a:pt x="1" y="285"/>
                        <a:pt x="1" y="437"/>
                        <a:pt x="62" y="529"/>
                      </a:cubicBezTo>
                      <a:cubicBezTo>
                        <a:pt x="92" y="559"/>
                        <a:pt x="92" y="559"/>
                        <a:pt x="122" y="589"/>
                      </a:cubicBezTo>
                      <a:cubicBezTo>
                        <a:pt x="153" y="620"/>
                        <a:pt x="214" y="650"/>
                        <a:pt x="274" y="681"/>
                      </a:cubicBezTo>
                      <a:lnTo>
                        <a:pt x="305" y="681"/>
                      </a:lnTo>
                      <a:lnTo>
                        <a:pt x="396" y="711"/>
                      </a:lnTo>
                      <a:cubicBezTo>
                        <a:pt x="426" y="719"/>
                        <a:pt x="459" y="722"/>
                        <a:pt x="491" y="722"/>
                      </a:cubicBezTo>
                      <a:cubicBezTo>
                        <a:pt x="590" y="722"/>
                        <a:pt x="692" y="688"/>
                        <a:pt x="761" y="620"/>
                      </a:cubicBezTo>
                      <a:cubicBezTo>
                        <a:pt x="821" y="559"/>
                        <a:pt x="852" y="468"/>
                        <a:pt x="852" y="346"/>
                      </a:cubicBezTo>
                      <a:cubicBezTo>
                        <a:pt x="852" y="255"/>
                        <a:pt x="821" y="164"/>
                        <a:pt x="761" y="103"/>
                      </a:cubicBezTo>
                      <a:cubicBezTo>
                        <a:pt x="692" y="35"/>
                        <a:pt x="590" y="0"/>
                        <a:pt x="49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0" name="Google Shape;1840;p13"/>
                <p:cNvSpPr/>
                <p:nvPr/>
              </p:nvSpPr>
              <p:spPr>
                <a:xfrm rot="5400000" flipH="1">
                  <a:off x="1121502" y="20864"/>
                  <a:ext cx="28729" cy="27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608" extrusionOk="0">
                      <a:moveTo>
                        <a:pt x="433" y="52"/>
                      </a:moveTo>
                      <a:cubicBezTo>
                        <a:pt x="438" y="52"/>
                        <a:pt x="446" y="56"/>
                        <a:pt x="453" y="61"/>
                      </a:cubicBezTo>
                      <a:lnTo>
                        <a:pt x="426" y="61"/>
                      </a:lnTo>
                      <a:cubicBezTo>
                        <a:pt x="426" y="54"/>
                        <a:pt x="429" y="52"/>
                        <a:pt x="433" y="52"/>
                      </a:cubicBezTo>
                      <a:close/>
                      <a:moveTo>
                        <a:pt x="305" y="0"/>
                      </a:moveTo>
                      <a:cubicBezTo>
                        <a:pt x="274" y="0"/>
                        <a:pt x="213" y="0"/>
                        <a:pt x="183" y="61"/>
                      </a:cubicBezTo>
                      <a:cubicBezTo>
                        <a:pt x="61" y="122"/>
                        <a:pt x="1" y="274"/>
                        <a:pt x="31" y="395"/>
                      </a:cubicBezTo>
                      <a:cubicBezTo>
                        <a:pt x="61" y="517"/>
                        <a:pt x="183" y="608"/>
                        <a:pt x="305" y="608"/>
                      </a:cubicBezTo>
                      <a:cubicBezTo>
                        <a:pt x="426" y="608"/>
                        <a:pt x="548" y="547"/>
                        <a:pt x="578" y="426"/>
                      </a:cubicBezTo>
                      <a:cubicBezTo>
                        <a:pt x="639" y="304"/>
                        <a:pt x="578" y="152"/>
                        <a:pt x="457" y="61"/>
                      </a:cubicBezTo>
                      <a:cubicBezTo>
                        <a:pt x="426" y="30"/>
                        <a:pt x="365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1" name="Google Shape;1841;p13"/>
                <p:cNvSpPr/>
                <p:nvPr/>
              </p:nvSpPr>
              <p:spPr>
                <a:xfrm rot="5400000" flipH="1">
                  <a:off x="1291668" y="9218"/>
                  <a:ext cx="35608" cy="355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791" extrusionOk="0">
                      <a:moveTo>
                        <a:pt x="396" y="1"/>
                      </a:moveTo>
                      <a:cubicBezTo>
                        <a:pt x="335" y="1"/>
                        <a:pt x="274" y="31"/>
                        <a:pt x="214" y="92"/>
                      </a:cubicBezTo>
                      <a:cubicBezTo>
                        <a:pt x="153" y="122"/>
                        <a:pt x="122" y="183"/>
                        <a:pt x="92" y="244"/>
                      </a:cubicBezTo>
                      <a:cubicBezTo>
                        <a:pt x="31" y="365"/>
                        <a:pt x="1" y="517"/>
                        <a:pt x="92" y="609"/>
                      </a:cubicBezTo>
                      <a:cubicBezTo>
                        <a:pt x="153" y="730"/>
                        <a:pt x="274" y="791"/>
                        <a:pt x="396" y="791"/>
                      </a:cubicBezTo>
                      <a:cubicBezTo>
                        <a:pt x="548" y="791"/>
                        <a:pt x="670" y="730"/>
                        <a:pt x="730" y="609"/>
                      </a:cubicBezTo>
                      <a:cubicBezTo>
                        <a:pt x="791" y="517"/>
                        <a:pt x="791" y="365"/>
                        <a:pt x="730" y="244"/>
                      </a:cubicBezTo>
                      <a:cubicBezTo>
                        <a:pt x="700" y="183"/>
                        <a:pt x="670" y="122"/>
                        <a:pt x="609" y="92"/>
                      </a:cubicBezTo>
                      <a:cubicBezTo>
                        <a:pt x="548" y="31"/>
                        <a:pt x="487" y="1"/>
                        <a:pt x="3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2" name="Google Shape;1842;p13"/>
                <p:cNvSpPr/>
                <p:nvPr/>
              </p:nvSpPr>
              <p:spPr>
                <a:xfrm rot="5400000" flipH="1">
                  <a:off x="1190528" y="215590"/>
                  <a:ext cx="10970" cy="164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" h="365" extrusionOk="0">
                      <a:moveTo>
                        <a:pt x="122" y="0"/>
                      </a:moveTo>
                      <a:cubicBezTo>
                        <a:pt x="61" y="0"/>
                        <a:pt x="31" y="61"/>
                        <a:pt x="31" y="122"/>
                      </a:cubicBezTo>
                      <a:cubicBezTo>
                        <a:pt x="31" y="152"/>
                        <a:pt x="31" y="213"/>
                        <a:pt x="0" y="243"/>
                      </a:cubicBezTo>
                      <a:cubicBezTo>
                        <a:pt x="0" y="304"/>
                        <a:pt x="61" y="365"/>
                        <a:pt x="122" y="365"/>
                      </a:cubicBezTo>
                      <a:cubicBezTo>
                        <a:pt x="183" y="365"/>
                        <a:pt x="244" y="304"/>
                        <a:pt x="244" y="243"/>
                      </a:cubicBezTo>
                      <a:lnTo>
                        <a:pt x="244" y="122"/>
                      </a:lnTo>
                      <a:cubicBezTo>
                        <a:pt x="213" y="61"/>
                        <a:pt x="213" y="0"/>
                        <a:pt x="12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3" name="Google Shape;1843;p13"/>
                <p:cNvSpPr/>
                <p:nvPr/>
              </p:nvSpPr>
              <p:spPr>
                <a:xfrm rot="5400000" flipH="1">
                  <a:off x="1328902" y="256233"/>
                  <a:ext cx="28774" cy="32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" h="715" extrusionOk="0">
                      <a:moveTo>
                        <a:pt x="320" y="0"/>
                      </a:moveTo>
                      <a:cubicBezTo>
                        <a:pt x="229" y="0"/>
                        <a:pt x="138" y="46"/>
                        <a:pt x="92" y="137"/>
                      </a:cubicBezTo>
                      <a:cubicBezTo>
                        <a:pt x="62" y="198"/>
                        <a:pt x="31" y="259"/>
                        <a:pt x="31" y="350"/>
                      </a:cubicBezTo>
                      <a:cubicBezTo>
                        <a:pt x="1" y="441"/>
                        <a:pt x="1" y="563"/>
                        <a:pt x="92" y="623"/>
                      </a:cubicBezTo>
                      <a:cubicBezTo>
                        <a:pt x="153" y="684"/>
                        <a:pt x="214" y="715"/>
                        <a:pt x="305" y="715"/>
                      </a:cubicBezTo>
                      <a:cubicBezTo>
                        <a:pt x="396" y="715"/>
                        <a:pt x="487" y="684"/>
                        <a:pt x="518" y="623"/>
                      </a:cubicBezTo>
                      <a:cubicBezTo>
                        <a:pt x="609" y="563"/>
                        <a:pt x="639" y="441"/>
                        <a:pt x="609" y="350"/>
                      </a:cubicBezTo>
                      <a:cubicBezTo>
                        <a:pt x="609" y="259"/>
                        <a:pt x="578" y="198"/>
                        <a:pt x="548" y="137"/>
                      </a:cubicBezTo>
                      <a:cubicBezTo>
                        <a:pt x="502" y="46"/>
                        <a:pt x="411" y="0"/>
                        <a:pt x="3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4" name="Google Shape;1844;p13"/>
                <p:cNvSpPr/>
                <p:nvPr/>
              </p:nvSpPr>
              <p:spPr>
                <a:xfrm rot="5400000" flipH="1">
                  <a:off x="1431096" y="67960"/>
                  <a:ext cx="32821" cy="30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670" extrusionOk="0">
                      <a:moveTo>
                        <a:pt x="395" y="0"/>
                      </a:moveTo>
                      <a:cubicBezTo>
                        <a:pt x="274" y="0"/>
                        <a:pt x="152" y="31"/>
                        <a:pt x="91" y="152"/>
                      </a:cubicBezTo>
                      <a:cubicBezTo>
                        <a:pt x="0" y="244"/>
                        <a:pt x="0" y="365"/>
                        <a:pt x="30" y="487"/>
                      </a:cubicBezTo>
                      <a:cubicBezTo>
                        <a:pt x="91" y="578"/>
                        <a:pt x="182" y="669"/>
                        <a:pt x="304" y="669"/>
                      </a:cubicBezTo>
                      <a:lnTo>
                        <a:pt x="486" y="669"/>
                      </a:lnTo>
                      <a:cubicBezTo>
                        <a:pt x="547" y="639"/>
                        <a:pt x="608" y="578"/>
                        <a:pt x="638" y="517"/>
                      </a:cubicBezTo>
                      <a:cubicBezTo>
                        <a:pt x="638" y="487"/>
                        <a:pt x="669" y="456"/>
                        <a:pt x="669" y="426"/>
                      </a:cubicBezTo>
                      <a:cubicBezTo>
                        <a:pt x="730" y="396"/>
                        <a:pt x="730" y="304"/>
                        <a:pt x="669" y="244"/>
                      </a:cubicBezTo>
                      <a:cubicBezTo>
                        <a:pt x="669" y="244"/>
                        <a:pt x="669" y="213"/>
                        <a:pt x="638" y="213"/>
                      </a:cubicBezTo>
                      <a:cubicBezTo>
                        <a:pt x="608" y="92"/>
                        <a:pt x="517" y="31"/>
                        <a:pt x="3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5" name="Google Shape;1845;p13"/>
                <p:cNvSpPr/>
                <p:nvPr/>
              </p:nvSpPr>
              <p:spPr>
                <a:xfrm rot="5400000" flipH="1">
                  <a:off x="1067494" y="167751"/>
                  <a:ext cx="36957" cy="28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39" extrusionOk="0">
                      <a:moveTo>
                        <a:pt x="396" y="0"/>
                      </a:moveTo>
                      <a:cubicBezTo>
                        <a:pt x="1" y="0"/>
                        <a:pt x="1" y="639"/>
                        <a:pt x="396" y="639"/>
                      </a:cubicBezTo>
                      <a:cubicBezTo>
                        <a:pt x="821" y="639"/>
                        <a:pt x="821" y="0"/>
                        <a:pt x="39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13"/>
                <p:cNvSpPr/>
                <p:nvPr/>
              </p:nvSpPr>
              <p:spPr>
                <a:xfrm rot="5400000" flipH="1">
                  <a:off x="1118759" y="422633"/>
                  <a:ext cx="34215" cy="27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608" extrusionOk="0">
                      <a:moveTo>
                        <a:pt x="365" y="0"/>
                      </a:moveTo>
                      <a:cubicBezTo>
                        <a:pt x="1" y="0"/>
                        <a:pt x="1" y="608"/>
                        <a:pt x="365" y="608"/>
                      </a:cubicBezTo>
                      <a:cubicBezTo>
                        <a:pt x="760" y="608"/>
                        <a:pt x="760" y="0"/>
                        <a:pt x="3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7" name="Google Shape;1847;p13"/>
                <p:cNvSpPr/>
                <p:nvPr/>
              </p:nvSpPr>
              <p:spPr>
                <a:xfrm rot="5400000" flipH="1">
                  <a:off x="1321054" y="436280"/>
                  <a:ext cx="21940" cy="17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396" extrusionOk="0">
                      <a:moveTo>
                        <a:pt x="244" y="1"/>
                      </a:moveTo>
                      <a:cubicBezTo>
                        <a:pt x="1" y="1"/>
                        <a:pt x="1" y="396"/>
                        <a:pt x="244" y="396"/>
                      </a:cubicBezTo>
                      <a:cubicBezTo>
                        <a:pt x="487" y="396"/>
                        <a:pt x="487" y="1"/>
                        <a:pt x="24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8" name="Google Shape;1848;p13"/>
                <p:cNvSpPr/>
                <p:nvPr/>
              </p:nvSpPr>
              <p:spPr>
                <a:xfrm rot="5400000" flipH="1">
                  <a:off x="1054497" y="620776"/>
                  <a:ext cx="31517" cy="24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" h="548" extrusionOk="0">
                      <a:moveTo>
                        <a:pt x="335" y="0"/>
                      </a:moveTo>
                      <a:cubicBezTo>
                        <a:pt x="1" y="0"/>
                        <a:pt x="1" y="548"/>
                        <a:pt x="335" y="548"/>
                      </a:cubicBezTo>
                      <a:cubicBezTo>
                        <a:pt x="700" y="548"/>
                        <a:pt x="700" y="0"/>
                        <a:pt x="33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9" name="Google Shape;1849;p13"/>
                <p:cNvSpPr/>
                <p:nvPr/>
              </p:nvSpPr>
              <p:spPr>
                <a:xfrm rot="5400000" flipH="1">
                  <a:off x="1074328" y="443811"/>
                  <a:ext cx="24683" cy="191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" h="426" extrusionOk="0">
                      <a:moveTo>
                        <a:pt x="275" y="0"/>
                      </a:moveTo>
                      <a:cubicBezTo>
                        <a:pt x="1" y="0"/>
                        <a:pt x="1" y="426"/>
                        <a:pt x="275" y="426"/>
                      </a:cubicBezTo>
                      <a:cubicBezTo>
                        <a:pt x="548" y="426"/>
                        <a:pt x="548" y="0"/>
                        <a:pt x="27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0" name="Google Shape;1850;p13"/>
                <p:cNvSpPr/>
                <p:nvPr/>
              </p:nvSpPr>
              <p:spPr>
                <a:xfrm rot="5400000" flipH="1">
                  <a:off x="962242" y="579074"/>
                  <a:ext cx="35563" cy="27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5" y="0"/>
                      </a:moveTo>
                      <a:cubicBezTo>
                        <a:pt x="0" y="0"/>
                        <a:pt x="0" y="608"/>
                        <a:pt x="395" y="608"/>
                      </a:cubicBezTo>
                      <a:cubicBezTo>
                        <a:pt x="790" y="608"/>
                        <a:pt x="790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1" name="Google Shape;1851;p13"/>
                <p:cNvSpPr/>
                <p:nvPr/>
              </p:nvSpPr>
              <p:spPr>
                <a:xfrm rot="5400000" flipH="1">
                  <a:off x="954058" y="759457"/>
                  <a:ext cx="34215" cy="2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579" extrusionOk="0">
                      <a:moveTo>
                        <a:pt x="365" y="1"/>
                      </a:moveTo>
                      <a:cubicBezTo>
                        <a:pt x="0" y="1"/>
                        <a:pt x="0" y="578"/>
                        <a:pt x="365" y="578"/>
                      </a:cubicBezTo>
                      <a:cubicBezTo>
                        <a:pt x="760" y="578"/>
                        <a:pt x="760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2" name="Google Shape;1852;p13"/>
                <p:cNvSpPr/>
                <p:nvPr/>
              </p:nvSpPr>
              <p:spPr>
                <a:xfrm rot="5400000" flipH="1">
                  <a:off x="848559" y="669850"/>
                  <a:ext cx="32866" cy="29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" h="645" extrusionOk="0">
                      <a:moveTo>
                        <a:pt x="425" y="1"/>
                      </a:moveTo>
                      <a:cubicBezTo>
                        <a:pt x="404" y="1"/>
                        <a:pt x="383" y="4"/>
                        <a:pt x="366" y="13"/>
                      </a:cubicBezTo>
                      <a:cubicBezTo>
                        <a:pt x="305" y="13"/>
                        <a:pt x="214" y="44"/>
                        <a:pt x="183" y="105"/>
                      </a:cubicBezTo>
                      <a:lnTo>
                        <a:pt x="122" y="165"/>
                      </a:lnTo>
                      <a:cubicBezTo>
                        <a:pt x="1" y="226"/>
                        <a:pt x="1" y="408"/>
                        <a:pt x="122" y="500"/>
                      </a:cubicBezTo>
                      <a:cubicBezTo>
                        <a:pt x="153" y="500"/>
                        <a:pt x="153" y="500"/>
                        <a:pt x="183" y="530"/>
                      </a:cubicBezTo>
                      <a:lnTo>
                        <a:pt x="122" y="500"/>
                      </a:lnTo>
                      <a:lnTo>
                        <a:pt x="183" y="560"/>
                      </a:lnTo>
                      <a:lnTo>
                        <a:pt x="244" y="591"/>
                      </a:lnTo>
                      <a:lnTo>
                        <a:pt x="335" y="621"/>
                      </a:lnTo>
                      <a:cubicBezTo>
                        <a:pt x="366" y="636"/>
                        <a:pt x="396" y="644"/>
                        <a:pt x="426" y="644"/>
                      </a:cubicBezTo>
                      <a:cubicBezTo>
                        <a:pt x="457" y="644"/>
                        <a:pt x="487" y="636"/>
                        <a:pt x="518" y="621"/>
                      </a:cubicBezTo>
                      <a:cubicBezTo>
                        <a:pt x="639" y="560"/>
                        <a:pt x="730" y="439"/>
                        <a:pt x="730" y="317"/>
                      </a:cubicBezTo>
                      <a:cubicBezTo>
                        <a:pt x="730" y="226"/>
                        <a:pt x="670" y="105"/>
                        <a:pt x="578" y="44"/>
                      </a:cubicBezTo>
                      <a:cubicBezTo>
                        <a:pt x="535" y="22"/>
                        <a:pt x="477" y="1"/>
                        <a:pt x="42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3" name="Google Shape;1853;p13"/>
                <p:cNvSpPr/>
                <p:nvPr/>
              </p:nvSpPr>
              <p:spPr>
                <a:xfrm rot="5400000" flipH="1">
                  <a:off x="784274" y="781285"/>
                  <a:ext cx="30078" cy="27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9" h="612" extrusionOk="0">
                      <a:moveTo>
                        <a:pt x="279" y="1"/>
                      </a:moveTo>
                      <a:cubicBezTo>
                        <a:pt x="205" y="1"/>
                        <a:pt x="126" y="44"/>
                        <a:pt x="61" y="87"/>
                      </a:cubicBezTo>
                      <a:cubicBezTo>
                        <a:pt x="31" y="147"/>
                        <a:pt x="0" y="208"/>
                        <a:pt x="0" y="299"/>
                      </a:cubicBezTo>
                      <a:cubicBezTo>
                        <a:pt x="0" y="390"/>
                        <a:pt x="31" y="451"/>
                        <a:pt x="61" y="512"/>
                      </a:cubicBezTo>
                      <a:cubicBezTo>
                        <a:pt x="136" y="562"/>
                        <a:pt x="230" y="611"/>
                        <a:pt x="312" y="611"/>
                      </a:cubicBezTo>
                      <a:cubicBezTo>
                        <a:pt x="331" y="611"/>
                        <a:pt x="348" y="609"/>
                        <a:pt x="365" y="603"/>
                      </a:cubicBezTo>
                      <a:lnTo>
                        <a:pt x="487" y="542"/>
                      </a:lnTo>
                      <a:cubicBezTo>
                        <a:pt x="547" y="512"/>
                        <a:pt x="578" y="512"/>
                        <a:pt x="608" y="451"/>
                      </a:cubicBezTo>
                      <a:cubicBezTo>
                        <a:pt x="639" y="421"/>
                        <a:pt x="669" y="360"/>
                        <a:pt x="669" y="299"/>
                      </a:cubicBezTo>
                      <a:cubicBezTo>
                        <a:pt x="669" y="269"/>
                        <a:pt x="669" y="208"/>
                        <a:pt x="639" y="178"/>
                      </a:cubicBezTo>
                      <a:cubicBezTo>
                        <a:pt x="608" y="117"/>
                        <a:pt x="547" y="87"/>
                        <a:pt x="487" y="56"/>
                      </a:cubicBezTo>
                      <a:lnTo>
                        <a:pt x="365" y="26"/>
                      </a:lnTo>
                      <a:cubicBezTo>
                        <a:pt x="338" y="8"/>
                        <a:pt x="309" y="1"/>
                        <a:pt x="27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4" name="Google Shape;1854;p13"/>
                <p:cNvSpPr/>
                <p:nvPr/>
              </p:nvSpPr>
              <p:spPr>
                <a:xfrm rot="5400000" flipH="1">
                  <a:off x="761315" y="736259"/>
                  <a:ext cx="11015" cy="82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" h="183" extrusionOk="0">
                      <a:moveTo>
                        <a:pt x="122" y="1"/>
                      </a:moveTo>
                      <a:cubicBezTo>
                        <a:pt x="1" y="1"/>
                        <a:pt x="1" y="183"/>
                        <a:pt x="122" y="183"/>
                      </a:cubicBezTo>
                      <a:cubicBezTo>
                        <a:pt x="244" y="183"/>
                        <a:pt x="244" y="1"/>
                        <a:pt x="12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5" name="Google Shape;1855;p13"/>
                <p:cNvSpPr/>
                <p:nvPr/>
              </p:nvSpPr>
              <p:spPr>
                <a:xfrm rot="5400000" flipH="1">
                  <a:off x="717607" y="498460"/>
                  <a:ext cx="32821" cy="24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548" extrusionOk="0">
                      <a:moveTo>
                        <a:pt x="365" y="1"/>
                      </a:moveTo>
                      <a:cubicBezTo>
                        <a:pt x="0" y="1"/>
                        <a:pt x="0" y="548"/>
                        <a:pt x="365" y="548"/>
                      </a:cubicBezTo>
                      <a:cubicBezTo>
                        <a:pt x="730" y="548"/>
                        <a:pt x="730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6" name="Google Shape;1856;p13"/>
                <p:cNvSpPr/>
                <p:nvPr/>
              </p:nvSpPr>
              <p:spPr>
                <a:xfrm rot="5400000" flipH="1">
                  <a:off x="736044" y="41344"/>
                  <a:ext cx="27381" cy="20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457" extrusionOk="0">
                      <a:moveTo>
                        <a:pt x="305" y="1"/>
                      </a:moveTo>
                      <a:cubicBezTo>
                        <a:pt x="1" y="1"/>
                        <a:pt x="1" y="457"/>
                        <a:pt x="305" y="457"/>
                      </a:cubicBezTo>
                      <a:cubicBezTo>
                        <a:pt x="609" y="457"/>
                        <a:pt x="609" y="1"/>
                        <a:pt x="30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7" name="Google Shape;1857;p13"/>
                <p:cNvSpPr/>
                <p:nvPr/>
              </p:nvSpPr>
              <p:spPr>
                <a:xfrm rot="5400000" flipH="1">
                  <a:off x="723049" y="-217676"/>
                  <a:ext cx="36957" cy="28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40" extrusionOk="0">
                      <a:moveTo>
                        <a:pt x="395" y="1"/>
                      </a:moveTo>
                      <a:cubicBezTo>
                        <a:pt x="0" y="1"/>
                        <a:pt x="0" y="639"/>
                        <a:pt x="395" y="639"/>
                      </a:cubicBezTo>
                      <a:cubicBezTo>
                        <a:pt x="821" y="639"/>
                        <a:pt x="821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8" name="Google Shape;1858;p13"/>
                <p:cNvSpPr/>
                <p:nvPr/>
              </p:nvSpPr>
              <p:spPr>
                <a:xfrm rot="5400000" flipH="1">
                  <a:off x="713965" y="-532851"/>
                  <a:ext cx="38351" cy="318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3" h="709" extrusionOk="0">
                      <a:moveTo>
                        <a:pt x="366" y="1"/>
                      </a:moveTo>
                      <a:cubicBezTo>
                        <a:pt x="275" y="1"/>
                        <a:pt x="183" y="31"/>
                        <a:pt x="123" y="92"/>
                      </a:cubicBezTo>
                      <a:cubicBezTo>
                        <a:pt x="62" y="153"/>
                        <a:pt x="1" y="274"/>
                        <a:pt x="1" y="366"/>
                      </a:cubicBezTo>
                      <a:cubicBezTo>
                        <a:pt x="31" y="457"/>
                        <a:pt x="62" y="548"/>
                        <a:pt x="123" y="609"/>
                      </a:cubicBezTo>
                      <a:cubicBezTo>
                        <a:pt x="172" y="658"/>
                        <a:pt x="242" y="708"/>
                        <a:pt x="316" y="708"/>
                      </a:cubicBezTo>
                      <a:cubicBezTo>
                        <a:pt x="332" y="708"/>
                        <a:pt x="349" y="706"/>
                        <a:pt x="366" y="700"/>
                      </a:cubicBezTo>
                      <a:lnTo>
                        <a:pt x="487" y="700"/>
                      </a:lnTo>
                      <a:cubicBezTo>
                        <a:pt x="609" y="700"/>
                        <a:pt x="670" y="670"/>
                        <a:pt x="761" y="609"/>
                      </a:cubicBezTo>
                      <a:cubicBezTo>
                        <a:pt x="822" y="548"/>
                        <a:pt x="852" y="426"/>
                        <a:pt x="852" y="335"/>
                      </a:cubicBezTo>
                      <a:cubicBezTo>
                        <a:pt x="852" y="274"/>
                        <a:pt x="822" y="153"/>
                        <a:pt x="761" y="92"/>
                      </a:cubicBezTo>
                      <a:cubicBezTo>
                        <a:pt x="670" y="31"/>
                        <a:pt x="609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9" name="Google Shape;1859;p13"/>
                <p:cNvSpPr/>
                <p:nvPr/>
              </p:nvSpPr>
              <p:spPr>
                <a:xfrm rot="5400000" flipH="1">
                  <a:off x="709400" y="-875654"/>
                  <a:ext cx="32821" cy="28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639" extrusionOk="0">
                      <a:moveTo>
                        <a:pt x="308" y="1"/>
                      </a:moveTo>
                      <a:cubicBezTo>
                        <a:pt x="251" y="1"/>
                        <a:pt x="198" y="16"/>
                        <a:pt x="152" y="46"/>
                      </a:cubicBezTo>
                      <a:cubicBezTo>
                        <a:pt x="61" y="107"/>
                        <a:pt x="0" y="228"/>
                        <a:pt x="0" y="320"/>
                      </a:cubicBezTo>
                      <a:cubicBezTo>
                        <a:pt x="0" y="441"/>
                        <a:pt x="61" y="563"/>
                        <a:pt x="152" y="593"/>
                      </a:cubicBezTo>
                      <a:cubicBezTo>
                        <a:pt x="198" y="624"/>
                        <a:pt x="251" y="639"/>
                        <a:pt x="308" y="639"/>
                      </a:cubicBezTo>
                      <a:cubicBezTo>
                        <a:pt x="365" y="639"/>
                        <a:pt x="426" y="624"/>
                        <a:pt x="487" y="593"/>
                      </a:cubicBezTo>
                      <a:cubicBezTo>
                        <a:pt x="487" y="593"/>
                        <a:pt x="517" y="593"/>
                        <a:pt x="548" y="563"/>
                      </a:cubicBezTo>
                      <a:cubicBezTo>
                        <a:pt x="730" y="472"/>
                        <a:pt x="730" y="198"/>
                        <a:pt x="548" y="76"/>
                      </a:cubicBezTo>
                      <a:cubicBezTo>
                        <a:pt x="517" y="76"/>
                        <a:pt x="487" y="76"/>
                        <a:pt x="487" y="46"/>
                      </a:cubicBezTo>
                      <a:cubicBezTo>
                        <a:pt x="426" y="16"/>
                        <a:pt x="365" y="1"/>
                        <a:pt x="30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0" name="Google Shape;1860;p13"/>
                <p:cNvSpPr/>
                <p:nvPr/>
              </p:nvSpPr>
              <p:spPr>
                <a:xfrm rot="5400000" flipH="1">
                  <a:off x="1038804" y="-933744"/>
                  <a:ext cx="45140" cy="342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" h="761" extrusionOk="0">
                      <a:moveTo>
                        <a:pt x="487" y="1"/>
                      </a:moveTo>
                      <a:cubicBezTo>
                        <a:pt x="1" y="1"/>
                        <a:pt x="1" y="760"/>
                        <a:pt x="487" y="760"/>
                      </a:cubicBezTo>
                      <a:cubicBezTo>
                        <a:pt x="1004" y="760"/>
                        <a:pt x="1004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1" name="Google Shape;1861;p13"/>
                <p:cNvSpPr/>
                <p:nvPr/>
              </p:nvSpPr>
              <p:spPr>
                <a:xfrm rot="5400000" flipH="1">
                  <a:off x="1139266" y="-793646"/>
                  <a:ext cx="42397" cy="32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3" h="730" extrusionOk="0">
                      <a:moveTo>
                        <a:pt x="457" y="0"/>
                      </a:moveTo>
                      <a:cubicBezTo>
                        <a:pt x="1" y="0"/>
                        <a:pt x="1" y="730"/>
                        <a:pt x="457" y="730"/>
                      </a:cubicBezTo>
                      <a:cubicBezTo>
                        <a:pt x="943" y="730"/>
                        <a:pt x="943" y="0"/>
                        <a:pt x="4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2" name="Google Shape;1862;p13"/>
                <p:cNvSpPr/>
                <p:nvPr/>
              </p:nvSpPr>
              <p:spPr>
                <a:xfrm rot="5400000" flipH="1">
                  <a:off x="1167304" y="-937857"/>
                  <a:ext cx="35563" cy="27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5" y="1"/>
                      </a:moveTo>
                      <a:cubicBezTo>
                        <a:pt x="0" y="1"/>
                        <a:pt x="0" y="609"/>
                        <a:pt x="395" y="609"/>
                      </a:cubicBezTo>
                      <a:cubicBezTo>
                        <a:pt x="791" y="609"/>
                        <a:pt x="791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3" name="Google Shape;1863;p13"/>
                <p:cNvSpPr/>
                <p:nvPr/>
              </p:nvSpPr>
              <p:spPr>
                <a:xfrm rot="5400000" flipH="1">
                  <a:off x="1257513" y="-765657"/>
                  <a:ext cx="35563" cy="27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6" y="1"/>
                      </a:moveTo>
                      <a:cubicBezTo>
                        <a:pt x="0" y="1"/>
                        <a:pt x="0" y="609"/>
                        <a:pt x="396" y="609"/>
                      </a:cubicBezTo>
                      <a:cubicBezTo>
                        <a:pt x="791" y="609"/>
                        <a:pt x="791" y="1"/>
                        <a:pt x="3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4" name="Google Shape;1864;p13"/>
                <p:cNvSpPr/>
                <p:nvPr/>
              </p:nvSpPr>
              <p:spPr>
                <a:xfrm rot="5400000" flipH="1">
                  <a:off x="1284181" y="-581859"/>
                  <a:ext cx="46489" cy="36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822" extrusionOk="0">
                      <a:moveTo>
                        <a:pt x="517" y="1"/>
                      </a:moveTo>
                      <a:cubicBezTo>
                        <a:pt x="0" y="1"/>
                        <a:pt x="0" y="822"/>
                        <a:pt x="517" y="822"/>
                      </a:cubicBezTo>
                      <a:cubicBezTo>
                        <a:pt x="1034" y="822"/>
                        <a:pt x="1034" y="1"/>
                        <a:pt x="51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5" name="Google Shape;1865;p13"/>
                <p:cNvSpPr/>
                <p:nvPr/>
              </p:nvSpPr>
              <p:spPr>
                <a:xfrm rot="5400000" flipH="1">
                  <a:off x="1297514" y="-335900"/>
                  <a:ext cx="36957" cy="32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733" extrusionOk="0">
                      <a:moveTo>
                        <a:pt x="373" y="1"/>
                      </a:moveTo>
                      <a:cubicBezTo>
                        <a:pt x="189" y="1"/>
                        <a:pt x="1" y="155"/>
                        <a:pt x="1" y="360"/>
                      </a:cubicBezTo>
                      <a:cubicBezTo>
                        <a:pt x="1" y="574"/>
                        <a:pt x="206" y="733"/>
                        <a:pt x="398" y="733"/>
                      </a:cubicBezTo>
                      <a:cubicBezTo>
                        <a:pt x="450" y="733"/>
                        <a:pt x="502" y="720"/>
                        <a:pt x="548" y="694"/>
                      </a:cubicBezTo>
                      <a:lnTo>
                        <a:pt x="639" y="633"/>
                      </a:lnTo>
                      <a:cubicBezTo>
                        <a:pt x="730" y="573"/>
                        <a:pt x="822" y="481"/>
                        <a:pt x="822" y="360"/>
                      </a:cubicBezTo>
                      <a:cubicBezTo>
                        <a:pt x="822" y="238"/>
                        <a:pt x="730" y="147"/>
                        <a:pt x="639" y="117"/>
                      </a:cubicBezTo>
                      <a:lnTo>
                        <a:pt x="548" y="56"/>
                      </a:lnTo>
                      <a:cubicBezTo>
                        <a:pt x="495" y="18"/>
                        <a:pt x="434" y="1"/>
                        <a:pt x="37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6" name="Google Shape;1866;p13"/>
                <p:cNvSpPr/>
                <p:nvPr/>
              </p:nvSpPr>
              <p:spPr>
                <a:xfrm rot="5400000" flipH="1">
                  <a:off x="1387363" y="-283251"/>
                  <a:ext cx="36957" cy="28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39" extrusionOk="0">
                      <a:moveTo>
                        <a:pt x="395" y="1"/>
                      </a:moveTo>
                      <a:cubicBezTo>
                        <a:pt x="0" y="1"/>
                        <a:pt x="0" y="639"/>
                        <a:pt x="395" y="639"/>
                      </a:cubicBezTo>
                      <a:cubicBezTo>
                        <a:pt x="821" y="639"/>
                        <a:pt x="821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7" name="Google Shape;1867;p13"/>
                <p:cNvSpPr/>
                <p:nvPr/>
              </p:nvSpPr>
              <p:spPr>
                <a:xfrm rot="5400000" flipH="1">
                  <a:off x="1276649" y="-105567"/>
                  <a:ext cx="46489" cy="355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791" extrusionOk="0">
                      <a:moveTo>
                        <a:pt x="517" y="0"/>
                      </a:moveTo>
                      <a:cubicBezTo>
                        <a:pt x="1" y="0"/>
                        <a:pt x="1" y="791"/>
                        <a:pt x="517" y="791"/>
                      </a:cubicBezTo>
                      <a:cubicBezTo>
                        <a:pt x="1034" y="791"/>
                        <a:pt x="1034" y="0"/>
                        <a:pt x="5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8" name="Google Shape;1868;p13"/>
                <p:cNvSpPr/>
                <p:nvPr/>
              </p:nvSpPr>
              <p:spPr>
                <a:xfrm rot="5400000" flipH="1">
                  <a:off x="1109876" y="-46823"/>
                  <a:ext cx="17804" cy="15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336" extrusionOk="0">
                      <a:moveTo>
                        <a:pt x="183" y="1"/>
                      </a:moveTo>
                      <a:cubicBezTo>
                        <a:pt x="1" y="1"/>
                        <a:pt x="1" y="335"/>
                        <a:pt x="183" y="335"/>
                      </a:cubicBezTo>
                      <a:cubicBezTo>
                        <a:pt x="396" y="335"/>
                        <a:pt x="396" y="1"/>
                        <a:pt x="18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9" name="Google Shape;1869;p13"/>
                <p:cNvSpPr/>
                <p:nvPr/>
              </p:nvSpPr>
              <p:spPr>
                <a:xfrm rot="5400000" flipH="1">
                  <a:off x="1241796" y="-207402"/>
                  <a:ext cx="32821" cy="2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579" extrusionOk="0">
                      <a:moveTo>
                        <a:pt x="365" y="1"/>
                      </a:moveTo>
                      <a:cubicBezTo>
                        <a:pt x="0" y="1"/>
                        <a:pt x="0" y="578"/>
                        <a:pt x="365" y="578"/>
                      </a:cubicBezTo>
                      <a:cubicBezTo>
                        <a:pt x="730" y="578"/>
                        <a:pt x="730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0" name="Google Shape;1870;p13"/>
                <p:cNvSpPr/>
                <p:nvPr/>
              </p:nvSpPr>
              <p:spPr>
                <a:xfrm rot="5400000" flipH="1">
                  <a:off x="1397594" y="-137690"/>
                  <a:ext cx="34215" cy="27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609" extrusionOk="0">
                      <a:moveTo>
                        <a:pt x="244" y="0"/>
                      </a:moveTo>
                      <a:cubicBezTo>
                        <a:pt x="183" y="31"/>
                        <a:pt x="122" y="61"/>
                        <a:pt x="92" y="92"/>
                      </a:cubicBezTo>
                      <a:cubicBezTo>
                        <a:pt x="31" y="152"/>
                        <a:pt x="1" y="213"/>
                        <a:pt x="1" y="304"/>
                      </a:cubicBezTo>
                      <a:cubicBezTo>
                        <a:pt x="1" y="395"/>
                        <a:pt x="31" y="456"/>
                        <a:pt x="92" y="517"/>
                      </a:cubicBezTo>
                      <a:cubicBezTo>
                        <a:pt x="122" y="578"/>
                        <a:pt x="183" y="578"/>
                        <a:pt x="244" y="608"/>
                      </a:cubicBezTo>
                      <a:lnTo>
                        <a:pt x="396" y="608"/>
                      </a:lnTo>
                      <a:lnTo>
                        <a:pt x="548" y="578"/>
                      </a:lnTo>
                      <a:lnTo>
                        <a:pt x="639" y="547"/>
                      </a:lnTo>
                      <a:cubicBezTo>
                        <a:pt x="669" y="547"/>
                        <a:pt x="700" y="517"/>
                        <a:pt x="700" y="487"/>
                      </a:cubicBezTo>
                      <a:cubicBezTo>
                        <a:pt x="730" y="426"/>
                        <a:pt x="761" y="365"/>
                        <a:pt x="761" y="304"/>
                      </a:cubicBezTo>
                      <a:cubicBezTo>
                        <a:pt x="761" y="274"/>
                        <a:pt x="761" y="213"/>
                        <a:pt x="730" y="152"/>
                      </a:cubicBezTo>
                      <a:cubicBezTo>
                        <a:pt x="700" y="122"/>
                        <a:pt x="609" y="31"/>
                        <a:pt x="548" y="31"/>
                      </a:cubicBezTo>
                      <a:lnTo>
                        <a:pt x="39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1" name="Google Shape;1871;p13"/>
                <p:cNvSpPr/>
                <p:nvPr/>
              </p:nvSpPr>
              <p:spPr>
                <a:xfrm rot="5400000" flipH="1">
                  <a:off x="1566409" y="-474580"/>
                  <a:ext cx="23289" cy="17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396" extrusionOk="0">
                      <a:moveTo>
                        <a:pt x="243" y="0"/>
                      </a:moveTo>
                      <a:cubicBezTo>
                        <a:pt x="0" y="0"/>
                        <a:pt x="0" y="396"/>
                        <a:pt x="243" y="396"/>
                      </a:cubicBezTo>
                      <a:cubicBezTo>
                        <a:pt x="517" y="396"/>
                        <a:pt x="517" y="0"/>
                        <a:pt x="24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2" name="Google Shape;1872;p13"/>
                <p:cNvSpPr/>
                <p:nvPr/>
              </p:nvSpPr>
              <p:spPr>
                <a:xfrm rot="5400000" flipH="1">
                  <a:off x="1356581" y="-699385"/>
                  <a:ext cx="32866" cy="2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" h="579" extrusionOk="0">
                      <a:moveTo>
                        <a:pt x="366" y="1"/>
                      </a:moveTo>
                      <a:cubicBezTo>
                        <a:pt x="1" y="1"/>
                        <a:pt x="1" y="578"/>
                        <a:pt x="366" y="578"/>
                      </a:cubicBezTo>
                      <a:cubicBezTo>
                        <a:pt x="730" y="578"/>
                        <a:pt x="730" y="1"/>
                        <a:pt x="36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73" name="Google Shape;1873;p13"/>
              <p:cNvSpPr/>
              <p:nvPr/>
            </p:nvSpPr>
            <p:spPr>
              <a:xfrm rot="1417605">
                <a:off x="-243450" y="-387225"/>
                <a:ext cx="790551" cy="1070411"/>
              </a:xfrm>
              <a:custGeom>
                <a:avLst/>
                <a:gdLst/>
                <a:ahLst/>
                <a:cxnLst/>
                <a:rect l="l" t="t" r="r" b="b"/>
                <a:pathLst>
                  <a:path w="31739" h="42977" extrusionOk="0">
                    <a:moveTo>
                      <a:pt x="2341" y="25"/>
                    </a:moveTo>
                    <a:cubicBezTo>
                      <a:pt x="1031" y="25"/>
                      <a:pt x="1" y="1830"/>
                      <a:pt x="826" y="2949"/>
                    </a:cubicBezTo>
                    <a:cubicBezTo>
                      <a:pt x="1950" y="4469"/>
                      <a:pt x="2771" y="5380"/>
                      <a:pt x="4686" y="6019"/>
                    </a:cubicBezTo>
                    <a:cubicBezTo>
                      <a:pt x="6115" y="6475"/>
                      <a:pt x="7725" y="6687"/>
                      <a:pt x="9245" y="6748"/>
                    </a:cubicBezTo>
                    <a:cubicBezTo>
                      <a:pt x="9368" y="6753"/>
                      <a:pt x="9492" y="6755"/>
                      <a:pt x="9617" y="6755"/>
                    </a:cubicBezTo>
                    <a:cubicBezTo>
                      <a:pt x="11270" y="6755"/>
                      <a:pt x="13089" y="6354"/>
                      <a:pt x="14830" y="6354"/>
                    </a:cubicBezTo>
                    <a:cubicBezTo>
                      <a:pt x="16208" y="6354"/>
                      <a:pt x="17538" y="6606"/>
                      <a:pt x="18698" y="7508"/>
                    </a:cubicBezTo>
                    <a:cubicBezTo>
                      <a:pt x="19701" y="8298"/>
                      <a:pt x="20340" y="9545"/>
                      <a:pt x="21282" y="10426"/>
                    </a:cubicBezTo>
                    <a:cubicBezTo>
                      <a:pt x="22376" y="11429"/>
                      <a:pt x="23835" y="11429"/>
                      <a:pt x="24960" y="12371"/>
                    </a:cubicBezTo>
                    <a:cubicBezTo>
                      <a:pt x="27452" y="14408"/>
                      <a:pt x="27665" y="18359"/>
                      <a:pt x="27726" y="21308"/>
                    </a:cubicBezTo>
                    <a:cubicBezTo>
                      <a:pt x="27817" y="24773"/>
                      <a:pt x="25963" y="27053"/>
                      <a:pt x="24777" y="30092"/>
                    </a:cubicBezTo>
                    <a:cubicBezTo>
                      <a:pt x="24170" y="31673"/>
                      <a:pt x="24078" y="33162"/>
                      <a:pt x="22741" y="34347"/>
                    </a:cubicBezTo>
                    <a:cubicBezTo>
                      <a:pt x="21677" y="35259"/>
                      <a:pt x="20340" y="35989"/>
                      <a:pt x="19063" y="36536"/>
                    </a:cubicBezTo>
                    <a:cubicBezTo>
                      <a:pt x="17665" y="37113"/>
                      <a:pt x="16206" y="37569"/>
                      <a:pt x="14777" y="38086"/>
                    </a:cubicBezTo>
                    <a:cubicBezTo>
                      <a:pt x="13258" y="38633"/>
                      <a:pt x="11616" y="39332"/>
                      <a:pt x="10005" y="39424"/>
                    </a:cubicBezTo>
                    <a:cubicBezTo>
                      <a:pt x="7786" y="39575"/>
                      <a:pt x="5689" y="39940"/>
                      <a:pt x="4382" y="41946"/>
                    </a:cubicBezTo>
                    <a:cubicBezTo>
                      <a:pt x="4060" y="42453"/>
                      <a:pt x="4539" y="42977"/>
                      <a:pt x="5029" y="42977"/>
                    </a:cubicBezTo>
                    <a:cubicBezTo>
                      <a:pt x="5186" y="42977"/>
                      <a:pt x="5343" y="42923"/>
                      <a:pt x="5476" y="42797"/>
                    </a:cubicBezTo>
                    <a:cubicBezTo>
                      <a:pt x="6449" y="41886"/>
                      <a:pt x="7695" y="41673"/>
                      <a:pt x="8941" y="41642"/>
                    </a:cubicBezTo>
                    <a:cubicBezTo>
                      <a:pt x="9108" y="41642"/>
                      <a:pt x="9279" y="41640"/>
                      <a:pt x="9452" y="41640"/>
                    </a:cubicBezTo>
                    <a:cubicBezTo>
                      <a:pt x="9969" y="41640"/>
                      <a:pt x="10499" y="41658"/>
                      <a:pt x="10978" y="41794"/>
                    </a:cubicBezTo>
                    <a:cubicBezTo>
                      <a:pt x="11677" y="41977"/>
                      <a:pt x="12224" y="42341"/>
                      <a:pt x="12923" y="42493"/>
                    </a:cubicBezTo>
                    <a:cubicBezTo>
                      <a:pt x="13928" y="42697"/>
                      <a:pt x="14926" y="42798"/>
                      <a:pt x="15914" y="42798"/>
                    </a:cubicBezTo>
                    <a:cubicBezTo>
                      <a:pt x="17733" y="42798"/>
                      <a:pt x="19518" y="42453"/>
                      <a:pt x="21252" y="41764"/>
                    </a:cubicBezTo>
                    <a:cubicBezTo>
                      <a:pt x="23714" y="40791"/>
                      <a:pt x="26753" y="39424"/>
                      <a:pt x="28182" y="37113"/>
                    </a:cubicBezTo>
                    <a:cubicBezTo>
                      <a:pt x="28881" y="35958"/>
                      <a:pt x="29154" y="34651"/>
                      <a:pt x="29246" y="33344"/>
                    </a:cubicBezTo>
                    <a:cubicBezTo>
                      <a:pt x="29367" y="31794"/>
                      <a:pt x="29641" y="30518"/>
                      <a:pt x="30127" y="29059"/>
                    </a:cubicBezTo>
                    <a:cubicBezTo>
                      <a:pt x="31738" y="24074"/>
                      <a:pt x="31525" y="18481"/>
                      <a:pt x="28486" y="14074"/>
                    </a:cubicBezTo>
                    <a:cubicBezTo>
                      <a:pt x="27209" y="12250"/>
                      <a:pt x="25781" y="11034"/>
                      <a:pt x="23774" y="10031"/>
                    </a:cubicBezTo>
                    <a:cubicBezTo>
                      <a:pt x="21799" y="9058"/>
                      <a:pt x="20005" y="6809"/>
                      <a:pt x="19002" y="4833"/>
                    </a:cubicBezTo>
                    <a:cubicBezTo>
                      <a:pt x="17665" y="2189"/>
                      <a:pt x="14717" y="1277"/>
                      <a:pt x="11890" y="1216"/>
                    </a:cubicBezTo>
                    <a:cubicBezTo>
                      <a:pt x="11668" y="1212"/>
                      <a:pt x="11449" y="1211"/>
                      <a:pt x="11232" y="1211"/>
                    </a:cubicBezTo>
                    <a:cubicBezTo>
                      <a:pt x="10943" y="1211"/>
                      <a:pt x="10657" y="1213"/>
                      <a:pt x="10373" y="1213"/>
                    </a:cubicBezTo>
                    <a:cubicBezTo>
                      <a:pt x="9380" y="1213"/>
                      <a:pt x="8414" y="1186"/>
                      <a:pt x="7422" y="943"/>
                    </a:cubicBezTo>
                    <a:cubicBezTo>
                      <a:pt x="6570" y="730"/>
                      <a:pt x="5780" y="396"/>
                      <a:pt x="4929" y="213"/>
                    </a:cubicBezTo>
                    <a:cubicBezTo>
                      <a:pt x="4108" y="0"/>
                      <a:pt x="3318" y="122"/>
                      <a:pt x="2467" y="31"/>
                    </a:cubicBezTo>
                    <a:cubicBezTo>
                      <a:pt x="2425" y="27"/>
                      <a:pt x="2383" y="25"/>
                      <a:pt x="2341" y="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13"/>
              <p:cNvSpPr/>
              <p:nvPr/>
            </p:nvSpPr>
            <p:spPr>
              <a:xfrm rot="5400000">
                <a:off x="357852" y="1103993"/>
                <a:ext cx="281214" cy="236286"/>
              </a:xfrm>
              <a:custGeom>
                <a:avLst/>
                <a:gdLst/>
                <a:ahLst/>
                <a:cxnLst/>
                <a:rect l="l" t="t" r="r" b="b"/>
                <a:pathLst>
                  <a:path w="12311" h="10343" extrusionOk="0">
                    <a:moveTo>
                      <a:pt x="851" y="3200"/>
                    </a:moveTo>
                    <a:cubicBezTo>
                      <a:pt x="803" y="3314"/>
                      <a:pt x="762" y="3429"/>
                      <a:pt x="726" y="3545"/>
                    </a:cubicBezTo>
                    <a:lnTo>
                      <a:pt x="726" y="3545"/>
                    </a:lnTo>
                    <a:lnTo>
                      <a:pt x="851" y="3200"/>
                    </a:lnTo>
                    <a:close/>
                    <a:moveTo>
                      <a:pt x="726" y="3545"/>
                    </a:moveTo>
                    <a:lnTo>
                      <a:pt x="207" y="4972"/>
                    </a:lnTo>
                    <a:lnTo>
                      <a:pt x="207" y="4972"/>
                    </a:lnTo>
                    <a:cubicBezTo>
                      <a:pt x="318" y="4702"/>
                      <a:pt x="445" y="4441"/>
                      <a:pt x="586" y="4187"/>
                    </a:cubicBezTo>
                    <a:lnTo>
                      <a:pt x="586" y="4187"/>
                    </a:lnTo>
                    <a:cubicBezTo>
                      <a:pt x="615" y="3971"/>
                      <a:pt x="661" y="3757"/>
                      <a:pt x="726" y="3545"/>
                    </a:cubicBezTo>
                    <a:close/>
                    <a:moveTo>
                      <a:pt x="207" y="4972"/>
                    </a:moveTo>
                    <a:cubicBezTo>
                      <a:pt x="130" y="5158"/>
                      <a:pt x="61" y="5348"/>
                      <a:pt x="0" y="5541"/>
                    </a:cubicBezTo>
                    <a:lnTo>
                      <a:pt x="207" y="4972"/>
                    </a:lnTo>
                    <a:close/>
                    <a:moveTo>
                      <a:pt x="7689" y="0"/>
                    </a:moveTo>
                    <a:cubicBezTo>
                      <a:pt x="4804" y="0"/>
                      <a:pt x="1985" y="1681"/>
                      <a:pt x="586" y="4187"/>
                    </a:cubicBezTo>
                    <a:lnTo>
                      <a:pt x="586" y="4187"/>
                    </a:lnTo>
                    <a:cubicBezTo>
                      <a:pt x="393" y="5658"/>
                      <a:pt x="987" y="7230"/>
                      <a:pt x="1581" y="8641"/>
                    </a:cubicBezTo>
                    <a:cubicBezTo>
                      <a:pt x="1793" y="9097"/>
                      <a:pt x="2006" y="9614"/>
                      <a:pt x="2432" y="9887"/>
                    </a:cubicBezTo>
                    <a:cubicBezTo>
                      <a:pt x="2766" y="10130"/>
                      <a:pt x="3192" y="10191"/>
                      <a:pt x="3617" y="10222"/>
                    </a:cubicBezTo>
                    <a:cubicBezTo>
                      <a:pt x="4255" y="10294"/>
                      <a:pt x="4898" y="10342"/>
                      <a:pt x="5538" y="10342"/>
                    </a:cubicBezTo>
                    <a:cubicBezTo>
                      <a:pt x="6514" y="10342"/>
                      <a:pt x="7484" y="10230"/>
                      <a:pt x="8420" y="9918"/>
                    </a:cubicBezTo>
                    <a:cubicBezTo>
                      <a:pt x="9970" y="9401"/>
                      <a:pt x="11368" y="8276"/>
                      <a:pt x="11885" y="6757"/>
                    </a:cubicBezTo>
                    <a:cubicBezTo>
                      <a:pt x="12310" y="5419"/>
                      <a:pt x="12067" y="3960"/>
                      <a:pt x="11642" y="2623"/>
                    </a:cubicBezTo>
                    <a:cubicBezTo>
                      <a:pt x="11459" y="2045"/>
                      <a:pt x="11247" y="1468"/>
                      <a:pt x="10851" y="1012"/>
                    </a:cubicBezTo>
                    <a:cubicBezTo>
                      <a:pt x="10304" y="434"/>
                      <a:pt x="9484" y="191"/>
                      <a:pt x="8693" y="70"/>
                    </a:cubicBezTo>
                    <a:cubicBezTo>
                      <a:pt x="8359" y="23"/>
                      <a:pt x="8024" y="0"/>
                      <a:pt x="76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13"/>
              <p:cNvSpPr/>
              <p:nvPr/>
            </p:nvSpPr>
            <p:spPr>
              <a:xfrm rot="5400000" flipH="1">
                <a:off x="-525538" y="3167656"/>
                <a:ext cx="1196330" cy="794618"/>
              </a:xfrm>
              <a:custGeom>
                <a:avLst/>
                <a:gdLst/>
                <a:ahLst/>
                <a:cxnLst/>
                <a:rect l="l" t="t" r="r" b="b"/>
                <a:pathLst>
                  <a:path w="52373" h="34783" extrusionOk="0">
                    <a:moveTo>
                      <a:pt x="24129" y="0"/>
                    </a:moveTo>
                    <a:cubicBezTo>
                      <a:pt x="22639" y="0"/>
                      <a:pt x="21270" y="534"/>
                      <a:pt x="20518" y="1828"/>
                    </a:cubicBezTo>
                    <a:cubicBezTo>
                      <a:pt x="18755" y="4898"/>
                      <a:pt x="22068" y="9305"/>
                      <a:pt x="19940" y="12132"/>
                    </a:cubicBezTo>
                    <a:cubicBezTo>
                      <a:pt x="18664" y="13804"/>
                      <a:pt x="16171" y="13864"/>
                      <a:pt x="14378" y="14959"/>
                    </a:cubicBezTo>
                    <a:cubicBezTo>
                      <a:pt x="12220" y="16266"/>
                      <a:pt x="11247" y="18910"/>
                      <a:pt x="9180" y="20339"/>
                    </a:cubicBezTo>
                    <a:cubicBezTo>
                      <a:pt x="5837" y="22618"/>
                      <a:pt x="1764" y="21980"/>
                      <a:pt x="852" y="26843"/>
                    </a:cubicBezTo>
                    <a:cubicBezTo>
                      <a:pt x="1" y="31555"/>
                      <a:pt x="3618" y="33439"/>
                      <a:pt x="7691" y="34169"/>
                    </a:cubicBezTo>
                    <a:cubicBezTo>
                      <a:pt x="10070" y="34591"/>
                      <a:pt x="12547" y="34783"/>
                      <a:pt x="15073" y="34783"/>
                    </a:cubicBezTo>
                    <a:cubicBezTo>
                      <a:pt x="24358" y="34783"/>
                      <a:pt x="34295" y="32191"/>
                      <a:pt x="42372" y="28941"/>
                    </a:cubicBezTo>
                    <a:cubicBezTo>
                      <a:pt x="45290" y="27755"/>
                      <a:pt x="48239" y="26327"/>
                      <a:pt x="50062" y="23773"/>
                    </a:cubicBezTo>
                    <a:cubicBezTo>
                      <a:pt x="51977" y="21129"/>
                      <a:pt x="52372" y="17482"/>
                      <a:pt x="51157" y="14442"/>
                    </a:cubicBezTo>
                    <a:cubicBezTo>
                      <a:pt x="49910" y="11433"/>
                      <a:pt x="47144" y="9092"/>
                      <a:pt x="43983" y="8302"/>
                    </a:cubicBezTo>
                    <a:cubicBezTo>
                      <a:pt x="41217" y="7603"/>
                      <a:pt x="38238" y="7998"/>
                      <a:pt x="35624" y="6934"/>
                    </a:cubicBezTo>
                    <a:cubicBezTo>
                      <a:pt x="32858" y="5779"/>
                      <a:pt x="31004" y="3165"/>
                      <a:pt x="28542" y="1433"/>
                    </a:cubicBezTo>
                    <a:cubicBezTo>
                      <a:pt x="27298" y="557"/>
                      <a:pt x="25651" y="0"/>
                      <a:pt x="241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13"/>
              <p:cNvSpPr/>
              <p:nvPr/>
            </p:nvSpPr>
            <p:spPr>
              <a:xfrm rot="5400000" flipH="1">
                <a:off x="-321099" y="1723506"/>
                <a:ext cx="1125541" cy="973700"/>
              </a:xfrm>
              <a:custGeom>
                <a:avLst/>
                <a:gdLst/>
                <a:ahLst/>
                <a:cxnLst/>
                <a:rect l="l" t="t" r="r" b="b"/>
                <a:pathLst>
                  <a:path w="49274" h="42622" extrusionOk="0">
                    <a:moveTo>
                      <a:pt x="48694" y="1"/>
                    </a:moveTo>
                    <a:cubicBezTo>
                      <a:pt x="48391" y="1"/>
                      <a:pt x="48073" y="198"/>
                      <a:pt x="48043" y="582"/>
                    </a:cubicBezTo>
                    <a:cubicBezTo>
                      <a:pt x="47739" y="3804"/>
                      <a:pt x="43818" y="6114"/>
                      <a:pt x="41356" y="7816"/>
                    </a:cubicBezTo>
                    <a:cubicBezTo>
                      <a:pt x="39197" y="9306"/>
                      <a:pt x="37465" y="10947"/>
                      <a:pt x="35945" y="13105"/>
                    </a:cubicBezTo>
                    <a:cubicBezTo>
                      <a:pt x="35033" y="14412"/>
                      <a:pt x="34152" y="15993"/>
                      <a:pt x="32419" y="16175"/>
                    </a:cubicBezTo>
                    <a:cubicBezTo>
                      <a:pt x="31143" y="16327"/>
                      <a:pt x="29957" y="16175"/>
                      <a:pt x="28681" y="16479"/>
                    </a:cubicBezTo>
                    <a:cubicBezTo>
                      <a:pt x="26188" y="17056"/>
                      <a:pt x="23848" y="18394"/>
                      <a:pt x="21507" y="19366"/>
                    </a:cubicBezTo>
                    <a:cubicBezTo>
                      <a:pt x="20291" y="19853"/>
                      <a:pt x="19015" y="20309"/>
                      <a:pt x="17769" y="20673"/>
                    </a:cubicBezTo>
                    <a:cubicBezTo>
                      <a:pt x="16522" y="21038"/>
                      <a:pt x="15154" y="20856"/>
                      <a:pt x="13878" y="21221"/>
                    </a:cubicBezTo>
                    <a:cubicBezTo>
                      <a:pt x="12540" y="21585"/>
                      <a:pt x="11446" y="22436"/>
                      <a:pt x="10443" y="23439"/>
                    </a:cubicBezTo>
                    <a:cubicBezTo>
                      <a:pt x="9470" y="24412"/>
                      <a:pt x="8559" y="25020"/>
                      <a:pt x="7464" y="25841"/>
                    </a:cubicBezTo>
                    <a:cubicBezTo>
                      <a:pt x="5245" y="27482"/>
                      <a:pt x="4516" y="29914"/>
                      <a:pt x="4881" y="32497"/>
                    </a:cubicBezTo>
                    <a:cubicBezTo>
                      <a:pt x="5094" y="33926"/>
                      <a:pt x="5002" y="35537"/>
                      <a:pt x="4850" y="36996"/>
                    </a:cubicBezTo>
                    <a:cubicBezTo>
                      <a:pt x="4656" y="38717"/>
                      <a:pt x="3472" y="41606"/>
                      <a:pt x="1299" y="41606"/>
                    </a:cubicBezTo>
                    <a:cubicBezTo>
                      <a:pt x="1094" y="41606"/>
                      <a:pt x="879" y="41580"/>
                      <a:pt x="656" y="41525"/>
                    </a:cubicBezTo>
                    <a:cubicBezTo>
                      <a:pt x="609" y="41511"/>
                      <a:pt x="565" y="41505"/>
                      <a:pt x="525" y="41505"/>
                    </a:cubicBezTo>
                    <a:cubicBezTo>
                      <a:pt x="112" y="41505"/>
                      <a:pt x="0" y="42149"/>
                      <a:pt x="443" y="42315"/>
                    </a:cubicBezTo>
                    <a:cubicBezTo>
                      <a:pt x="1010" y="42519"/>
                      <a:pt x="1568" y="42622"/>
                      <a:pt x="2105" y="42622"/>
                    </a:cubicBezTo>
                    <a:cubicBezTo>
                      <a:pt x="3326" y="42622"/>
                      <a:pt x="4441" y="42094"/>
                      <a:pt x="5306" y="41039"/>
                    </a:cubicBezTo>
                    <a:cubicBezTo>
                      <a:pt x="6765" y="39276"/>
                      <a:pt x="6826" y="36874"/>
                      <a:pt x="6978" y="34716"/>
                    </a:cubicBezTo>
                    <a:cubicBezTo>
                      <a:pt x="7069" y="33440"/>
                      <a:pt x="7616" y="32345"/>
                      <a:pt x="8467" y="31373"/>
                    </a:cubicBezTo>
                    <a:cubicBezTo>
                      <a:pt x="9167" y="30522"/>
                      <a:pt x="10352" y="30370"/>
                      <a:pt x="11355" y="29975"/>
                    </a:cubicBezTo>
                    <a:cubicBezTo>
                      <a:pt x="12601" y="29458"/>
                      <a:pt x="13544" y="28759"/>
                      <a:pt x="14486" y="27816"/>
                    </a:cubicBezTo>
                    <a:cubicBezTo>
                      <a:pt x="15337" y="26965"/>
                      <a:pt x="16006" y="26905"/>
                      <a:pt x="17191" y="26722"/>
                    </a:cubicBezTo>
                    <a:cubicBezTo>
                      <a:pt x="19653" y="26388"/>
                      <a:pt x="21598" y="25354"/>
                      <a:pt x="23513" y="23804"/>
                    </a:cubicBezTo>
                    <a:cubicBezTo>
                      <a:pt x="25428" y="22254"/>
                      <a:pt x="26918" y="20522"/>
                      <a:pt x="29197" y="19640"/>
                    </a:cubicBezTo>
                    <a:cubicBezTo>
                      <a:pt x="31264" y="18850"/>
                      <a:pt x="33392" y="19063"/>
                      <a:pt x="35185" y="17664"/>
                    </a:cubicBezTo>
                    <a:cubicBezTo>
                      <a:pt x="37009" y="16266"/>
                      <a:pt x="37951" y="14108"/>
                      <a:pt x="39532" y="12436"/>
                    </a:cubicBezTo>
                    <a:cubicBezTo>
                      <a:pt x="41477" y="10339"/>
                      <a:pt x="44152" y="9123"/>
                      <a:pt x="46280" y="7239"/>
                    </a:cubicBezTo>
                    <a:cubicBezTo>
                      <a:pt x="48255" y="5506"/>
                      <a:pt x="49167" y="3166"/>
                      <a:pt x="49258" y="582"/>
                    </a:cubicBezTo>
                    <a:cubicBezTo>
                      <a:pt x="49274" y="191"/>
                      <a:pt x="48991" y="1"/>
                      <a:pt x="4869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77" name="Google Shape;1877;p13"/>
              <p:cNvGrpSpPr/>
              <p:nvPr/>
            </p:nvGrpSpPr>
            <p:grpSpPr>
              <a:xfrm>
                <a:off x="220611" y="3221039"/>
                <a:ext cx="555701" cy="751324"/>
                <a:chOff x="952673" y="3346414"/>
                <a:chExt cx="555701" cy="751324"/>
              </a:xfrm>
            </p:grpSpPr>
            <p:sp>
              <p:nvSpPr>
                <p:cNvPr id="1878" name="Google Shape;1878;p13"/>
                <p:cNvSpPr/>
                <p:nvPr/>
              </p:nvSpPr>
              <p:spPr>
                <a:xfrm rot="-9184057" flipH="1">
                  <a:off x="1048970" y="3894218"/>
                  <a:ext cx="52795" cy="94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4134" extrusionOk="0">
                      <a:moveTo>
                        <a:pt x="1228" y="0"/>
                      </a:moveTo>
                      <a:cubicBezTo>
                        <a:pt x="1102" y="0"/>
                        <a:pt x="977" y="49"/>
                        <a:pt x="882" y="163"/>
                      </a:cubicBezTo>
                      <a:cubicBezTo>
                        <a:pt x="669" y="436"/>
                        <a:pt x="578" y="740"/>
                        <a:pt x="396" y="1044"/>
                      </a:cubicBezTo>
                      <a:cubicBezTo>
                        <a:pt x="152" y="1531"/>
                        <a:pt x="0" y="1804"/>
                        <a:pt x="92" y="2382"/>
                      </a:cubicBezTo>
                      <a:cubicBezTo>
                        <a:pt x="213" y="3142"/>
                        <a:pt x="730" y="3689"/>
                        <a:pt x="1368" y="4053"/>
                      </a:cubicBezTo>
                      <a:cubicBezTo>
                        <a:pt x="1466" y="4102"/>
                        <a:pt x="1572" y="4134"/>
                        <a:pt x="1678" y="4134"/>
                      </a:cubicBezTo>
                      <a:cubicBezTo>
                        <a:pt x="1770" y="4134"/>
                        <a:pt x="1861" y="4110"/>
                        <a:pt x="1946" y="4053"/>
                      </a:cubicBezTo>
                      <a:cubicBezTo>
                        <a:pt x="2311" y="3810"/>
                        <a:pt x="2219" y="3324"/>
                        <a:pt x="2189" y="2929"/>
                      </a:cubicBezTo>
                      <a:cubicBezTo>
                        <a:pt x="2128" y="2534"/>
                        <a:pt x="2159" y="2138"/>
                        <a:pt x="2067" y="1713"/>
                      </a:cubicBezTo>
                      <a:cubicBezTo>
                        <a:pt x="2007" y="1500"/>
                        <a:pt x="1824" y="1348"/>
                        <a:pt x="1763" y="1135"/>
                      </a:cubicBezTo>
                      <a:cubicBezTo>
                        <a:pt x="1703" y="983"/>
                        <a:pt x="1794" y="710"/>
                        <a:pt x="1794" y="528"/>
                      </a:cubicBezTo>
                      <a:cubicBezTo>
                        <a:pt x="1794" y="235"/>
                        <a:pt x="1507" y="0"/>
                        <a:pt x="122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9" name="Google Shape;1879;p13"/>
                <p:cNvSpPr/>
                <p:nvPr/>
              </p:nvSpPr>
              <p:spPr>
                <a:xfrm rot="-9184057" flipH="1">
                  <a:off x="1113850" y="3954637"/>
                  <a:ext cx="41144" cy="61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1" h="2678" extrusionOk="0">
                      <a:moveTo>
                        <a:pt x="607" y="1"/>
                      </a:moveTo>
                      <a:cubicBezTo>
                        <a:pt x="518" y="1"/>
                        <a:pt x="428" y="21"/>
                        <a:pt x="342" y="64"/>
                      </a:cubicBezTo>
                      <a:cubicBezTo>
                        <a:pt x="145" y="204"/>
                        <a:pt x="0" y="474"/>
                        <a:pt x="51" y="706"/>
                      </a:cubicBezTo>
                      <a:lnTo>
                        <a:pt x="51" y="706"/>
                      </a:lnTo>
                      <a:cubicBezTo>
                        <a:pt x="11" y="957"/>
                        <a:pt x="85" y="1124"/>
                        <a:pt x="159" y="1371"/>
                      </a:cubicBezTo>
                      <a:cubicBezTo>
                        <a:pt x="190" y="1553"/>
                        <a:pt x="190" y="1705"/>
                        <a:pt x="190" y="1888"/>
                      </a:cubicBezTo>
                      <a:cubicBezTo>
                        <a:pt x="190" y="2283"/>
                        <a:pt x="433" y="2496"/>
                        <a:pt x="767" y="2648"/>
                      </a:cubicBezTo>
                      <a:cubicBezTo>
                        <a:pt x="797" y="2678"/>
                        <a:pt x="889" y="2678"/>
                        <a:pt x="949" y="2678"/>
                      </a:cubicBezTo>
                      <a:cubicBezTo>
                        <a:pt x="1314" y="2678"/>
                        <a:pt x="1618" y="2404"/>
                        <a:pt x="1709" y="2100"/>
                      </a:cubicBezTo>
                      <a:cubicBezTo>
                        <a:pt x="1801" y="1766"/>
                        <a:pt x="1770" y="1371"/>
                        <a:pt x="1679" y="1006"/>
                      </a:cubicBezTo>
                      <a:cubicBezTo>
                        <a:pt x="1562" y="569"/>
                        <a:pt x="1362" y="215"/>
                        <a:pt x="916" y="80"/>
                      </a:cubicBezTo>
                      <a:lnTo>
                        <a:pt x="916" y="80"/>
                      </a:lnTo>
                      <a:cubicBezTo>
                        <a:pt x="818" y="29"/>
                        <a:pt x="713" y="1"/>
                        <a:pt x="60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0" name="Google Shape;1880;p13"/>
                <p:cNvSpPr/>
                <p:nvPr/>
              </p:nvSpPr>
              <p:spPr>
                <a:xfrm rot="-9184057" flipH="1">
                  <a:off x="1197002" y="3918499"/>
                  <a:ext cx="27117" cy="29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307" extrusionOk="0">
                      <a:moveTo>
                        <a:pt x="799" y="0"/>
                      </a:moveTo>
                      <a:cubicBezTo>
                        <a:pt x="710" y="0"/>
                        <a:pt x="618" y="39"/>
                        <a:pt x="553" y="133"/>
                      </a:cubicBezTo>
                      <a:cubicBezTo>
                        <a:pt x="461" y="285"/>
                        <a:pt x="340" y="437"/>
                        <a:pt x="249" y="619"/>
                      </a:cubicBezTo>
                      <a:cubicBezTo>
                        <a:pt x="218" y="680"/>
                        <a:pt x="188" y="741"/>
                        <a:pt x="157" y="832"/>
                      </a:cubicBezTo>
                      <a:cubicBezTo>
                        <a:pt x="127" y="923"/>
                        <a:pt x="97" y="984"/>
                        <a:pt x="66" y="1075"/>
                      </a:cubicBezTo>
                      <a:cubicBezTo>
                        <a:pt x="1" y="1206"/>
                        <a:pt x="124" y="1306"/>
                        <a:pt x="244" y="1306"/>
                      </a:cubicBezTo>
                      <a:cubicBezTo>
                        <a:pt x="290" y="1306"/>
                        <a:pt x="336" y="1291"/>
                        <a:pt x="370" y="1257"/>
                      </a:cubicBezTo>
                      <a:cubicBezTo>
                        <a:pt x="492" y="1136"/>
                        <a:pt x="644" y="1014"/>
                        <a:pt x="735" y="862"/>
                      </a:cubicBezTo>
                      <a:cubicBezTo>
                        <a:pt x="857" y="710"/>
                        <a:pt x="948" y="558"/>
                        <a:pt x="1039" y="406"/>
                      </a:cubicBezTo>
                      <a:cubicBezTo>
                        <a:pt x="1186" y="196"/>
                        <a:pt x="999" y="0"/>
                        <a:pt x="79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1" name="Google Shape;1881;p13"/>
                <p:cNvSpPr/>
                <p:nvPr/>
              </p:nvSpPr>
              <p:spPr>
                <a:xfrm rot="-9184057" flipH="1">
                  <a:off x="1206880" y="3808701"/>
                  <a:ext cx="38220" cy="727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" h="3185" extrusionOk="0">
                      <a:moveTo>
                        <a:pt x="836" y="0"/>
                      </a:moveTo>
                      <a:cubicBezTo>
                        <a:pt x="555" y="0"/>
                        <a:pt x="274" y="160"/>
                        <a:pt x="213" y="479"/>
                      </a:cubicBezTo>
                      <a:lnTo>
                        <a:pt x="183" y="479"/>
                      </a:lnTo>
                      <a:cubicBezTo>
                        <a:pt x="152" y="570"/>
                        <a:pt x="91" y="661"/>
                        <a:pt x="61" y="783"/>
                      </a:cubicBezTo>
                      <a:cubicBezTo>
                        <a:pt x="31" y="904"/>
                        <a:pt x="31" y="1026"/>
                        <a:pt x="31" y="1148"/>
                      </a:cubicBezTo>
                      <a:cubicBezTo>
                        <a:pt x="0" y="1360"/>
                        <a:pt x="0" y="1603"/>
                        <a:pt x="0" y="1816"/>
                      </a:cubicBezTo>
                      <a:cubicBezTo>
                        <a:pt x="31" y="2090"/>
                        <a:pt x="152" y="2242"/>
                        <a:pt x="243" y="2485"/>
                      </a:cubicBezTo>
                      <a:cubicBezTo>
                        <a:pt x="335" y="2667"/>
                        <a:pt x="395" y="2850"/>
                        <a:pt x="517" y="3002"/>
                      </a:cubicBezTo>
                      <a:cubicBezTo>
                        <a:pt x="593" y="3123"/>
                        <a:pt x="715" y="3184"/>
                        <a:pt x="836" y="3184"/>
                      </a:cubicBezTo>
                      <a:cubicBezTo>
                        <a:pt x="958" y="3184"/>
                        <a:pt x="1079" y="3123"/>
                        <a:pt x="1155" y="3002"/>
                      </a:cubicBezTo>
                      <a:cubicBezTo>
                        <a:pt x="1277" y="2850"/>
                        <a:pt x="1338" y="2667"/>
                        <a:pt x="1398" y="2485"/>
                      </a:cubicBezTo>
                      <a:cubicBezTo>
                        <a:pt x="1520" y="2242"/>
                        <a:pt x="1611" y="2090"/>
                        <a:pt x="1642" y="1816"/>
                      </a:cubicBezTo>
                      <a:cubicBezTo>
                        <a:pt x="1672" y="1603"/>
                        <a:pt x="1672" y="1360"/>
                        <a:pt x="1642" y="1148"/>
                      </a:cubicBezTo>
                      <a:cubicBezTo>
                        <a:pt x="1642" y="1026"/>
                        <a:pt x="1611" y="904"/>
                        <a:pt x="1611" y="783"/>
                      </a:cubicBezTo>
                      <a:cubicBezTo>
                        <a:pt x="1550" y="692"/>
                        <a:pt x="1520" y="570"/>
                        <a:pt x="1459" y="479"/>
                      </a:cubicBezTo>
                      <a:cubicBezTo>
                        <a:pt x="1398" y="160"/>
                        <a:pt x="1117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2" name="Google Shape;1882;p13"/>
                <p:cNvSpPr/>
                <p:nvPr/>
              </p:nvSpPr>
              <p:spPr>
                <a:xfrm rot="-9184057" flipH="1">
                  <a:off x="1118438" y="3810439"/>
                  <a:ext cx="38928" cy="43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" h="1903" extrusionOk="0">
                      <a:moveTo>
                        <a:pt x="1000" y="0"/>
                      </a:moveTo>
                      <a:cubicBezTo>
                        <a:pt x="766" y="0"/>
                        <a:pt x="539" y="119"/>
                        <a:pt x="427" y="321"/>
                      </a:cubicBezTo>
                      <a:cubicBezTo>
                        <a:pt x="305" y="503"/>
                        <a:pt x="214" y="686"/>
                        <a:pt x="123" y="898"/>
                      </a:cubicBezTo>
                      <a:cubicBezTo>
                        <a:pt x="31" y="1081"/>
                        <a:pt x="1" y="1233"/>
                        <a:pt x="62" y="1415"/>
                      </a:cubicBezTo>
                      <a:cubicBezTo>
                        <a:pt x="92" y="1567"/>
                        <a:pt x="214" y="1750"/>
                        <a:pt x="366" y="1810"/>
                      </a:cubicBezTo>
                      <a:cubicBezTo>
                        <a:pt x="469" y="1872"/>
                        <a:pt x="586" y="1903"/>
                        <a:pt x="705" y="1903"/>
                      </a:cubicBezTo>
                      <a:cubicBezTo>
                        <a:pt x="934" y="1903"/>
                        <a:pt x="1168" y="1788"/>
                        <a:pt x="1308" y="1567"/>
                      </a:cubicBezTo>
                      <a:cubicBezTo>
                        <a:pt x="1430" y="1354"/>
                        <a:pt x="1521" y="1081"/>
                        <a:pt x="1642" y="838"/>
                      </a:cubicBezTo>
                      <a:cubicBezTo>
                        <a:pt x="1703" y="686"/>
                        <a:pt x="1642" y="443"/>
                        <a:pt x="1551" y="321"/>
                      </a:cubicBezTo>
                      <a:cubicBezTo>
                        <a:pt x="1490" y="199"/>
                        <a:pt x="1369" y="108"/>
                        <a:pt x="1247" y="47"/>
                      </a:cubicBezTo>
                      <a:cubicBezTo>
                        <a:pt x="1167" y="15"/>
                        <a:pt x="1083" y="0"/>
                        <a:pt x="10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3" name="Google Shape;1883;p13"/>
                <p:cNvSpPr/>
                <p:nvPr/>
              </p:nvSpPr>
              <p:spPr>
                <a:xfrm rot="-9184057" flipH="1">
                  <a:off x="1023239" y="3722925"/>
                  <a:ext cx="70592" cy="73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0" h="3218" extrusionOk="0">
                      <a:moveTo>
                        <a:pt x="2223" y="1"/>
                      </a:moveTo>
                      <a:cubicBezTo>
                        <a:pt x="2179" y="1"/>
                        <a:pt x="2133" y="6"/>
                        <a:pt x="2088" y="14"/>
                      </a:cubicBezTo>
                      <a:lnTo>
                        <a:pt x="2088" y="14"/>
                      </a:lnTo>
                      <a:cubicBezTo>
                        <a:pt x="2055" y="11"/>
                        <a:pt x="2022" y="9"/>
                        <a:pt x="1988" y="9"/>
                      </a:cubicBezTo>
                      <a:cubicBezTo>
                        <a:pt x="1540" y="9"/>
                        <a:pt x="1059" y="312"/>
                        <a:pt x="761" y="635"/>
                      </a:cubicBezTo>
                      <a:cubicBezTo>
                        <a:pt x="426" y="1000"/>
                        <a:pt x="153" y="1486"/>
                        <a:pt x="62" y="2003"/>
                      </a:cubicBezTo>
                      <a:cubicBezTo>
                        <a:pt x="1" y="2398"/>
                        <a:pt x="122" y="2884"/>
                        <a:pt x="518" y="3066"/>
                      </a:cubicBezTo>
                      <a:cubicBezTo>
                        <a:pt x="705" y="3170"/>
                        <a:pt x="835" y="3217"/>
                        <a:pt x="995" y="3217"/>
                      </a:cubicBezTo>
                      <a:cubicBezTo>
                        <a:pt x="1070" y="3217"/>
                        <a:pt x="1151" y="3207"/>
                        <a:pt x="1247" y="3188"/>
                      </a:cubicBezTo>
                      <a:cubicBezTo>
                        <a:pt x="1551" y="3097"/>
                        <a:pt x="1855" y="2823"/>
                        <a:pt x="1916" y="2489"/>
                      </a:cubicBezTo>
                      <a:cubicBezTo>
                        <a:pt x="1977" y="2246"/>
                        <a:pt x="2037" y="2063"/>
                        <a:pt x="2159" y="1851"/>
                      </a:cubicBezTo>
                      <a:cubicBezTo>
                        <a:pt x="2306" y="1641"/>
                        <a:pt x="2511" y="1489"/>
                        <a:pt x="2664" y="1294"/>
                      </a:cubicBezTo>
                      <a:lnTo>
                        <a:pt x="2664" y="1294"/>
                      </a:lnTo>
                      <a:cubicBezTo>
                        <a:pt x="2754" y="1216"/>
                        <a:pt x="2806" y="1134"/>
                        <a:pt x="2858" y="1030"/>
                      </a:cubicBezTo>
                      <a:cubicBezTo>
                        <a:pt x="2875" y="996"/>
                        <a:pt x="2892" y="962"/>
                        <a:pt x="2904" y="928"/>
                      </a:cubicBezTo>
                      <a:lnTo>
                        <a:pt x="2904" y="928"/>
                      </a:lnTo>
                      <a:cubicBezTo>
                        <a:pt x="3090" y="663"/>
                        <a:pt x="3032" y="225"/>
                        <a:pt x="2676" y="149"/>
                      </a:cubicBezTo>
                      <a:lnTo>
                        <a:pt x="2676" y="149"/>
                      </a:lnTo>
                      <a:cubicBezTo>
                        <a:pt x="2706" y="194"/>
                        <a:pt x="2721" y="217"/>
                        <a:pt x="2718" y="217"/>
                      </a:cubicBezTo>
                      <a:cubicBezTo>
                        <a:pt x="2714" y="217"/>
                        <a:pt x="2691" y="194"/>
                        <a:pt x="2645" y="149"/>
                      </a:cubicBezTo>
                      <a:cubicBezTo>
                        <a:pt x="2554" y="88"/>
                        <a:pt x="2463" y="57"/>
                        <a:pt x="2372" y="27"/>
                      </a:cubicBezTo>
                      <a:cubicBezTo>
                        <a:pt x="2325" y="8"/>
                        <a:pt x="2275" y="1"/>
                        <a:pt x="222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4" name="Google Shape;1884;p13"/>
                <p:cNvSpPr/>
                <p:nvPr/>
              </p:nvSpPr>
              <p:spPr>
                <a:xfrm rot="-9184057" flipH="1">
                  <a:off x="1279704" y="3761050"/>
                  <a:ext cx="9047" cy="6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275" extrusionOk="0">
                      <a:moveTo>
                        <a:pt x="183" y="1"/>
                      </a:moveTo>
                      <a:cubicBezTo>
                        <a:pt x="0" y="1"/>
                        <a:pt x="0" y="274"/>
                        <a:pt x="183" y="274"/>
                      </a:cubicBezTo>
                      <a:cubicBezTo>
                        <a:pt x="395" y="274"/>
                        <a:pt x="395" y="1"/>
                        <a:pt x="18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5" name="Google Shape;1885;p13"/>
                <p:cNvSpPr/>
                <p:nvPr/>
              </p:nvSpPr>
              <p:spPr>
                <a:xfrm rot="-9184057" flipH="1">
                  <a:off x="1158682" y="3696172"/>
                  <a:ext cx="22251" cy="36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581" extrusionOk="0">
                      <a:moveTo>
                        <a:pt x="487" y="0"/>
                      </a:moveTo>
                      <a:cubicBezTo>
                        <a:pt x="244" y="30"/>
                        <a:pt x="0" y="213"/>
                        <a:pt x="31" y="486"/>
                      </a:cubicBezTo>
                      <a:lnTo>
                        <a:pt x="0" y="486"/>
                      </a:lnTo>
                      <a:lnTo>
                        <a:pt x="31" y="1094"/>
                      </a:lnTo>
                      <a:cubicBezTo>
                        <a:pt x="31" y="1337"/>
                        <a:pt x="244" y="1581"/>
                        <a:pt x="487" y="1581"/>
                      </a:cubicBezTo>
                      <a:cubicBezTo>
                        <a:pt x="760" y="1550"/>
                        <a:pt x="943" y="1368"/>
                        <a:pt x="973" y="1094"/>
                      </a:cubicBezTo>
                      <a:lnTo>
                        <a:pt x="973" y="486"/>
                      </a:lnTo>
                      <a:cubicBezTo>
                        <a:pt x="973" y="243"/>
                        <a:pt x="760" y="0"/>
                        <a:pt x="48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6" name="Google Shape;1886;p13"/>
                <p:cNvSpPr/>
                <p:nvPr/>
              </p:nvSpPr>
              <p:spPr>
                <a:xfrm rot="-9184057" flipH="1">
                  <a:off x="1253143" y="3758575"/>
                  <a:ext cx="40299" cy="3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4" h="1369" extrusionOk="0">
                      <a:moveTo>
                        <a:pt x="882" y="1"/>
                      </a:moveTo>
                      <a:cubicBezTo>
                        <a:pt x="0" y="1"/>
                        <a:pt x="0" y="1368"/>
                        <a:pt x="882" y="1368"/>
                      </a:cubicBezTo>
                      <a:cubicBezTo>
                        <a:pt x="1763" y="1368"/>
                        <a:pt x="1763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7" name="Google Shape;1887;p13"/>
                <p:cNvSpPr/>
                <p:nvPr/>
              </p:nvSpPr>
              <p:spPr>
                <a:xfrm rot="-9184057" flipH="1">
                  <a:off x="1152349" y="4034618"/>
                  <a:ext cx="46422" cy="556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2435" extrusionOk="0">
                      <a:moveTo>
                        <a:pt x="665" y="0"/>
                      </a:moveTo>
                      <a:cubicBezTo>
                        <a:pt x="603" y="0"/>
                        <a:pt x="526" y="29"/>
                        <a:pt x="482" y="73"/>
                      </a:cubicBezTo>
                      <a:cubicBezTo>
                        <a:pt x="435" y="143"/>
                        <a:pt x="407" y="195"/>
                        <a:pt x="368" y="256"/>
                      </a:cubicBezTo>
                      <a:lnTo>
                        <a:pt x="368" y="256"/>
                      </a:lnTo>
                      <a:cubicBezTo>
                        <a:pt x="1" y="655"/>
                        <a:pt x="160" y="1341"/>
                        <a:pt x="269" y="1806"/>
                      </a:cubicBezTo>
                      <a:cubicBezTo>
                        <a:pt x="330" y="2079"/>
                        <a:pt x="603" y="2353"/>
                        <a:pt x="877" y="2414"/>
                      </a:cubicBezTo>
                      <a:cubicBezTo>
                        <a:pt x="974" y="2424"/>
                        <a:pt x="1066" y="2435"/>
                        <a:pt x="1156" y="2435"/>
                      </a:cubicBezTo>
                      <a:cubicBezTo>
                        <a:pt x="1319" y="2435"/>
                        <a:pt x="1469" y="2399"/>
                        <a:pt x="1606" y="2262"/>
                      </a:cubicBezTo>
                      <a:lnTo>
                        <a:pt x="1698" y="2201"/>
                      </a:lnTo>
                      <a:cubicBezTo>
                        <a:pt x="1910" y="2018"/>
                        <a:pt x="2032" y="1654"/>
                        <a:pt x="1910" y="1380"/>
                      </a:cubicBezTo>
                      <a:cubicBezTo>
                        <a:pt x="1796" y="1061"/>
                        <a:pt x="1700" y="777"/>
                        <a:pt x="1492" y="539"/>
                      </a:cubicBezTo>
                      <a:lnTo>
                        <a:pt x="1492" y="539"/>
                      </a:lnTo>
                      <a:lnTo>
                        <a:pt x="1515" y="559"/>
                      </a:lnTo>
                      <a:cubicBezTo>
                        <a:pt x="1359" y="326"/>
                        <a:pt x="1181" y="114"/>
                        <a:pt x="924" y="76"/>
                      </a:cubicBezTo>
                      <a:lnTo>
                        <a:pt x="924" y="76"/>
                      </a:lnTo>
                      <a:cubicBezTo>
                        <a:pt x="864" y="50"/>
                        <a:pt x="801" y="31"/>
                        <a:pt x="725" y="12"/>
                      </a:cubicBezTo>
                      <a:cubicBezTo>
                        <a:pt x="709" y="4"/>
                        <a:pt x="688" y="0"/>
                        <a:pt x="6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8" name="Google Shape;1888;p13"/>
                <p:cNvSpPr/>
                <p:nvPr/>
              </p:nvSpPr>
              <p:spPr>
                <a:xfrm rot="-9184057" flipH="1">
                  <a:off x="1315257" y="3919121"/>
                  <a:ext cx="38220" cy="727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" h="3185" extrusionOk="0">
                      <a:moveTo>
                        <a:pt x="836" y="0"/>
                      </a:moveTo>
                      <a:cubicBezTo>
                        <a:pt x="555" y="0"/>
                        <a:pt x="274" y="160"/>
                        <a:pt x="213" y="479"/>
                      </a:cubicBezTo>
                      <a:lnTo>
                        <a:pt x="183" y="479"/>
                      </a:lnTo>
                      <a:cubicBezTo>
                        <a:pt x="152" y="570"/>
                        <a:pt x="91" y="661"/>
                        <a:pt x="61" y="783"/>
                      </a:cubicBezTo>
                      <a:cubicBezTo>
                        <a:pt x="31" y="904"/>
                        <a:pt x="31" y="1026"/>
                        <a:pt x="31" y="1148"/>
                      </a:cubicBezTo>
                      <a:cubicBezTo>
                        <a:pt x="0" y="1360"/>
                        <a:pt x="0" y="1603"/>
                        <a:pt x="0" y="1816"/>
                      </a:cubicBezTo>
                      <a:cubicBezTo>
                        <a:pt x="31" y="2090"/>
                        <a:pt x="152" y="2242"/>
                        <a:pt x="243" y="2485"/>
                      </a:cubicBezTo>
                      <a:cubicBezTo>
                        <a:pt x="335" y="2667"/>
                        <a:pt x="395" y="2850"/>
                        <a:pt x="517" y="3002"/>
                      </a:cubicBezTo>
                      <a:cubicBezTo>
                        <a:pt x="593" y="3123"/>
                        <a:pt x="715" y="3184"/>
                        <a:pt x="836" y="3184"/>
                      </a:cubicBezTo>
                      <a:cubicBezTo>
                        <a:pt x="958" y="3184"/>
                        <a:pt x="1079" y="3123"/>
                        <a:pt x="1155" y="3002"/>
                      </a:cubicBezTo>
                      <a:cubicBezTo>
                        <a:pt x="1277" y="2850"/>
                        <a:pt x="1338" y="2667"/>
                        <a:pt x="1398" y="2485"/>
                      </a:cubicBezTo>
                      <a:cubicBezTo>
                        <a:pt x="1520" y="2242"/>
                        <a:pt x="1611" y="2090"/>
                        <a:pt x="1642" y="1816"/>
                      </a:cubicBezTo>
                      <a:cubicBezTo>
                        <a:pt x="1672" y="1603"/>
                        <a:pt x="1672" y="1360"/>
                        <a:pt x="1642" y="1148"/>
                      </a:cubicBezTo>
                      <a:cubicBezTo>
                        <a:pt x="1642" y="1026"/>
                        <a:pt x="1611" y="904"/>
                        <a:pt x="1611" y="783"/>
                      </a:cubicBezTo>
                      <a:cubicBezTo>
                        <a:pt x="1550" y="692"/>
                        <a:pt x="1520" y="570"/>
                        <a:pt x="1459" y="479"/>
                      </a:cubicBezTo>
                      <a:cubicBezTo>
                        <a:pt x="1398" y="160"/>
                        <a:pt x="1117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9" name="Google Shape;1889;p13"/>
                <p:cNvSpPr/>
                <p:nvPr/>
              </p:nvSpPr>
              <p:spPr>
                <a:xfrm rot="-9184057" flipH="1">
                  <a:off x="1143424" y="3580149"/>
                  <a:ext cx="52795" cy="94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4134" extrusionOk="0">
                      <a:moveTo>
                        <a:pt x="1228" y="0"/>
                      </a:moveTo>
                      <a:cubicBezTo>
                        <a:pt x="1102" y="0"/>
                        <a:pt x="977" y="49"/>
                        <a:pt x="882" y="163"/>
                      </a:cubicBezTo>
                      <a:cubicBezTo>
                        <a:pt x="669" y="436"/>
                        <a:pt x="578" y="740"/>
                        <a:pt x="396" y="1044"/>
                      </a:cubicBezTo>
                      <a:cubicBezTo>
                        <a:pt x="152" y="1531"/>
                        <a:pt x="0" y="1804"/>
                        <a:pt x="92" y="2382"/>
                      </a:cubicBezTo>
                      <a:cubicBezTo>
                        <a:pt x="213" y="3142"/>
                        <a:pt x="730" y="3689"/>
                        <a:pt x="1368" y="4053"/>
                      </a:cubicBezTo>
                      <a:cubicBezTo>
                        <a:pt x="1466" y="4102"/>
                        <a:pt x="1572" y="4134"/>
                        <a:pt x="1678" y="4134"/>
                      </a:cubicBezTo>
                      <a:cubicBezTo>
                        <a:pt x="1770" y="4134"/>
                        <a:pt x="1861" y="4110"/>
                        <a:pt x="1946" y="4053"/>
                      </a:cubicBezTo>
                      <a:cubicBezTo>
                        <a:pt x="2311" y="3810"/>
                        <a:pt x="2219" y="3324"/>
                        <a:pt x="2189" y="2929"/>
                      </a:cubicBezTo>
                      <a:cubicBezTo>
                        <a:pt x="2128" y="2534"/>
                        <a:pt x="2159" y="2138"/>
                        <a:pt x="2067" y="1713"/>
                      </a:cubicBezTo>
                      <a:cubicBezTo>
                        <a:pt x="2007" y="1500"/>
                        <a:pt x="1824" y="1348"/>
                        <a:pt x="1763" y="1135"/>
                      </a:cubicBezTo>
                      <a:cubicBezTo>
                        <a:pt x="1703" y="983"/>
                        <a:pt x="1794" y="710"/>
                        <a:pt x="1794" y="528"/>
                      </a:cubicBezTo>
                      <a:cubicBezTo>
                        <a:pt x="1794" y="235"/>
                        <a:pt x="1507" y="0"/>
                        <a:pt x="122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0" name="Google Shape;1890;p13"/>
                <p:cNvSpPr/>
                <p:nvPr/>
              </p:nvSpPr>
              <p:spPr>
                <a:xfrm rot="-9184057" flipH="1">
                  <a:off x="1350235" y="3816538"/>
                  <a:ext cx="40299" cy="3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4" h="1369" extrusionOk="0">
                      <a:moveTo>
                        <a:pt x="882" y="1"/>
                      </a:moveTo>
                      <a:cubicBezTo>
                        <a:pt x="0" y="1"/>
                        <a:pt x="0" y="1368"/>
                        <a:pt x="882" y="1368"/>
                      </a:cubicBezTo>
                      <a:cubicBezTo>
                        <a:pt x="1763" y="1368"/>
                        <a:pt x="1763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1" name="Google Shape;1891;p13"/>
                <p:cNvSpPr/>
                <p:nvPr/>
              </p:nvSpPr>
              <p:spPr>
                <a:xfrm rot="-9184057" flipH="1">
                  <a:off x="1313791" y="3682747"/>
                  <a:ext cx="41144" cy="61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1" h="2678" extrusionOk="0">
                      <a:moveTo>
                        <a:pt x="607" y="1"/>
                      </a:moveTo>
                      <a:cubicBezTo>
                        <a:pt x="518" y="1"/>
                        <a:pt x="428" y="21"/>
                        <a:pt x="342" y="64"/>
                      </a:cubicBezTo>
                      <a:cubicBezTo>
                        <a:pt x="145" y="204"/>
                        <a:pt x="0" y="474"/>
                        <a:pt x="51" y="706"/>
                      </a:cubicBezTo>
                      <a:lnTo>
                        <a:pt x="51" y="706"/>
                      </a:lnTo>
                      <a:cubicBezTo>
                        <a:pt x="11" y="957"/>
                        <a:pt x="85" y="1124"/>
                        <a:pt x="159" y="1371"/>
                      </a:cubicBezTo>
                      <a:cubicBezTo>
                        <a:pt x="190" y="1553"/>
                        <a:pt x="190" y="1705"/>
                        <a:pt x="190" y="1888"/>
                      </a:cubicBezTo>
                      <a:cubicBezTo>
                        <a:pt x="190" y="2283"/>
                        <a:pt x="433" y="2496"/>
                        <a:pt x="767" y="2648"/>
                      </a:cubicBezTo>
                      <a:cubicBezTo>
                        <a:pt x="797" y="2678"/>
                        <a:pt x="889" y="2678"/>
                        <a:pt x="949" y="2678"/>
                      </a:cubicBezTo>
                      <a:cubicBezTo>
                        <a:pt x="1314" y="2678"/>
                        <a:pt x="1618" y="2404"/>
                        <a:pt x="1709" y="2100"/>
                      </a:cubicBezTo>
                      <a:cubicBezTo>
                        <a:pt x="1801" y="1766"/>
                        <a:pt x="1770" y="1371"/>
                        <a:pt x="1679" y="1006"/>
                      </a:cubicBezTo>
                      <a:cubicBezTo>
                        <a:pt x="1562" y="569"/>
                        <a:pt x="1362" y="215"/>
                        <a:pt x="916" y="80"/>
                      </a:cubicBezTo>
                      <a:lnTo>
                        <a:pt x="916" y="80"/>
                      </a:lnTo>
                      <a:cubicBezTo>
                        <a:pt x="818" y="29"/>
                        <a:pt x="713" y="1"/>
                        <a:pt x="60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2" name="Google Shape;1892;p13"/>
                <p:cNvSpPr/>
                <p:nvPr/>
              </p:nvSpPr>
              <p:spPr>
                <a:xfrm rot="-9184057" flipH="1">
                  <a:off x="1311157" y="3582616"/>
                  <a:ext cx="46422" cy="556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2435" extrusionOk="0">
                      <a:moveTo>
                        <a:pt x="665" y="0"/>
                      </a:moveTo>
                      <a:cubicBezTo>
                        <a:pt x="603" y="0"/>
                        <a:pt x="526" y="29"/>
                        <a:pt x="482" y="73"/>
                      </a:cubicBezTo>
                      <a:cubicBezTo>
                        <a:pt x="435" y="143"/>
                        <a:pt x="407" y="195"/>
                        <a:pt x="368" y="256"/>
                      </a:cubicBezTo>
                      <a:lnTo>
                        <a:pt x="368" y="256"/>
                      </a:lnTo>
                      <a:cubicBezTo>
                        <a:pt x="1" y="655"/>
                        <a:pt x="160" y="1341"/>
                        <a:pt x="269" y="1806"/>
                      </a:cubicBezTo>
                      <a:cubicBezTo>
                        <a:pt x="330" y="2079"/>
                        <a:pt x="603" y="2353"/>
                        <a:pt x="877" y="2414"/>
                      </a:cubicBezTo>
                      <a:cubicBezTo>
                        <a:pt x="974" y="2424"/>
                        <a:pt x="1066" y="2435"/>
                        <a:pt x="1156" y="2435"/>
                      </a:cubicBezTo>
                      <a:cubicBezTo>
                        <a:pt x="1319" y="2435"/>
                        <a:pt x="1469" y="2399"/>
                        <a:pt x="1606" y="2262"/>
                      </a:cubicBezTo>
                      <a:lnTo>
                        <a:pt x="1698" y="2201"/>
                      </a:lnTo>
                      <a:cubicBezTo>
                        <a:pt x="1910" y="2018"/>
                        <a:pt x="2032" y="1654"/>
                        <a:pt x="1910" y="1380"/>
                      </a:cubicBezTo>
                      <a:cubicBezTo>
                        <a:pt x="1796" y="1061"/>
                        <a:pt x="1700" y="777"/>
                        <a:pt x="1492" y="539"/>
                      </a:cubicBezTo>
                      <a:lnTo>
                        <a:pt x="1492" y="539"/>
                      </a:lnTo>
                      <a:lnTo>
                        <a:pt x="1515" y="559"/>
                      </a:lnTo>
                      <a:cubicBezTo>
                        <a:pt x="1359" y="326"/>
                        <a:pt x="1181" y="114"/>
                        <a:pt x="924" y="76"/>
                      </a:cubicBezTo>
                      <a:lnTo>
                        <a:pt x="924" y="76"/>
                      </a:lnTo>
                      <a:cubicBezTo>
                        <a:pt x="864" y="50"/>
                        <a:pt x="801" y="31"/>
                        <a:pt x="725" y="12"/>
                      </a:cubicBezTo>
                      <a:cubicBezTo>
                        <a:pt x="709" y="4"/>
                        <a:pt x="688" y="0"/>
                        <a:pt x="6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3" name="Google Shape;1893;p13"/>
                <p:cNvSpPr/>
                <p:nvPr/>
              </p:nvSpPr>
              <p:spPr>
                <a:xfrm rot="-9184057" flipH="1">
                  <a:off x="1190422" y="3489346"/>
                  <a:ext cx="40299" cy="3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4" h="1369" extrusionOk="0">
                      <a:moveTo>
                        <a:pt x="882" y="1"/>
                      </a:moveTo>
                      <a:cubicBezTo>
                        <a:pt x="0" y="1"/>
                        <a:pt x="0" y="1368"/>
                        <a:pt x="882" y="1368"/>
                      </a:cubicBezTo>
                      <a:cubicBezTo>
                        <a:pt x="1763" y="1368"/>
                        <a:pt x="1763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4" name="Google Shape;1894;p13"/>
                <p:cNvSpPr/>
                <p:nvPr/>
              </p:nvSpPr>
              <p:spPr>
                <a:xfrm rot="-9184057" flipH="1">
                  <a:off x="1171580" y="3353246"/>
                  <a:ext cx="52795" cy="94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4134" extrusionOk="0">
                      <a:moveTo>
                        <a:pt x="1228" y="0"/>
                      </a:moveTo>
                      <a:cubicBezTo>
                        <a:pt x="1102" y="0"/>
                        <a:pt x="977" y="49"/>
                        <a:pt x="882" y="163"/>
                      </a:cubicBezTo>
                      <a:cubicBezTo>
                        <a:pt x="669" y="436"/>
                        <a:pt x="578" y="740"/>
                        <a:pt x="396" y="1044"/>
                      </a:cubicBezTo>
                      <a:cubicBezTo>
                        <a:pt x="152" y="1531"/>
                        <a:pt x="0" y="1804"/>
                        <a:pt x="92" y="2382"/>
                      </a:cubicBezTo>
                      <a:cubicBezTo>
                        <a:pt x="213" y="3142"/>
                        <a:pt x="730" y="3689"/>
                        <a:pt x="1368" y="4053"/>
                      </a:cubicBezTo>
                      <a:cubicBezTo>
                        <a:pt x="1466" y="4102"/>
                        <a:pt x="1572" y="4134"/>
                        <a:pt x="1678" y="4134"/>
                      </a:cubicBezTo>
                      <a:cubicBezTo>
                        <a:pt x="1770" y="4134"/>
                        <a:pt x="1861" y="4110"/>
                        <a:pt x="1946" y="4053"/>
                      </a:cubicBezTo>
                      <a:cubicBezTo>
                        <a:pt x="2311" y="3810"/>
                        <a:pt x="2219" y="3324"/>
                        <a:pt x="2189" y="2929"/>
                      </a:cubicBezTo>
                      <a:cubicBezTo>
                        <a:pt x="2128" y="2534"/>
                        <a:pt x="2159" y="2138"/>
                        <a:pt x="2067" y="1713"/>
                      </a:cubicBezTo>
                      <a:cubicBezTo>
                        <a:pt x="2007" y="1500"/>
                        <a:pt x="1824" y="1348"/>
                        <a:pt x="1763" y="1135"/>
                      </a:cubicBezTo>
                      <a:cubicBezTo>
                        <a:pt x="1703" y="983"/>
                        <a:pt x="1794" y="710"/>
                        <a:pt x="1794" y="528"/>
                      </a:cubicBezTo>
                      <a:cubicBezTo>
                        <a:pt x="1794" y="235"/>
                        <a:pt x="1507" y="0"/>
                        <a:pt x="122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5" name="Google Shape;1895;p13"/>
                <p:cNvSpPr/>
                <p:nvPr/>
              </p:nvSpPr>
              <p:spPr>
                <a:xfrm rot="-9184057" flipH="1">
                  <a:off x="1315257" y="3425809"/>
                  <a:ext cx="38220" cy="727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" h="3185" extrusionOk="0">
                      <a:moveTo>
                        <a:pt x="836" y="0"/>
                      </a:moveTo>
                      <a:cubicBezTo>
                        <a:pt x="555" y="0"/>
                        <a:pt x="274" y="160"/>
                        <a:pt x="213" y="479"/>
                      </a:cubicBezTo>
                      <a:lnTo>
                        <a:pt x="183" y="479"/>
                      </a:lnTo>
                      <a:cubicBezTo>
                        <a:pt x="152" y="570"/>
                        <a:pt x="91" y="661"/>
                        <a:pt x="61" y="783"/>
                      </a:cubicBezTo>
                      <a:cubicBezTo>
                        <a:pt x="31" y="904"/>
                        <a:pt x="31" y="1026"/>
                        <a:pt x="31" y="1148"/>
                      </a:cubicBezTo>
                      <a:cubicBezTo>
                        <a:pt x="0" y="1360"/>
                        <a:pt x="0" y="1603"/>
                        <a:pt x="0" y="1816"/>
                      </a:cubicBezTo>
                      <a:cubicBezTo>
                        <a:pt x="31" y="2090"/>
                        <a:pt x="152" y="2242"/>
                        <a:pt x="243" y="2485"/>
                      </a:cubicBezTo>
                      <a:cubicBezTo>
                        <a:pt x="335" y="2667"/>
                        <a:pt x="395" y="2850"/>
                        <a:pt x="517" y="3002"/>
                      </a:cubicBezTo>
                      <a:cubicBezTo>
                        <a:pt x="593" y="3123"/>
                        <a:pt x="715" y="3184"/>
                        <a:pt x="836" y="3184"/>
                      </a:cubicBezTo>
                      <a:cubicBezTo>
                        <a:pt x="958" y="3184"/>
                        <a:pt x="1079" y="3123"/>
                        <a:pt x="1155" y="3002"/>
                      </a:cubicBezTo>
                      <a:cubicBezTo>
                        <a:pt x="1277" y="2850"/>
                        <a:pt x="1338" y="2667"/>
                        <a:pt x="1398" y="2485"/>
                      </a:cubicBezTo>
                      <a:cubicBezTo>
                        <a:pt x="1520" y="2242"/>
                        <a:pt x="1611" y="2090"/>
                        <a:pt x="1642" y="1816"/>
                      </a:cubicBezTo>
                      <a:cubicBezTo>
                        <a:pt x="1672" y="1603"/>
                        <a:pt x="1672" y="1360"/>
                        <a:pt x="1642" y="1148"/>
                      </a:cubicBezTo>
                      <a:cubicBezTo>
                        <a:pt x="1642" y="1026"/>
                        <a:pt x="1611" y="904"/>
                        <a:pt x="1611" y="783"/>
                      </a:cubicBezTo>
                      <a:cubicBezTo>
                        <a:pt x="1550" y="692"/>
                        <a:pt x="1520" y="570"/>
                        <a:pt x="1459" y="479"/>
                      </a:cubicBezTo>
                      <a:cubicBezTo>
                        <a:pt x="1398" y="160"/>
                        <a:pt x="1117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6" name="Google Shape;1896;p13"/>
                <p:cNvSpPr/>
                <p:nvPr/>
              </p:nvSpPr>
              <p:spPr>
                <a:xfrm rot="-9184057" flipH="1">
                  <a:off x="1461709" y="3691602"/>
                  <a:ext cx="38928" cy="43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" h="1903" extrusionOk="0">
                      <a:moveTo>
                        <a:pt x="1000" y="0"/>
                      </a:moveTo>
                      <a:cubicBezTo>
                        <a:pt x="766" y="0"/>
                        <a:pt x="539" y="119"/>
                        <a:pt x="427" y="321"/>
                      </a:cubicBezTo>
                      <a:cubicBezTo>
                        <a:pt x="305" y="503"/>
                        <a:pt x="214" y="686"/>
                        <a:pt x="123" y="898"/>
                      </a:cubicBezTo>
                      <a:cubicBezTo>
                        <a:pt x="31" y="1081"/>
                        <a:pt x="1" y="1233"/>
                        <a:pt x="62" y="1415"/>
                      </a:cubicBezTo>
                      <a:cubicBezTo>
                        <a:pt x="92" y="1567"/>
                        <a:pt x="214" y="1750"/>
                        <a:pt x="366" y="1810"/>
                      </a:cubicBezTo>
                      <a:cubicBezTo>
                        <a:pt x="469" y="1872"/>
                        <a:pt x="586" y="1903"/>
                        <a:pt x="705" y="1903"/>
                      </a:cubicBezTo>
                      <a:cubicBezTo>
                        <a:pt x="934" y="1903"/>
                        <a:pt x="1168" y="1788"/>
                        <a:pt x="1308" y="1567"/>
                      </a:cubicBezTo>
                      <a:cubicBezTo>
                        <a:pt x="1430" y="1354"/>
                        <a:pt x="1521" y="1081"/>
                        <a:pt x="1642" y="838"/>
                      </a:cubicBezTo>
                      <a:cubicBezTo>
                        <a:pt x="1703" y="686"/>
                        <a:pt x="1642" y="443"/>
                        <a:pt x="1551" y="321"/>
                      </a:cubicBezTo>
                      <a:cubicBezTo>
                        <a:pt x="1490" y="199"/>
                        <a:pt x="1369" y="108"/>
                        <a:pt x="1247" y="47"/>
                      </a:cubicBezTo>
                      <a:cubicBezTo>
                        <a:pt x="1167" y="15"/>
                        <a:pt x="1083" y="0"/>
                        <a:pt x="10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7" name="Google Shape;1897;p13"/>
                <p:cNvSpPr/>
                <p:nvPr/>
              </p:nvSpPr>
              <p:spPr>
                <a:xfrm rot="-9184057" flipH="1">
                  <a:off x="962757" y="3820095"/>
                  <a:ext cx="46422" cy="556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2435" extrusionOk="0">
                      <a:moveTo>
                        <a:pt x="665" y="0"/>
                      </a:moveTo>
                      <a:cubicBezTo>
                        <a:pt x="603" y="0"/>
                        <a:pt x="526" y="29"/>
                        <a:pt x="482" y="73"/>
                      </a:cubicBezTo>
                      <a:cubicBezTo>
                        <a:pt x="435" y="143"/>
                        <a:pt x="407" y="195"/>
                        <a:pt x="368" y="256"/>
                      </a:cubicBezTo>
                      <a:lnTo>
                        <a:pt x="368" y="256"/>
                      </a:lnTo>
                      <a:cubicBezTo>
                        <a:pt x="1" y="655"/>
                        <a:pt x="160" y="1341"/>
                        <a:pt x="269" y="1806"/>
                      </a:cubicBezTo>
                      <a:cubicBezTo>
                        <a:pt x="330" y="2079"/>
                        <a:pt x="603" y="2353"/>
                        <a:pt x="877" y="2414"/>
                      </a:cubicBezTo>
                      <a:cubicBezTo>
                        <a:pt x="974" y="2424"/>
                        <a:pt x="1066" y="2435"/>
                        <a:pt x="1156" y="2435"/>
                      </a:cubicBezTo>
                      <a:cubicBezTo>
                        <a:pt x="1319" y="2435"/>
                        <a:pt x="1469" y="2399"/>
                        <a:pt x="1606" y="2262"/>
                      </a:cubicBezTo>
                      <a:lnTo>
                        <a:pt x="1698" y="2201"/>
                      </a:lnTo>
                      <a:cubicBezTo>
                        <a:pt x="1910" y="2018"/>
                        <a:pt x="2032" y="1654"/>
                        <a:pt x="1910" y="1380"/>
                      </a:cubicBezTo>
                      <a:cubicBezTo>
                        <a:pt x="1796" y="1061"/>
                        <a:pt x="1700" y="777"/>
                        <a:pt x="1492" y="539"/>
                      </a:cubicBezTo>
                      <a:lnTo>
                        <a:pt x="1492" y="539"/>
                      </a:lnTo>
                      <a:lnTo>
                        <a:pt x="1515" y="559"/>
                      </a:lnTo>
                      <a:cubicBezTo>
                        <a:pt x="1359" y="326"/>
                        <a:pt x="1181" y="114"/>
                        <a:pt x="924" y="76"/>
                      </a:cubicBezTo>
                      <a:lnTo>
                        <a:pt x="924" y="76"/>
                      </a:lnTo>
                      <a:cubicBezTo>
                        <a:pt x="864" y="50"/>
                        <a:pt x="801" y="31"/>
                        <a:pt x="725" y="12"/>
                      </a:cubicBezTo>
                      <a:cubicBezTo>
                        <a:pt x="709" y="4"/>
                        <a:pt x="688" y="0"/>
                        <a:pt x="6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98" name="Google Shape;1898;p13"/>
              <p:cNvSpPr/>
              <p:nvPr/>
            </p:nvSpPr>
            <p:spPr>
              <a:xfrm rot="1417552">
                <a:off x="-203999" y="2224199"/>
                <a:ext cx="891356" cy="788667"/>
              </a:xfrm>
              <a:custGeom>
                <a:avLst/>
                <a:gdLst/>
                <a:ahLst/>
                <a:cxnLst/>
                <a:rect l="l" t="t" r="r" b="b"/>
                <a:pathLst>
                  <a:path w="31739" h="42977" extrusionOk="0">
                    <a:moveTo>
                      <a:pt x="2341" y="25"/>
                    </a:moveTo>
                    <a:cubicBezTo>
                      <a:pt x="1031" y="25"/>
                      <a:pt x="1" y="1830"/>
                      <a:pt x="826" y="2949"/>
                    </a:cubicBezTo>
                    <a:cubicBezTo>
                      <a:pt x="1950" y="4469"/>
                      <a:pt x="2771" y="5380"/>
                      <a:pt x="4686" y="6019"/>
                    </a:cubicBezTo>
                    <a:cubicBezTo>
                      <a:pt x="6115" y="6475"/>
                      <a:pt x="7725" y="6687"/>
                      <a:pt x="9245" y="6748"/>
                    </a:cubicBezTo>
                    <a:cubicBezTo>
                      <a:pt x="9368" y="6753"/>
                      <a:pt x="9492" y="6755"/>
                      <a:pt x="9617" y="6755"/>
                    </a:cubicBezTo>
                    <a:cubicBezTo>
                      <a:pt x="11270" y="6755"/>
                      <a:pt x="13089" y="6354"/>
                      <a:pt x="14830" y="6354"/>
                    </a:cubicBezTo>
                    <a:cubicBezTo>
                      <a:pt x="16208" y="6354"/>
                      <a:pt x="17538" y="6606"/>
                      <a:pt x="18698" y="7508"/>
                    </a:cubicBezTo>
                    <a:cubicBezTo>
                      <a:pt x="19701" y="8298"/>
                      <a:pt x="20340" y="9545"/>
                      <a:pt x="21282" y="10426"/>
                    </a:cubicBezTo>
                    <a:cubicBezTo>
                      <a:pt x="22376" y="11429"/>
                      <a:pt x="23835" y="11429"/>
                      <a:pt x="24960" y="12371"/>
                    </a:cubicBezTo>
                    <a:cubicBezTo>
                      <a:pt x="27452" y="14408"/>
                      <a:pt x="27665" y="18359"/>
                      <a:pt x="27726" y="21308"/>
                    </a:cubicBezTo>
                    <a:cubicBezTo>
                      <a:pt x="27817" y="24773"/>
                      <a:pt x="25963" y="27053"/>
                      <a:pt x="24777" y="30092"/>
                    </a:cubicBezTo>
                    <a:cubicBezTo>
                      <a:pt x="24170" y="31673"/>
                      <a:pt x="24078" y="33162"/>
                      <a:pt x="22741" y="34347"/>
                    </a:cubicBezTo>
                    <a:cubicBezTo>
                      <a:pt x="21677" y="35259"/>
                      <a:pt x="20340" y="35989"/>
                      <a:pt x="19063" y="36536"/>
                    </a:cubicBezTo>
                    <a:cubicBezTo>
                      <a:pt x="17665" y="37113"/>
                      <a:pt x="16206" y="37569"/>
                      <a:pt x="14777" y="38086"/>
                    </a:cubicBezTo>
                    <a:cubicBezTo>
                      <a:pt x="13258" y="38633"/>
                      <a:pt x="11616" y="39332"/>
                      <a:pt x="10005" y="39424"/>
                    </a:cubicBezTo>
                    <a:cubicBezTo>
                      <a:pt x="7786" y="39575"/>
                      <a:pt x="5689" y="39940"/>
                      <a:pt x="4382" y="41946"/>
                    </a:cubicBezTo>
                    <a:cubicBezTo>
                      <a:pt x="4060" y="42453"/>
                      <a:pt x="4539" y="42977"/>
                      <a:pt x="5029" y="42977"/>
                    </a:cubicBezTo>
                    <a:cubicBezTo>
                      <a:pt x="5186" y="42977"/>
                      <a:pt x="5343" y="42923"/>
                      <a:pt x="5476" y="42797"/>
                    </a:cubicBezTo>
                    <a:cubicBezTo>
                      <a:pt x="6449" y="41886"/>
                      <a:pt x="7695" y="41673"/>
                      <a:pt x="8941" y="41642"/>
                    </a:cubicBezTo>
                    <a:cubicBezTo>
                      <a:pt x="9108" y="41642"/>
                      <a:pt x="9279" y="41640"/>
                      <a:pt x="9452" y="41640"/>
                    </a:cubicBezTo>
                    <a:cubicBezTo>
                      <a:pt x="9969" y="41640"/>
                      <a:pt x="10499" y="41658"/>
                      <a:pt x="10978" y="41794"/>
                    </a:cubicBezTo>
                    <a:cubicBezTo>
                      <a:pt x="11677" y="41977"/>
                      <a:pt x="12224" y="42341"/>
                      <a:pt x="12923" y="42493"/>
                    </a:cubicBezTo>
                    <a:cubicBezTo>
                      <a:pt x="13928" y="42697"/>
                      <a:pt x="14926" y="42798"/>
                      <a:pt x="15914" y="42798"/>
                    </a:cubicBezTo>
                    <a:cubicBezTo>
                      <a:pt x="17733" y="42798"/>
                      <a:pt x="19518" y="42453"/>
                      <a:pt x="21252" y="41764"/>
                    </a:cubicBezTo>
                    <a:cubicBezTo>
                      <a:pt x="23714" y="40791"/>
                      <a:pt x="26753" y="39424"/>
                      <a:pt x="28182" y="37113"/>
                    </a:cubicBezTo>
                    <a:cubicBezTo>
                      <a:pt x="28881" y="35958"/>
                      <a:pt x="29154" y="34651"/>
                      <a:pt x="29246" y="33344"/>
                    </a:cubicBezTo>
                    <a:cubicBezTo>
                      <a:pt x="29367" y="31794"/>
                      <a:pt x="29641" y="30518"/>
                      <a:pt x="30127" y="29059"/>
                    </a:cubicBezTo>
                    <a:cubicBezTo>
                      <a:pt x="31738" y="24074"/>
                      <a:pt x="31525" y="18481"/>
                      <a:pt x="28486" y="14074"/>
                    </a:cubicBezTo>
                    <a:cubicBezTo>
                      <a:pt x="27209" y="12250"/>
                      <a:pt x="25781" y="11034"/>
                      <a:pt x="23774" y="10031"/>
                    </a:cubicBezTo>
                    <a:cubicBezTo>
                      <a:pt x="21799" y="9058"/>
                      <a:pt x="20005" y="6809"/>
                      <a:pt x="19002" y="4833"/>
                    </a:cubicBezTo>
                    <a:cubicBezTo>
                      <a:pt x="17665" y="2189"/>
                      <a:pt x="14717" y="1277"/>
                      <a:pt x="11890" y="1216"/>
                    </a:cubicBezTo>
                    <a:cubicBezTo>
                      <a:pt x="11668" y="1212"/>
                      <a:pt x="11449" y="1211"/>
                      <a:pt x="11232" y="1211"/>
                    </a:cubicBezTo>
                    <a:cubicBezTo>
                      <a:pt x="10943" y="1211"/>
                      <a:pt x="10657" y="1213"/>
                      <a:pt x="10373" y="1213"/>
                    </a:cubicBezTo>
                    <a:cubicBezTo>
                      <a:pt x="9380" y="1213"/>
                      <a:pt x="8414" y="1186"/>
                      <a:pt x="7422" y="943"/>
                    </a:cubicBezTo>
                    <a:cubicBezTo>
                      <a:pt x="6570" y="730"/>
                      <a:pt x="5780" y="396"/>
                      <a:pt x="4929" y="213"/>
                    </a:cubicBezTo>
                    <a:cubicBezTo>
                      <a:pt x="4108" y="0"/>
                      <a:pt x="3318" y="122"/>
                      <a:pt x="2467" y="31"/>
                    </a:cubicBezTo>
                    <a:cubicBezTo>
                      <a:pt x="2425" y="27"/>
                      <a:pt x="2383" y="25"/>
                      <a:pt x="2341" y="2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9" name="Google Shape;1899;p13"/>
            <p:cNvGrpSpPr/>
            <p:nvPr/>
          </p:nvGrpSpPr>
          <p:grpSpPr>
            <a:xfrm>
              <a:off x="7989450" y="-676972"/>
              <a:ext cx="1760515" cy="6497443"/>
              <a:chOff x="7989450" y="-916470"/>
              <a:chExt cx="1760515" cy="6497443"/>
            </a:xfrm>
          </p:grpSpPr>
          <p:sp>
            <p:nvSpPr>
              <p:cNvPr id="1900" name="Google Shape;1900;p13"/>
              <p:cNvSpPr/>
              <p:nvPr/>
            </p:nvSpPr>
            <p:spPr>
              <a:xfrm rot="-1417558" flipH="1">
                <a:off x="8883212" y="-318868"/>
                <a:ext cx="533584" cy="646399"/>
              </a:xfrm>
              <a:custGeom>
                <a:avLst/>
                <a:gdLst/>
                <a:ahLst/>
                <a:cxnLst/>
                <a:rect l="l" t="t" r="r" b="b"/>
                <a:pathLst>
                  <a:path w="31739" h="42977" extrusionOk="0">
                    <a:moveTo>
                      <a:pt x="2341" y="25"/>
                    </a:moveTo>
                    <a:cubicBezTo>
                      <a:pt x="1031" y="25"/>
                      <a:pt x="1" y="1830"/>
                      <a:pt x="826" y="2949"/>
                    </a:cubicBezTo>
                    <a:cubicBezTo>
                      <a:pt x="1950" y="4469"/>
                      <a:pt x="2771" y="5380"/>
                      <a:pt x="4686" y="6019"/>
                    </a:cubicBezTo>
                    <a:cubicBezTo>
                      <a:pt x="6115" y="6475"/>
                      <a:pt x="7725" y="6687"/>
                      <a:pt x="9245" y="6748"/>
                    </a:cubicBezTo>
                    <a:cubicBezTo>
                      <a:pt x="9368" y="6753"/>
                      <a:pt x="9492" y="6755"/>
                      <a:pt x="9617" y="6755"/>
                    </a:cubicBezTo>
                    <a:cubicBezTo>
                      <a:pt x="11270" y="6755"/>
                      <a:pt x="13089" y="6354"/>
                      <a:pt x="14830" y="6354"/>
                    </a:cubicBezTo>
                    <a:cubicBezTo>
                      <a:pt x="16208" y="6354"/>
                      <a:pt x="17538" y="6606"/>
                      <a:pt x="18698" y="7508"/>
                    </a:cubicBezTo>
                    <a:cubicBezTo>
                      <a:pt x="19701" y="8298"/>
                      <a:pt x="20340" y="9545"/>
                      <a:pt x="21282" y="10426"/>
                    </a:cubicBezTo>
                    <a:cubicBezTo>
                      <a:pt x="22376" y="11429"/>
                      <a:pt x="23835" y="11429"/>
                      <a:pt x="24960" y="12371"/>
                    </a:cubicBezTo>
                    <a:cubicBezTo>
                      <a:pt x="27452" y="14408"/>
                      <a:pt x="27665" y="18359"/>
                      <a:pt x="27726" y="21308"/>
                    </a:cubicBezTo>
                    <a:cubicBezTo>
                      <a:pt x="27817" y="24773"/>
                      <a:pt x="25963" y="27053"/>
                      <a:pt x="24777" y="30092"/>
                    </a:cubicBezTo>
                    <a:cubicBezTo>
                      <a:pt x="24170" y="31673"/>
                      <a:pt x="24078" y="33162"/>
                      <a:pt x="22741" y="34347"/>
                    </a:cubicBezTo>
                    <a:cubicBezTo>
                      <a:pt x="21677" y="35259"/>
                      <a:pt x="20340" y="35989"/>
                      <a:pt x="19063" y="36536"/>
                    </a:cubicBezTo>
                    <a:cubicBezTo>
                      <a:pt x="17665" y="37113"/>
                      <a:pt x="16206" y="37569"/>
                      <a:pt x="14777" y="38086"/>
                    </a:cubicBezTo>
                    <a:cubicBezTo>
                      <a:pt x="13258" y="38633"/>
                      <a:pt x="11616" y="39332"/>
                      <a:pt x="10005" y="39424"/>
                    </a:cubicBezTo>
                    <a:cubicBezTo>
                      <a:pt x="7786" y="39575"/>
                      <a:pt x="5689" y="39940"/>
                      <a:pt x="4382" y="41946"/>
                    </a:cubicBezTo>
                    <a:cubicBezTo>
                      <a:pt x="4060" y="42453"/>
                      <a:pt x="4539" y="42977"/>
                      <a:pt x="5029" y="42977"/>
                    </a:cubicBezTo>
                    <a:cubicBezTo>
                      <a:pt x="5186" y="42977"/>
                      <a:pt x="5343" y="42923"/>
                      <a:pt x="5476" y="42797"/>
                    </a:cubicBezTo>
                    <a:cubicBezTo>
                      <a:pt x="6449" y="41886"/>
                      <a:pt x="7695" y="41673"/>
                      <a:pt x="8941" y="41642"/>
                    </a:cubicBezTo>
                    <a:cubicBezTo>
                      <a:pt x="9108" y="41642"/>
                      <a:pt x="9279" y="41640"/>
                      <a:pt x="9452" y="41640"/>
                    </a:cubicBezTo>
                    <a:cubicBezTo>
                      <a:pt x="9969" y="41640"/>
                      <a:pt x="10499" y="41658"/>
                      <a:pt x="10978" y="41794"/>
                    </a:cubicBezTo>
                    <a:cubicBezTo>
                      <a:pt x="11677" y="41977"/>
                      <a:pt x="12224" y="42341"/>
                      <a:pt x="12923" y="42493"/>
                    </a:cubicBezTo>
                    <a:cubicBezTo>
                      <a:pt x="13928" y="42697"/>
                      <a:pt x="14926" y="42798"/>
                      <a:pt x="15914" y="42798"/>
                    </a:cubicBezTo>
                    <a:cubicBezTo>
                      <a:pt x="17733" y="42798"/>
                      <a:pt x="19518" y="42453"/>
                      <a:pt x="21252" y="41764"/>
                    </a:cubicBezTo>
                    <a:cubicBezTo>
                      <a:pt x="23714" y="40791"/>
                      <a:pt x="26753" y="39424"/>
                      <a:pt x="28182" y="37113"/>
                    </a:cubicBezTo>
                    <a:cubicBezTo>
                      <a:pt x="28881" y="35958"/>
                      <a:pt x="29154" y="34651"/>
                      <a:pt x="29246" y="33344"/>
                    </a:cubicBezTo>
                    <a:cubicBezTo>
                      <a:pt x="29367" y="31794"/>
                      <a:pt x="29641" y="30518"/>
                      <a:pt x="30127" y="29059"/>
                    </a:cubicBezTo>
                    <a:cubicBezTo>
                      <a:pt x="31738" y="24074"/>
                      <a:pt x="31525" y="18481"/>
                      <a:pt x="28486" y="14074"/>
                    </a:cubicBezTo>
                    <a:cubicBezTo>
                      <a:pt x="27209" y="12250"/>
                      <a:pt x="25781" y="11034"/>
                      <a:pt x="23774" y="10031"/>
                    </a:cubicBezTo>
                    <a:cubicBezTo>
                      <a:pt x="21799" y="9058"/>
                      <a:pt x="20005" y="6809"/>
                      <a:pt x="19002" y="4833"/>
                    </a:cubicBezTo>
                    <a:cubicBezTo>
                      <a:pt x="17665" y="2189"/>
                      <a:pt x="14717" y="1277"/>
                      <a:pt x="11890" y="1216"/>
                    </a:cubicBezTo>
                    <a:cubicBezTo>
                      <a:pt x="11668" y="1212"/>
                      <a:pt x="11449" y="1211"/>
                      <a:pt x="11232" y="1211"/>
                    </a:cubicBezTo>
                    <a:cubicBezTo>
                      <a:pt x="10943" y="1211"/>
                      <a:pt x="10657" y="1213"/>
                      <a:pt x="10373" y="1213"/>
                    </a:cubicBezTo>
                    <a:cubicBezTo>
                      <a:pt x="9380" y="1213"/>
                      <a:pt x="8414" y="1186"/>
                      <a:pt x="7422" y="943"/>
                    </a:cubicBezTo>
                    <a:cubicBezTo>
                      <a:pt x="6570" y="730"/>
                      <a:pt x="5780" y="396"/>
                      <a:pt x="4929" y="213"/>
                    </a:cubicBezTo>
                    <a:cubicBezTo>
                      <a:pt x="4108" y="0"/>
                      <a:pt x="3318" y="122"/>
                      <a:pt x="2467" y="31"/>
                    </a:cubicBezTo>
                    <a:cubicBezTo>
                      <a:pt x="2425" y="27"/>
                      <a:pt x="2383" y="25"/>
                      <a:pt x="2341" y="2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13"/>
              <p:cNvSpPr/>
              <p:nvPr/>
            </p:nvSpPr>
            <p:spPr>
              <a:xfrm flipH="1">
                <a:off x="7989450" y="3706750"/>
                <a:ext cx="1479235" cy="1874223"/>
              </a:xfrm>
              <a:custGeom>
                <a:avLst/>
                <a:gdLst/>
                <a:ahLst/>
                <a:cxnLst/>
                <a:rect l="l" t="t" r="r" b="b"/>
                <a:pathLst>
                  <a:path w="72556" h="91930" extrusionOk="0">
                    <a:moveTo>
                      <a:pt x="8404" y="0"/>
                    </a:moveTo>
                    <a:cubicBezTo>
                      <a:pt x="5829" y="0"/>
                      <a:pt x="4478" y="4262"/>
                      <a:pt x="4074" y="7018"/>
                    </a:cubicBezTo>
                    <a:cubicBezTo>
                      <a:pt x="3132" y="13614"/>
                      <a:pt x="2159" y="20210"/>
                      <a:pt x="1460" y="26836"/>
                    </a:cubicBezTo>
                    <a:cubicBezTo>
                      <a:pt x="396" y="37201"/>
                      <a:pt x="1" y="47627"/>
                      <a:pt x="305" y="58052"/>
                    </a:cubicBezTo>
                    <a:cubicBezTo>
                      <a:pt x="578" y="67566"/>
                      <a:pt x="1855" y="78022"/>
                      <a:pt x="8785" y="84557"/>
                    </a:cubicBezTo>
                    <a:cubicBezTo>
                      <a:pt x="14621" y="90059"/>
                      <a:pt x="23132" y="91487"/>
                      <a:pt x="31157" y="91822"/>
                    </a:cubicBezTo>
                    <a:cubicBezTo>
                      <a:pt x="32812" y="91894"/>
                      <a:pt x="34469" y="91930"/>
                      <a:pt x="36126" y="91930"/>
                    </a:cubicBezTo>
                    <a:cubicBezTo>
                      <a:pt x="42105" y="91930"/>
                      <a:pt x="48088" y="91469"/>
                      <a:pt x="54014" y="90636"/>
                    </a:cubicBezTo>
                    <a:cubicBezTo>
                      <a:pt x="60245" y="89724"/>
                      <a:pt x="66993" y="88053"/>
                      <a:pt x="70762" y="83007"/>
                    </a:cubicBezTo>
                    <a:cubicBezTo>
                      <a:pt x="71735" y="81700"/>
                      <a:pt x="72495" y="80180"/>
                      <a:pt x="72525" y="78539"/>
                    </a:cubicBezTo>
                    <a:cubicBezTo>
                      <a:pt x="72555" y="76958"/>
                      <a:pt x="71917" y="75438"/>
                      <a:pt x="71309" y="73949"/>
                    </a:cubicBezTo>
                    <a:cubicBezTo>
                      <a:pt x="70884" y="72946"/>
                      <a:pt x="70397" y="71882"/>
                      <a:pt x="69516" y="71244"/>
                    </a:cubicBezTo>
                    <a:cubicBezTo>
                      <a:pt x="68817" y="70727"/>
                      <a:pt x="67935" y="70545"/>
                      <a:pt x="67115" y="70241"/>
                    </a:cubicBezTo>
                    <a:cubicBezTo>
                      <a:pt x="63072" y="68630"/>
                      <a:pt x="61370" y="63949"/>
                      <a:pt x="58330" y="60879"/>
                    </a:cubicBezTo>
                    <a:cubicBezTo>
                      <a:pt x="56111" y="58599"/>
                      <a:pt x="52859" y="56806"/>
                      <a:pt x="52434" y="53675"/>
                    </a:cubicBezTo>
                    <a:cubicBezTo>
                      <a:pt x="52130" y="51608"/>
                      <a:pt x="53224" y="49602"/>
                      <a:pt x="53528" y="47566"/>
                    </a:cubicBezTo>
                    <a:cubicBezTo>
                      <a:pt x="53790" y="45587"/>
                      <a:pt x="52687" y="43052"/>
                      <a:pt x="50779" y="43052"/>
                    </a:cubicBezTo>
                    <a:cubicBezTo>
                      <a:pt x="50694" y="43052"/>
                      <a:pt x="50607" y="43057"/>
                      <a:pt x="50519" y="43067"/>
                    </a:cubicBezTo>
                    <a:cubicBezTo>
                      <a:pt x="49516" y="43189"/>
                      <a:pt x="48695" y="43979"/>
                      <a:pt x="47692" y="44070"/>
                    </a:cubicBezTo>
                    <a:cubicBezTo>
                      <a:pt x="47623" y="44076"/>
                      <a:pt x="47555" y="44079"/>
                      <a:pt x="47489" y="44079"/>
                    </a:cubicBezTo>
                    <a:cubicBezTo>
                      <a:pt x="45562" y="44079"/>
                      <a:pt x="44648" y="41579"/>
                      <a:pt x="43649" y="39845"/>
                    </a:cubicBezTo>
                    <a:cubicBezTo>
                      <a:pt x="41643" y="36380"/>
                      <a:pt x="37388" y="34708"/>
                      <a:pt x="35382" y="31274"/>
                    </a:cubicBezTo>
                    <a:cubicBezTo>
                      <a:pt x="33254" y="27687"/>
                      <a:pt x="34075" y="23219"/>
                      <a:pt x="34500" y="19085"/>
                    </a:cubicBezTo>
                    <a:cubicBezTo>
                      <a:pt x="34713" y="17109"/>
                      <a:pt x="34774" y="14982"/>
                      <a:pt x="33831" y="13249"/>
                    </a:cubicBezTo>
                    <a:cubicBezTo>
                      <a:pt x="31886" y="9662"/>
                      <a:pt x="27023" y="9389"/>
                      <a:pt x="23071" y="8477"/>
                    </a:cubicBezTo>
                    <a:cubicBezTo>
                      <a:pt x="17934" y="7322"/>
                      <a:pt x="14682" y="4465"/>
                      <a:pt x="10852" y="1121"/>
                    </a:cubicBezTo>
                    <a:cubicBezTo>
                      <a:pt x="9937" y="332"/>
                      <a:pt x="9123" y="0"/>
                      <a:pt x="84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13"/>
              <p:cNvSpPr/>
              <p:nvPr/>
            </p:nvSpPr>
            <p:spPr>
              <a:xfrm flipH="1">
                <a:off x="8282341" y="4343651"/>
                <a:ext cx="1016317" cy="972688"/>
              </a:xfrm>
              <a:custGeom>
                <a:avLst/>
                <a:gdLst/>
                <a:ahLst/>
                <a:cxnLst/>
                <a:rect l="l" t="t" r="r" b="b"/>
                <a:pathLst>
                  <a:path w="49850" h="47710" extrusionOk="0">
                    <a:moveTo>
                      <a:pt x="5062" y="1"/>
                    </a:moveTo>
                    <a:cubicBezTo>
                      <a:pt x="5006" y="1"/>
                      <a:pt x="4951" y="1"/>
                      <a:pt x="4894" y="1"/>
                    </a:cubicBezTo>
                    <a:cubicBezTo>
                      <a:pt x="92" y="1"/>
                      <a:pt x="1733" y="3527"/>
                      <a:pt x="1976" y="7509"/>
                    </a:cubicBezTo>
                    <a:cubicBezTo>
                      <a:pt x="2250" y="12281"/>
                      <a:pt x="2554" y="17114"/>
                      <a:pt x="1976" y="21856"/>
                    </a:cubicBezTo>
                    <a:cubicBezTo>
                      <a:pt x="1399" y="26598"/>
                      <a:pt x="1" y="31552"/>
                      <a:pt x="1703" y="36020"/>
                    </a:cubicBezTo>
                    <a:cubicBezTo>
                      <a:pt x="3800" y="41613"/>
                      <a:pt x="9940" y="44470"/>
                      <a:pt x="15746" y="45929"/>
                    </a:cubicBezTo>
                    <a:cubicBezTo>
                      <a:pt x="20540" y="47111"/>
                      <a:pt x="25471" y="47710"/>
                      <a:pt x="30404" y="47710"/>
                    </a:cubicBezTo>
                    <a:cubicBezTo>
                      <a:pt x="34478" y="47710"/>
                      <a:pt x="38554" y="47301"/>
                      <a:pt x="42555" y="46476"/>
                    </a:cubicBezTo>
                    <a:cubicBezTo>
                      <a:pt x="45260" y="45929"/>
                      <a:pt x="48330" y="44835"/>
                      <a:pt x="49272" y="42221"/>
                    </a:cubicBezTo>
                    <a:cubicBezTo>
                      <a:pt x="49850" y="40610"/>
                      <a:pt x="49424" y="38817"/>
                      <a:pt x="48938" y="37145"/>
                    </a:cubicBezTo>
                    <a:cubicBezTo>
                      <a:pt x="48178" y="34409"/>
                      <a:pt x="47266" y="31643"/>
                      <a:pt x="45594" y="29333"/>
                    </a:cubicBezTo>
                    <a:cubicBezTo>
                      <a:pt x="43923" y="27054"/>
                      <a:pt x="41369" y="25230"/>
                      <a:pt x="38512" y="25108"/>
                    </a:cubicBezTo>
                    <a:cubicBezTo>
                      <a:pt x="37752" y="25078"/>
                      <a:pt x="36901" y="25139"/>
                      <a:pt x="36263" y="24713"/>
                    </a:cubicBezTo>
                    <a:cubicBezTo>
                      <a:pt x="35229" y="24044"/>
                      <a:pt x="35260" y="22555"/>
                      <a:pt x="34834" y="21400"/>
                    </a:cubicBezTo>
                    <a:cubicBezTo>
                      <a:pt x="34105" y="19455"/>
                      <a:pt x="32007" y="18360"/>
                      <a:pt x="29941" y="17996"/>
                    </a:cubicBezTo>
                    <a:cubicBezTo>
                      <a:pt x="27904" y="17631"/>
                      <a:pt x="25776" y="17783"/>
                      <a:pt x="23740" y="17418"/>
                    </a:cubicBezTo>
                    <a:cubicBezTo>
                      <a:pt x="19484" y="16628"/>
                      <a:pt x="15746" y="13345"/>
                      <a:pt x="14469" y="9181"/>
                    </a:cubicBezTo>
                    <a:cubicBezTo>
                      <a:pt x="13831" y="7084"/>
                      <a:pt x="13740" y="4774"/>
                      <a:pt x="12524" y="3011"/>
                    </a:cubicBezTo>
                    <a:cubicBezTo>
                      <a:pt x="10344" y="831"/>
                      <a:pt x="8135" y="1"/>
                      <a:pt x="50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13"/>
              <p:cNvSpPr/>
              <p:nvPr/>
            </p:nvSpPr>
            <p:spPr>
              <a:xfrm flipH="1">
                <a:off x="8803673" y="4162500"/>
                <a:ext cx="377000" cy="370975"/>
              </a:xfrm>
              <a:custGeom>
                <a:avLst/>
                <a:gdLst/>
                <a:ahLst/>
                <a:cxnLst/>
                <a:rect l="l" t="t" r="r" b="b"/>
                <a:pathLst>
                  <a:path w="15080" h="14839" extrusionOk="0">
                    <a:moveTo>
                      <a:pt x="6698" y="0"/>
                    </a:moveTo>
                    <a:cubicBezTo>
                      <a:pt x="4340" y="0"/>
                      <a:pt x="1761" y="579"/>
                      <a:pt x="31" y="609"/>
                    </a:cubicBezTo>
                    <a:cubicBezTo>
                      <a:pt x="0" y="609"/>
                      <a:pt x="0" y="639"/>
                      <a:pt x="31" y="639"/>
                    </a:cubicBezTo>
                    <a:lnTo>
                      <a:pt x="0" y="639"/>
                    </a:lnTo>
                    <a:cubicBezTo>
                      <a:pt x="2493" y="639"/>
                      <a:pt x="5168" y="2220"/>
                      <a:pt x="7356" y="3284"/>
                    </a:cubicBezTo>
                    <a:cubicBezTo>
                      <a:pt x="8177" y="3679"/>
                      <a:pt x="8511" y="3709"/>
                      <a:pt x="8785" y="4560"/>
                    </a:cubicBezTo>
                    <a:cubicBezTo>
                      <a:pt x="9058" y="5442"/>
                      <a:pt x="9210" y="6293"/>
                      <a:pt x="9423" y="7174"/>
                    </a:cubicBezTo>
                    <a:cubicBezTo>
                      <a:pt x="9758" y="8573"/>
                      <a:pt x="10244" y="9819"/>
                      <a:pt x="11429" y="10670"/>
                    </a:cubicBezTo>
                    <a:cubicBezTo>
                      <a:pt x="11976" y="11035"/>
                      <a:pt x="12128" y="11004"/>
                      <a:pt x="12645" y="11551"/>
                    </a:cubicBezTo>
                    <a:cubicBezTo>
                      <a:pt x="13405" y="12311"/>
                      <a:pt x="13162" y="12311"/>
                      <a:pt x="13375" y="13193"/>
                    </a:cubicBezTo>
                    <a:cubicBezTo>
                      <a:pt x="13527" y="13770"/>
                      <a:pt x="13770" y="14226"/>
                      <a:pt x="14165" y="14682"/>
                    </a:cubicBezTo>
                    <a:cubicBezTo>
                      <a:pt x="14261" y="14793"/>
                      <a:pt x="14369" y="14839"/>
                      <a:pt x="14473" y="14839"/>
                    </a:cubicBezTo>
                    <a:cubicBezTo>
                      <a:pt x="14798" y="14839"/>
                      <a:pt x="15079" y="14389"/>
                      <a:pt x="14803" y="14044"/>
                    </a:cubicBezTo>
                    <a:cubicBezTo>
                      <a:pt x="14043" y="13041"/>
                      <a:pt x="14074" y="11673"/>
                      <a:pt x="13557" y="10548"/>
                    </a:cubicBezTo>
                    <a:cubicBezTo>
                      <a:pt x="13283" y="9940"/>
                      <a:pt x="12797" y="9515"/>
                      <a:pt x="12463" y="8937"/>
                    </a:cubicBezTo>
                    <a:cubicBezTo>
                      <a:pt x="11460" y="7174"/>
                      <a:pt x="12706" y="5047"/>
                      <a:pt x="12128" y="3132"/>
                    </a:cubicBezTo>
                    <a:cubicBezTo>
                      <a:pt x="11354" y="624"/>
                      <a:pt x="9145" y="0"/>
                      <a:pt x="66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13"/>
              <p:cNvSpPr/>
              <p:nvPr/>
            </p:nvSpPr>
            <p:spPr>
              <a:xfrm flipH="1">
                <a:off x="8146968" y="4613656"/>
                <a:ext cx="598638" cy="534336"/>
              </a:xfrm>
              <a:custGeom>
                <a:avLst/>
                <a:gdLst/>
                <a:ahLst/>
                <a:cxnLst/>
                <a:rect l="l" t="t" r="r" b="b"/>
                <a:pathLst>
                  <a:path w="29363" h="26209" extrusionOk="0">
                    <a:moveTo>
                      <a:pt x="9676" y="1"/>
                    </a:moveTo>
                    <a:cubicBezTo>
                      <a:pt x="9064" y="1"/>
                      <a:pt x="8443" y="95"/>
                      <a:pt x="7843" y="275"/>
                    </a:cubicBezTo>
                    <a:cubicBezTo>
                      <a:pt x="5472" y="1005"/>
                      <a:pt x="2767" y="1066"/>
                      <a:pt x="274" y="1309"/>
                    </a:cubicBezTo>
                    <a:cubicBezTo>
                      <a:pt x="31" y="1339"/>
                      <a:pt x="1" y="1704"/>
                      <a:pt x="274" y="1734"/>
                    </a:cubicBezTo>
                    <a:cubicBezTo>
                      <a:pt x="720" y="1745"/>
                      <a:pt x="1180" y="1747"/>
                      <a:pt x="1650" y="1747"/>
                    </a:cubicBezTo>
                    <a:cubicBezTo>
                      <a:pt x="1807" y="1747"/>
                      <a:pt x="1966" y="1746"/>
                      <a:pt x="2125" y="1746"/>
                    </a:cubicBezTo>
                    <a:cubicBezTo>
                      <a:pt x="5473" y="1746"/>
                      <a:pt x="9172" y="1814"/>
                      <a:pt x="11217" y="4804"/>
                    </a:cubicBezTo>
                    <a:cubicBezTo>
                      <a:pt x="11976" y="5929"/>
                      <a:pt x="12372" y="7540"/>
                      <a:pt x="13435" y="8391"/>
                    </a:cubicBezTo>
                    <a:cubicBezTo>
                      <a:pt x="13894" y="8760"/>
                      <a:pt x="14398" y="8861"/>
                      <a:pt x="14921" y="8861"/>
                    </a:cubicBezTo>
                    <a:cubicBezTo>
                      <a:pt x="15552" y="8861"/>
                      <a:pt x="16211" y="8714"/>
                      <a:pt x="16850" y="8714"/>
                    </a:cubicBezTo>
                    <a:cubicBezTo>
                      <a:pt x="17297" y="8714"/>
                      <a:pt x="17735" y="8786"/>
                      <a:pt x="18147" y="9029"/>
                    </a:cubicBezTo>
                    <a:cubicBezTo>
                      <a:pt x="18967" y="9485"/>
                      <a:pt x="19636" y="10397"/>
                      <a:pt x="20274" y="11096"/>
                    </a:cubicBezTo>
                    <a:cubicBezTo>
                      <a:pt x="21034" y="11887"/>
                      <a:pt x="22129" y="12798"/>
                      <a:pt x="22615" y="13801"/>
                    </a:cubicBezTo>
                    <a:cubicBezTo>
                      <a:pt x="23344" y="15260"/>
                      <a:pt x="22159" y="16628"/>
                      <a:pt x="23375" y="18118"/>
                    </a:cubicBezTo>
                    <a:cubicBezTo>
                      <a:pt x="23892" y="18756"/>
                      <a:pt x="24530" y="19121"/>
                      <a:pt x="24803" y="19972"/>
                    </a:cubicBezTo>
                    <a:cubicBezTo>
                      <a:pt x="25016" y="20701"/>
                      <a:pt x="24986" y="21552"/>
                      <a:pt x="24986" y="22312"/>
                    </a:cubicBezTo>
                    <a:cubicBezTo>
                      <a:pt x="24955" y="23680"/>
                      <a:pt x="24591" y="24865"/>
                      <a:pt x="25594" y="25990"/>
                    </a:cubicBezTo>
                    <a:cubicBezTo>
                      <a:pt x="25705" y="26124"/>
                      <a:pt x="25914" y="26208"/>
                      <a:pt x="26101" y="26208"/>
                    </a:cubicBezTo>
                    <a:cubicBezTo>
                      <a:pt x="26170" y="26208"/>
                      <a:pt x="26236" y="26197"/>
                      <a:pt x="26293" y="26172"/>
                    </a:cubicBezTo>
                    <a:cubicBezTo>
                      <a:pt x="29363" y="25109"/>
                      <a:pt x="28968" y="19698"/>
                      <a:pt x="27539" y="17479"/>
                    </a:cubicBezTo>
                    <a:cubicBezTo>
                      <a:pt x="27053" y="16689"/>
                      <a:pt x="26354" y="16172"/>
                      <a:pt x="25624" y="15595"/>
                    </a:cubicBezTo>
                    <a:cubicBezTo>
                      <a:pt x="24925" y="15017"/>
                      <a:pt x="24743" y="14409"/>
                      <a:pt x="24165" y="13710"/>
                    </a:cubicBezTo>
                    <a:cubicBezTo>
                      <a:pt x="23496" y="12890"/>
                      <a:pt x="22524" y="12282"/>
                      <a:pt x="21733" y="11552"/>
                    </a:cubicBezTo>
                    <a:cubicBezTo>
                      <a:pt x="20943" y="10823"/>
                      <a:pt x="20183" y="9941"/>
                      <a:pt x="19332" y="9272"/>
                    </a:cubicBezTo>
                    <a:cubicBezTo>
                      <a:pt x="18815" y="8877"/>
                      <a:pt x="18390" y="8725"/>
                      <a:pt x="17812" y="8513"/>
                    </a:cubicBezTo>
                    <a:cubicBezTo>
                      <a:pt x="17235" y="8300"/>
                      <a:pt x="16171" y="8239"/>
                      <a:pt x="15685" y="7783"/>
                    </a:cubicBezTo>
                    <a:cubicBezTo>
                      <a:pt x="15350" y="7449"/>
                      <a:pt x="15229" y="6628"/>
                      <a:pt x="15168" y="6233"/>
                    </a:cubicBezTo>
                    <a:cubicBezTo>
                      <a:pt x="14864" y="4288"/>
                      <a:pt x="14651" y="2677"/>
                      <a:pt x="13071" y="1248"/>
                    </a:cubicBezTo>
                    <a:cubicBezTo>
                      <a:pt x="12133" y="392"/>
                      <a:pt x="10922" y="1"/>
                      <a:pt x="96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13"/>
              <p:cNvSpPr/>
              <p:nvPr/>
            </p:nvSpPr>
            <p:spPr>
              <a:xfrm flipH="1">
                <a:off x="8320794" y="3952241"/>
                <a:ext cx="250980" cy="387401"/>
              </a:xfrm>
              <a:custGeom>
                <a:avLst/>
                <a:gdLst/>
                <a:ahLst/>
                <a:cxnLst/>
                <a:rect l="l" t="t" r="r" b="b"/>
                <a:pathLst>
                  <a:path w="11217" h="17314" extrusionOk="0">
                    <a:moveTo>
                      <a:pt x="3682" y="0"/>
                    </a:moveTo>
                    <a:cubicBezTo>
                      <a:pt x="3334" y="0"/>
                      <a:pt x="2991" y="82"/>
                      <a:pt x="2676" y="272"/>
                    </a:cubicBezTo>
                    <a:cubicBezTo>
                      <a:pt x="1825" y="758"/>
                      <a:pt x="1521" y="1822"/>
                      <a:pt x="1308" y="2795"/>
                    </a:cubicBezTo>
                    <a:cubicBezTo>
                      <a:pt x="913" y="4436"/>
                      <a:pt x="518" y="6077"/>
                      <a:pt x="153" y="7749"/>
                    </a:cubicBezTo>
                    <a:cubicBezTo>
                      <a:pt x="62" y="8083"/>
                      <a:pt x="1" y="8418"/>
                      <a:pt x="31" y="8752"/>
                    </a:cubicBezTo>
                    <a:lnTo>
                      <a:pt x="31" y="8722"/>
                    </a:lnTo>
                    <a:cubicBezTo>
                      <a:pt x="244" y="10211"/>
                      <a:pt x="2281" y="11001"/>
                      <a:pt x="2858" y="12430"/>
                    </a:cubicBezTo>
                    <a:cubicBezTo>
                      <a:pt x="3284" y="13524"/>
                      <a:pt x="2828" y="14831"/>
                      <a:pt x="3436" y="15834"/>
                    </a:cubicBezTo>
                    <a:cubicBezTo>
                      <a:pt x="4073" y="16893"/>
                      <a:pt x="4918" y="17314"/>
                      <a:pt x="5808" y="17314"/>
                    </a:cubicBezTo>
                    <a:cubicBezTo>
                      <a:pt x="7803" y="17314"/>
                      <a:pt x="10020" y="15199"/>
                      <a:pt x="10609" y="13433"/>
                    </a:cubicBezTo>
                    <a:cubicBezTo>
                      <a:pt x="11217" y="11640"/>
                      <a:pt x="11126" y="9694"/>
                      <a:pt x="10943" y="7810"/>
                    </a:cubicBezTo>
                    <a:cubicBezTo>
                      <a:pt x="10852" y="6685"/>
                      <a:pt x="10700" y="5469"/>
                      <a:pt x="9910" y="4679"/>
                    </a:cubicBezTo>
                    <a:cubicBezTo>
                      <a:pt x="9484" y="4284"/>
                      <a:pt x="8968" y="4010"/>
                      <a:pt x="8481" y="3676"/>
                    </a:cubicBezTo>
                    <a:cubicBezTo>
                      <a:pt x="7509" y="2977"/>
                      <a:pt x="6870" y="1883"/>
                      <a:pt x="5989" y="1062"/>
                    </a:cubicBezTo>
                    <a:cubicBezTo>
                      <a:pt x="5369" y="463"/>
                      <a:pt x="4508" y="0"/>
                      <a:pt x="368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13"/>
              <p:cNvSpPr/>
              <p:nvPr/>
            </p:nvSpPr>
            <p:spPr>
              <a:xfrm rot="124910">
                <a:off x="8890656" y="1332795"/>
                <a:ext cx="738175" cy="932422"/>
              </a:xfrm>
              <a:custGeom>
                <a:avLst/>
                <a:gdLst/>
                <a:ahLst/>
                <a:cxnLst/>
                <a:rect l="l" t="t" r="r" b="b"/>
                <a:pathLst>
                  <a:path w="52069" h="96014" extrusionOk="0">
                    <a:moveTo>
                      <a:pt x="12303" y="1"/>
                    </a:moveTo>
                    <a:cubicBezTo>
                      <a:pt x="11636" y="1"/>
                      <a:pt x="11013" y="72"/>
                      <a:pt x="10457" y="237"/>
                    </a:cubicBezTo>
                    <a:cubicBezTo>
                      <a:pt x="6414" y="1453"/>
                      <a:pt x="5685" y="7137"/>
                      <a:pt x="4834" y="10663"/>
                    </a:cubicBezTo>
                    <a:cubicBezTo>
                      <a:pt x="2341" y="20845"/>
                      <a:pt x="1825" y="31362"/>
                      <a:pt x="1338" y="41818"/>
                    </a:cubicBezTo>
                    <a:cubicBezTo>
                      <a:pt x="578" y="57715"/>
                      <a:pt x="1" y="73977"/>
                      <a:pt x="4651" y="89205"/>
                    </a:cubicBezTo>
                    <a:cubicBezTo>
                      <a:pt x="4986" y="90299"/>
                      <a:pt x="5350" y="91424"/>
                      <a:pt x="6171" y="92244"/>
                    </a:cubicBezTo>
                    <a:cubicBezTo>
                      <a:pt x="7113" y="93217"/>
                      <a:pt x="8542" y="93582"/>
                      <a:pt x="9879" y="93886"/>
                    </a:cubicBezTo>
                    <a:cubicBezTo>
                      <a:pt x="16214" y="95305"/>
                      <a:pt x="22719" y="96014"/>
                      <a:pt x="29222" y="96014"/>
                    </a:cubicBezTo>
                    <a:cubicBezTo>
                      <a:pt x="32611" y="96014"/>
                      <a:pt x="36000" y="95821"/>
                      <a:pt x="39363" y="95436"/>
                    </a:cubicBezTo>
                    <a:cubicBezTo>
                      <a:pt x="43588" y="94980"/>
                      <a:pt x="48269" y="93825"/>
                      <a:pt x="50397" y="90178"/>
                    </a:cubicBezTo>
                    <a:cubicBezTo>
                      <a:pt x="52069" y="87351"/>
                      <a:pt x="51674" y="83825"/>
                      <a:pt x="51248" y="80603"/>
                    </a:cubicBezTo>
                    <a:cubicBezTo>
                      <a:pt x="50336" y="73794"/>
                      <a:pt x="49394" y="66834"/>
                      <a:pt x="46263" y="60755"/>
                    </a:cubicBezTo>
                    <a:cubicBezTo>
                      <a:pt x="44379" y="57077"/>
                      <a:pt x="41673" y="53581"/>
                      <a:pt x="41521" y="49478"/>
                    </a:cubicBezTo>
                    <a:cubicBezTo>
                      <a:pt x="41369" y="44554"/>
                      <a:pt x="44895" y="40298"/>
                      <a:pt x="45959" y="35496"/>
                    </a:cubicBezTo>
                    <a:cubicBezTo>
                      <a:pt x="46871" y="31332"/>
                      <a:pt x="45838" y="27016"/>
                      <a:pt x="44683" y="22943"/>
                    </a:cubicBezTo>
                    <a:cubicBezTo>
                      <a:pt x="43831" y="19994"/>
                      <a:pt x="42616" y="16711"/>
                      <a:pt x="39789" y="15496"/>
                    </a:cubicBezTo>
                    <a:cubicBezTo>
                      <a:pt x="38269" y="14857"/>
                      <a:pt x="36536" y="14888"/>
                      <a:pt x="35047" y="14189"/>
                    </a:cubicBezTo>
                    <a:cubicBezTo>
                      <a:pt x="31187" y="12304"/>
                      <a:pt x="31096" y="6347"/>
                      <a:pt x="27479" y="4006"/>
                    </a:cubicBezTo>
                    <a:cubicBezTo>
                      <a:pt x="26384" y="3337"/>
                      <a:pt x="25138" y="3033"/>
                      <a:pt x="23892" y="2760"/>
                    </a:cubicBezTo>
                    <a:cubicBezTo>
                      <a:pt x="20913" y="2118"/>
                      <a:pt x="15938" y="1"/>
                      <a:pt x="123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13"/>
              <p:cNvSpPr/>
              <p:nvPr/>
            </p:nvSpPr>
            <p:spPr>
              <a:xfrm rot="-1417552" flipH="1">
                <a:off x="8273623" y="1990797"/>
                <a:ext cx="891356" cy="1206908"/>
              </a:xfrm>
              <a:custGeom>
                <a:avLst/>
                <a:gdLst/>
                <a:ahLst/>
                <a:cxnLst/>
                <a:rect l="l" t="t" r="r" b="b"/>
                <a:pathLst>
                  <a:path w="31739" h="42977" extrusionOk="0">
                    <a:moveTo>
                      <a:pt x="2341" y="25"/>
                    </a:moveTo>
                    <a:cubicBezTo>
                      <a:pt x="1031" y="25"/>
                      <a:pt x="1" y="1830"/>
                      <a:pt x="826" y="2949"/>
                    </a:cubicBezTo>
                    <a:cubicBezTo>
                      <a:pt x="1950" y="4469"/>
                      <a:pt x="2771" y="5380"/>
                      <a:pt x="4686" y="6019"/>
                    </a:cubicBezTo>
                    <a:cubicBezTo>
                      <a:pt x="6115" y="6475"/>
                      <a:pt x="7725" y="6687"/>
                      <a:pt x="9245" y="6748"/>
                    </a:cubicBezTo>
                    <a:cubicBezTo>
                      <a:pt x="9368" y="6753"/>
                      <a:pt x="9492" y="6755"/>
                      <a:pt x="9617" y="6755"/>
                    </a:cubicBezTo>
                    <a:cubicBezTo>
                      <a:pt x="11270" y="6755"/>
                      <a:pt x="13089" y="6354"/>
                      <a:pt x="14830" y="6354"/>
                    </a:cubicBezTo>
                    <a:cubicBezTo>
                      <a:pt x="16208" y="6354"/>
                      <a:pt x="17538" y="6606"/>
                      <a:pt x="18698" y="7508"/>
                    </a:cubicBezTo>
                    <a:cubicBezTo>
                      <a:pt x="19701" y="8298"/>
                      <a:pt x="20340" y="9545"/>
                      <a:pt x="21282" y="10426"/>
                    </a:cubicBezTo>
                    <a:cubicBezTo>
                      <a:pt x="22376" y="11429"/>
                      <a:pt x="23835" y="11429"/>
                      <a:pt x="24960" y="12371"/>
                    </a:cubicBezTo>
                    <a:cubicBezTo>
                      <a:pt x="27452" y="14408"/>
                      <a:pt x="27665" y="18359"/>
                      <a:pt x="27726" y="21308"/>
                    </a:cubicBezTo>
                    <a:cubicBezTo>
                      <a:pt x="27817" y="24773"/>
                      <a:pt x="25963" y="27053"/>
                      <a:pt x="24777" y="30092"/>
                    </a:cubicBezTo>
                    <a:cubicBezTo>
                      <a:pt x="24170" y="31673"/>
                      <a:pt x="24078" y="33162"/>
                      <a:pt x="22741" y="34347"/>
                    </a:cubicBezTo>
                    <a:cubicBezTo>
                      <a:pt x="21677" y="35259"/>
                      <a:pt x="20340" y="35989"/>
                      <a:pt x="19063" y="36536"/>
                    </a:cubicBezTo>
                    <a:cubicBezTo>
                      <a:pt x="17665" y="37113"/>
                      <a:pt x="16206" y="37569"/>
                      <a:pt x="14777" y="38086"/>
                    </a:cubicBezTo>
                    <a:cubicBezTo>
                      <a:pt x="13258" y="38633"/>
                      <a:pt x="11616" y="39332"/>
                      <a:pt x="10005" y="39424"/>
                    </a:cubicBezTo>
                    <a:cubicBezTo>
                      <a:pt x="7786" y="39575"/>
                      <a:pt x="5689" y="39940"/>
                      <a:pt x="4382" y="41946"/>
                    </a:cubicBezTo>
                    <a:cubicBezTo>
                      <a:pt x="4060" y="42453"/>
                      <a:pt x="4539" y="42977"/>
                      <a:pt x="5029" y="42977"/>
                    </a:cubicBezTo>
                    <a:cubicBezTo>
                      <a:pt x="5186" y="42977"/>
                      <a:pt x="5343" y="42923"/>
                      <a:pt x="5476" y="42797"/>
                    </a:cubicBezTo>
                    <a:cubicBezTo>
                      <a:pt x="6449" y="41886"/>
                      <a:pt x="7695" y="41673"/>
                      <a:pt x="8941" y="41642"/>
                    </a:cubicBezTo>
                    <a:cubicBezTo>
                      <a:pt x="9108" y="41642"/>
                      <a:pt x="9279" y="41640"/>
                      <a:pt x="9452" y="41640"/>
                    </a:cubicBezTo>
                    <a:cubicBezTo>
                      <a:pt x="9969" y="41640"/>
                      <a:pt x="10499" y="41658"/>
                      <a:pt x="10978" y="41794"/>
                    </a:cubicBezTo>
                    <a:cubicBezTo>
                      <a:pt x="11677" y="41977"/>
                      <a:pt x="12224" y="42341"/>
                      <a:pt x="12923" y="42493"/>
                    </a:cubicBezTo>
                    <a:cubicBezTo>
                      <a:pt x="13928" y="42697"/>
                      <a:pt x="14926" y="42798"/>
                      <a:pt x="15914" y="42798"/>
                    </a:cubicBezTo>
                    <a:cubicBezTo>
                      <a:pt x="17733" y="42798"/>
                      <a:pt x="19518" y="42453"/>
                      <a:pt x="21252" y="41764"/>
                    </a:cubicBezTo>
                    <a:cubicBezTo>
                      <a:pt x="23714" y="40791"/>
                      <a:pt x="26753" y="39424"/>
                      <a:pt x="28182" y="37113"/>
                    </a:cubicBezTo>
                    <a:cubicBezTo>
                      <a:pt x="28881" y="35958"/>
                      <a:pt x="29154" y="34651"/>
                      <a:pt x="29246" y="33344"/>
                    </a:cubicBezTo>
                    <a:cubicBezTo>
                      <a:pt x="29367" y="31794"/>
                      <a:pt x="29641" y="30518"/>
                      <a:pt x="30127" y="29059"/>
                    </a:cubicBezTo>
                    <a:cubicBezTo>
                      <a:pt x="31738" y="24074"/>
                      <a:pt x="31525" y="18481"/>
                      <a:pt x="28486" y="14074"/>
                    </a:cubicBezTo>
                    <a:cubicBezTo>
                      <a:pt x="27209" y="12250"/>
                      <a:pt x="25781" y="11034"/>
                      <a:pt x="23774" y="10031"/>
                    </a:cubicBezTo>
                    <a:cubicBezTo>
                      <a:pt x="21799" y="9058"/>
                      <a:pt x="20005" y="6809"/>
                      <a:pt x="19002" y="4833"/>
                    </a:cubicBezTo>
                    <a:cubicBezTo>
                      <a:pt x="17665" y="2189"/>
                      <a:pt x="14717" y="1277"/>
                      <a:pt x="11890" y="1216"/>
                    </a:cubicBezTo>
                    <a:cubicBezTo>
                      <a:pt x="11668" y="1212"/>
                      <a:pt x="11449" y="1211"/>
                      <a:pt x="11232" y="1211"/>
                    </a:cubicBezTo>
                    <a:cubicBezTo>
                      <a:pt x="10943" y="1211"/>
                      <a:pt x="10657" y="1213"/>
                      <a:pt x="10373" y="1213"/>
                    </a:cubicBezTo>
                    <a:cubicBezTo>
                      <a:pt x="9380" y="1213"/>
                      <a:pt x="8414" y="1186"/>
                      <a:pt x="7422" y="943"/>
                    </a:cubicBezTo>
                    <a:cubicBezTo>
                      <a:pt x="6570" y="730"/>
                      <a:pt x="5780" y="396"/>
                      <a:pt x="4929" y="213"/>
                    </a:cubicBezTo>
                    <a:cubicBezTo>
                      <a:pt x="4108" y="0"/>
                      <a:pt x="3318" y="122"/>
                      <a:pt x="2467" y="31"/>
                    </a:cubicBezTo>
                    <a:cubicBezTo>
                      <a:pt x="2425" y="27"/>
                      <a:pt x="2383" y="25"/>
                      <a:pt x="2341" y="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13"/>
              <p:cNvSpPr/>
              <p:nvPr/>
            </p:nvSpPr>
            <p:spPr>
              <a:xfrm rot="3629353">
                <a:off x="8697525" y="621729"/>
                <a:ext cx="857528" cy="947846"/>
              </a:xfrm>
              <a:custGeom>
                <a:avLst/>
                <a:gdLst/>
                <a:ahLst/>
                <a:cxnLst/>
                <a:rect l="l" t="t" r="r" b="b"/>
                <a:pathLst>
                  <a:path w="37539" h="41491" extrusionOk="0">
                    <a:moveTo>
                      <a:pt x="25521" y="0"/>
                    </a:moveTo>
                    <a:cubicBezTo>
                      <a:pt x="20655" y="0"/>
                      <a:pt x="16565" y="3657"/>
                      <a:pt x="12158" y="5875"/>
                    </a:cubicBezTo>
                    <a:cubicBezTo>
                      <a:pt x="10608" y="6665"/>
                      <a:pt x="8876" y="7395"/>
                      <a:pt x="7933" y="8854"/>
                    </a:cubicBezTo>
                    <a:cubicBezTo>
                      <a:pt x="7204" y="10039"/>
                      <a:pt x="7113" y="11498"/>
                      <a:pt x="7022" y="12866"/>
                    </a:cubicBezTo>
                    <a:cubicBezTo>
                      <a:pt x="6870" y="16209"/>
                      <a:pt x="6687" y="19553"/>
                      <a:pt x="6505" y="22927"/>
                    </a:cubicBezTo>
                    <a:cubicBezTo>
                      <a:pt x="6444" y="24447"/>
                      <a:pt x="6292" y="26088"/>
                      <a:pt x="5259" y="27213"/>
                    </a:cubicBezTo>
                    <a:cubicBezTo>
                      <a:pt x="4499" y="28003"/>
                      <a:pt x="3374" y="28398"/>
                      <a:pt x="2736" y="29280"/>
                    </a:cubicBezTo>
                    <a:cubicBezTo>
                      <a:pt x="0" y="33049"/>
                      <a:pt x="8997" y="38581"/>
                      <a:pt x="11794" y="40070"/>
                    </a:cubicBezTo>
                    <a:cubicBezTo>
                      <a:pt x="13632" y="41042"/>
                      <a:pt x="15805" y="41491"/>
                      <a:pt x="18028" y="41491"/>
                    </a:cubicBezTo>
                    <a:cubicBezTo>
                      <a:pt x="21575" y="41491"/>
                      <a:pt x="25250" y="40348"/>
                      <a:pt x="27903" y="38368"/>
                    </a:cubicBezTo>
                    <a:cubicBezTo>
                      <a:pt x="31125" y="35997"/>
                      <a:pt x="32554" y="31985"/>
                      <a:pt x="33861" y="28216"/>
                    </a:cubicBezTo>
                    <a:cubicBezTo>
                      <a:pt x="35685" y="22805"/>
                      <a:pt x="37539" y="17152"/>
                      <a:pt x="36749" y="11498"/>
                    </a:cubicBezTo>
                    <a:cubicBezTo>
                      <a:pt x="35958" y="5845"/>
                      <a:pt x="31642" y="252"/>
                      <a:pt x="25928" y="9"/>
                    </a:cubicBezTo>
                    <a:cubicBezTo>
                      <a:pt x="25791" y="3"/>
                      <a:pt x="25656" y="0"/>
                      <a:pt x="255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09" name="Google Shape;1909;p13"/>
              <p:cNvGrpSpPr/>
              <p:nvPr/>
            </p:nvGrpSpPr>
            <p:grpSpPr>
              <a:xfrm flipH="1">
                <a:off x="8075978" y="-916470"/>
                <a:ext cx="895346" cy="1752031"/>
                <a:chOff x="691611" y="-941945"/>
                <a:chExt cx="895346" cy="1752031"/>
              </a:xfrm>
            </p:grpSpPr>
            <p:sp>
              <p:nvSpPr>
                <p:cNvPr id="1910" name="Google Shape;1910;p13"/>
                <p:cNvSpPr/>
                <p:nvPr/>
              </p:nvSpPr>
              <p:spPr>
                <a:xfrm rot="5400000" flipH="1">
                  <a:off x="1064773" y="-767051"/>
                  <a:ext cx="34215" cy="2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579" extrusionOk="0">
                      <a:moveTo>
                        <a:pt x="395" y="1"/>
                      </a:moveTo>
                      <a:cubicBezTo>
                        <a:pt x="0" y="1"/>
                        <a:pt x="0" y="578"/>
                        <a:pt x="395" y="578"/>
                      </a:cubicBezTo>
                      <a:cubicBezTo>
                        <a:pt x="760" y="578"/>
                        <a:pt x="760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1" name="Google Shape;1911;p13"/>
                <p:cNvSpPr/>
                <p:nvPr/>
              </p:nvSpPr>
              <p:spPr>
                <a:xfrm rot="5400000" flipH="1">
                  <a:off x="890924" y="-630644"/>
                  <a:ext cx="73824" cy="716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" h="1594" extrusionOk="0">
                      <a:moveTo>
                        <a:pt x="669" y="1"/>
                      </a:moveTo>
                      <a:cubicBezTo>
                        <a:pt x="517" y="1"/>
                        <a:pt x="335" y="62"/>
                        <a:pt x="213" y="183"/>
                      </a:cubicBezTo>
                      <a:cubicBezTo>
                        <a:pt x="92" y="305"/>
                        <a:pt x="0" y="487"/>
                        <a:pt x="31" y="639"/>
                      </a:cubicBezTo>
                      <a:lnTo>
                        <a:pt x="61" y="822"/>
                      </a:lnTo>
                      <a:cubicBezTo>
                        <a:pt x="92" y="943"/>
                        <a:pt x="122" y="1034"/>
                        <a:pt x="213" y="1125"/>
                      </a:cubicBezTo>
                      <a:cubicBezTo>
                        <a:pt x="277" y="1190"/>
                        <a:pt x="357" y="1239"/>
                        <a:pt x="441" y="1273"/>
                      </a:cubicBezTo>
                      <a:lnTo>
                        <a:pt x="441" y="1273"/>
                      </a:lnTo>
                      <a:cubicBezTo>
                        <a:pt x="474" y="1295"/>
                        <a:pt x="495" y="1317"/>
                        <a:pt x="517" y="1338"/>
                      </a:cubicBezTo>
                      <a:cubicBezTo>
                        <a:pt x="568" y="1372"/>
                        <a:pt x="619" y="1397"/>
                        <a:pt x="670" y="1417"/>
                      </a:cubicBezTo>
                      <a:lnTo>
                        <a:pt x="670" y="1417"/>
                      </a:lnTo>
                      <a:cubicBezTo>
                        <a:pt x="720" y="1449"/>
                        <a:pt x="771" y="1495"/>
                        <a:pt x="821" y="1521"/>
                      </a:cubicBezTo>
                      <a:cubicBezTo>
                        <a:pt x="894" y="1569"/>
                        <a:pt x="986" y="1594"/>
                        <a:pt x="1081" y="1594"/>
                      </a:cubicBezTo>
                      <a:cubicBezTo>
                        <a:pt x="1222" y="1594"/>
                        <a:pt x="1368" y="1539"/>
                        <a:pt x="1459" y="1429"/>
                      </a:cubicBezTo>
                      <a:cubicBezTo>
                        <a:pt x="1520" y="1369"/>
                        <a:pt x="1581" y="1277"/>
                        <a:pt x="1611" y="1217"/>
                      </a:cubicBezTo>
                      <a:cubicBezTo>
                        <a:pt x="1642" y="1095"/>
                        <a:pt x="1611" y="882"/>
                        <a:pt x="1551" y="791"/>
                      </a:cubicBezTo>
                      <a:cubicBezTo>
                        <a:pt x="1525" y="741"/>
                        <a:pt x="1479" y="690"/>
                        <a:pt x="1447" y="640"/>
                      </a:cubicBezTo>
                      <a:lnTo>
                        <a:pt x="1447" y="640"/>
                      </a:lnTo>
                      <a:cubicBezTo>
                        <a:pt x="1427" y="589"/>
                        <a:pt x="1402" y="538"/>
                        <a:pt x="1368" y="487"/>
                      </a:cubicBezTo>
                      <a:cubicBezTo>
                        <a:pt x="1346" y="465"/>
                        <a:pt x="1325" y="444"/>
                        <a:pt x="1303" y="411"/>
                      </a:cubicBezTo>
                      <a:lnTo>
                        <a:pt x="1303" y="411"/>
                      </a:lnTo>
                      <a:cubicBezTo>
                        <a:pt x="1269" y="327"/>
                        <a:pt x="1220" y="248"/>
                        <a:pt x="1155" y="183"/>
                      </a:cubicBezTo>
                      <a:cubicBezTo>
                        <a:pt x="1003" y="62"/>
                        <a:pt x="882" y="1"/>
                        <a:pt x="66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2" name="Google Shape;1912;p13"/>
                <p:cNvSpPr/>
                <p:nvPr/>
              </p:nvSpPr>
              <p:spPr>
                <a:xfrm rot="5400000" flipH="1">
                  <a:off x="1139314" y="-490342"/>
                  <a:ext cx="69733" cy="49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" h="1098" extrusionOk="0">
                      <a:moveTo>
                        <a:pt x="654" y="0"/>
                      </a:moveTo>
                      <a:cubicBezTo>
                        <a:pt x="553" y="0"/>
                        <a:pt x="459" y="26"/>
                        <a:pt x="365" y="64"/>
                      </a:cubicBezTo>
                      <a:cubicBezTo>
                        <a:pt x="1" y="246"/>
                        <a:pt x="1" y="854"/>
                        <a:pt x="365" y="1006"/>
                      </a:cubicBezTo>
                      <a:cubicBezTo>
                        <a:pt x="473" y="1049"/>
                        <a:pt x="580" y="1092"/>
                        <a:pt x="698" y="1092"/>
                      </a:cubicBezTo>
                      <a:cubicBezTo>
                        <a:pt x="709" y="1092"/>
                        <a:pt x="720" y="1091"/>
                        <a:pt x="731" y="1091"/>
                      </a:cubicBezTo>
                      <a:lnTo>
                        <a:pt x="731" y="1091"/>
                      </a:lnTo>
                      <a:lnTo>
                        <a:pt x="700" y="1097"/>
                      </a:lnTo>
                      <a:lnTo>
                        <a:pt x="700" y="1097"/>
                      </a:lnTo>
                      <a:lnTo>
                        <a:pt x="737" y="1090"/>
                      </a:lnTo>
                      <a:lnTo>
                        <a:pt x="737" y="1090"/>
                      </a:lnTo>
                      <a:cubicBezTo>
                        <a:pt x="767" y="1088"/>
                        <a:pt x="798" y="1082"/>
                        <a:pt x="830" y="1073"/>
                      </a:cubicBezTo>
                      <a:lnTo>
                        <a:pt x="830" y="1073"/>
                      </a:lnTo>
                      <a:lnTo>
                        <a:pt x="1034" y="1036"/>
                      </a:lnTo>
                      <a:cubicBezTo>
                        <a:pt x="1186" y="1036"/>
                        <a:pt x="1308" y="1006"/>
                        <a:pt x="1399" y="915"/>
                      </a:cubicBezTo>
                      <a:cubicBezTo>
                        <a:pt x="1490" y="823"/>
                        <a:pt x="1551" y="671"/>
                        <a:pt x="1551" y="550"/>
                      </a:cubicBezTo>
                      <a:cubicBezTo>
                        <a:pt x="1551" y="428"/>
                        <a:pt x="1490" y="276"/>
                        <a:pt x="1399" y="185"/>
                      </a:cubicBezTo>
                      <a:cubicBezTo>
                        <a:pt x="1308" y="94"/>
                        <a:pt x="1186" y="64"/>
                        <a:pt x="1034" y="33"/>
                      </a:cubicBezTo>
                      <a:lnTo>
                        <a:pt x="742" y="7"/>
                      </a:lnTo>
                      <a:lnTo>
                        <a:pt x="742" y="7"/>
                      </a:lnTo>
                      <a:cubicBezTo>
                        <a:pt x="712" y="2"/>
                        <a:pt x="683" y="0"/>
                        <a:pt x="65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3" name="Google Shape;1913;p13"/>
                <p:cNvSpPr/>
                <p:nvPr/>
              </p:nvSpPr>
              <p:spPr>
                <a:xfrm rot="5400000" flipH="1">
                  <a:off x="1019648" y="-460892"/>
                  <a:ext cx="51974" cy="41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" h="913" extrusionOk="0">
                      <a:moveTo>
                        <a:pt x="578" y="0"/>
                      </a:moveTo>
                      <a:cubicBezTo>
                        <a:pt x="1" y="0"/>
                        <a:pt x="1" y="912"/>
                        <a:pt x="578" y="912"/>
                      </a:cubicBezTo>
                      <a:cubicBezTo>
                        <a:pt x="1156" y="912"/>
                        <a:pt x="1156" y="0"/>
                        <a:pt x="57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4" name="Google Shape;1914;p13"/>
                <p:cNvSpPr/>
                <p:nvPr/>
              </p:nvSpPr>
              <p:spPr>
                <a:xfrm rot="5400000" flipH="1">
                  <a:off x="879570" y="-329293"/>
                  <a:ext cx="73824" cy="56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" h="1259" extrusionOk="0">
                      <a:moveTo>
                        <a:pt x="851" y="37"/>
                      </a:moveTo>
                      <a:cubicBezTo>
                        <a:pt x="865" y="37"/>
                        <a:pt x="879" y="38"/>
                        <a:pt x="892" y="41"/>
                      </a:cubicBezTo>
                      <a:lnTo>
                        <a:pt x="892" y="41"/>
                      </a:lnTo>
                      <a:lnTo>
                        <a:pt x="882" y="37"/>
                      </a:lnTo>
                      <a:close/>
                      <a:moveTo>
                        <a:pt x="926" y="1204"/>
                      </a:moveTo>
                      <a:lnTo>
                        <a:pt x="882" y="1222"/>
                      </a:lnTo>
                      <a:lnTo>
                        <a:pt x="730" y="1222"/>
                      </a:lnTo>
                      <a:lnTo>
                        <a:pt x="926" y="1204"/>
                      </a:lnTo>
                      <a:close/>
                      <a:moveTo>
                        <a:pt x="577" y="0"/>
                      </a:moveTo>
                      <a:cubicBezTo>
                        <a:pt x="440" y="0"/>
                        <a:pt x="292" y="83"/>
                        <a:pt x="213" y="189"/>
                      </a:cubicBezTo>
                      <a:cubicBezTo>
                        <a:pt x="91" y="280"/>
                        <a:pt x="0" y="462"/>
                        <a:pt x="0" y="645"/>
                      </a:cubicBezTo>
                      <a:cubicBezTo>
                        <a:pt x="31" y="797"/>
                        <a:pt x="61" y="979"/>
                        <a:pt x="213" y="1070"/>
                      </a:cubicBezTo>
                      <a:cubicBezTo>
                        <a:pt x="319" y="1176"/>
                        <a:pt x="447" y="1258"/>
                        <a:pt x="579" y="1258"/>
                      </a:cubicBezTo>
                      <a:cubicBezTo>
                        <a:pt x="599" y="1258"/>
                        <a:pt x="619" y="1257"/>
                        <a:pt x="639" y="1253"/>
                      </a:cubicBezTo>
                      <a:lnTo>
                        <a:pt x="851" y="1253"/>
                      </a:lnTo>
                      <a:cubicBezTo>
                        <a:pt x="885" y="1236"/>
                        <a:pt x="919" y="1219"/>
                        <a:pt x="953" y="1202"/>
                      </a:cubicBezTo>
                      <a:lnTo>
                        <a:pt x="953" y="1202"/>
                      </a:lnTo>
                      <a:lnTo>
                        <a:pt x="1064" y="1192"/>
                      </a:lnTo>
                      <a:cubicBezTo>
                        <a:pt x="1216" y="1192"/>
                        <a:pt x="1338" y="1161"/>
                        <a:pt x="1459" y="1040"/>
                      </a:cubicBezTo>
                      <a:cubicBezTo>
                        <a:pt x="1581" y="949"/>
                        <a:pt x="1642" y="766"/>
                        <a:pt x="1642" y="614"/>
                      </a:cubicBezTo>
                      <a:cubicBezTo>
                        <a:pt x="1642" y="493"/>
                        <a:pt x="1581" y="310"/>
                        <a:pt x="1459" y="219"/>
                      </a:cubicBezTo>
                      <a:cubicBezTo>
                        <a:pt x="1338" y="98"/>
                        <a:pt x="1216" y="67"/>
                        <a:pt x="1064" y="37"/>
                      </a:cubicBezTo>
                      <a:lnTo>
                        <a:pt x="1064" y="67"/>
                      </a:lnTo>
                      <a:lnTo>
                        <a:pt x="944" y="56"/>
                      </a:lnTo>
                      <a:lnTo>
                        <a:pt x="944" y="56"/>
                      </a:lnTo>
                      <a:cubicBezTo>
                        <a:pt x="927" y="50"/>
                        <a:pt x="910" y="44"/>
                        <a:pt x="892" y="41"/>
                      </a:cubicBezTo>
                      <a:lnTo>
                        <a:pt x="892" y="41"/>
                      </a:lnTo>
                      <a:lnTo>
                        <a:pt x="926" y="55"/>
                      </a:lnTo>
                      <a:lnTo>
                        <a:pt x="926" y="55"/>
                      </a:lnTo>
                      <a:lnTo>
                        <a:pt x="730" y="37"/>
                      </a:lnTo>
                      <a:lnTo>
                        <a:pt x="851" y="37"/>
                      </a:lnTo>
                      <a:cubicBezTo>
                        <a:pt x="791" y="6"/>
                        <a:pt x="730" y="6"/>
                        <a:pt x="639" y="6"/>
                      </a:cubicBezTo>
                      <a:cubicBezTo>
                        <a:pt x="619" y="2"/>
                        <a:pt x="598" y="0"/>
                        <a:pt x="57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5" name="Google Shape;1915;p13"/>
                <p:cNvSpPr/>
                <p:nvPr/>
              </p:nvSpPr>
              <p:spPr>
                <a:xfrm rot="5400000" flipH="1">
                  <a:off x="1083887" y="-216286"/>
                  <a:ext cx="50625" cy="6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1490" extrusionOk="0">
                      <a:moveTo>
                        <a:pt x="548" y="0"/>
                      </a:moveTo>
                      <a:cubicBezTo>
                        <a:pt x="244" y="0"/>
                        <a:pt x="31" y="243"/>
                        <a:pt x="0" y="547"/>
                      </a:cubicBezTo>
                      <a:cubicBezTo>
                        <a:pt x="0" y="699"/>
                        <a:pt x="0" y="821"/>
                        <a:pt x="31" y="942"/>
                      </a:cubicBezTo>
                      <a:cubicBezTo>
                        <a:pt x="31" y="1094"/>
                        <a:pt x="61" y="1216"/>
                        <a:pt x="183" y="1307"/>
                      </a:cubicBezTo>
                      <a:cubicBezTo>
                        <a:pt x="274" y="1429"/>
                        <a:pt x="426" y="1489"/>
                        <a:pt x="548" y="1489"/>
                      </a:cubicBezTo>
                      <a:cubicBezTo>
                        <a:pt x="882" y="1459"/>
                        <a:pt x="1064" y="1246"/>
                        <a:pt x="1095" y="942"/>
                      </a:cubicBezTo>
                      <a:cubicBezTo>
                        <a:pt x="1095" y="821"/>
                        <a:pt x="1125" y="669"/>
                        <a:pt x="1125" y="547"/>
                      </a:cubicBezTo>
                      <a:cubicBezTo>
                        <a:pt x="1095" y="395"/>
                        <a:pt x="1064" y="274"/>
                        <a:pt x="943" y="152"/>
                      </a:cubicBezTo>
                      <a:cubicBezTo>
                        <a:pt x="851" y="61"/>
                        <a:pt x="700" y="0"/>
                        <a:pt x="54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6" name="Google Shape;1916;p13"/>
                <p:cNvSpPr/>
                <p:nvPr/>
              </p:nvSpPr>
              <p:spPr>
                <a:xfrm rot="5400000" flipH="1">
                  <a:off x="989584" y="-307867"/>
                  <a:ext cx="36957" cy="28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40" extrusionOk="0">
                      <a:moveTo>
                        <a:pt x="396" y="1"/>
                      </a:moveTo>
                      <a:cubicBezTo>
                        <a:pt x="0" y="1"/>
                        <a:pt x="0" y="639"/>
                        <a:pt x="396" y="639"/>
                      </a:cubicBezTo>
                      <a:cubicBezTo>
                        <a:pt x="821" y="639"/>
                        <a:pt x="821" y="1"/>
                        <a:pt x="3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7" name="Google Shape;1917;p13"/>
                <p:cNvSpPr/>
                <p:nvPr/>
              </p:nvSpPr>
              <p:spPr>
                <a:xfrm rot="5400000" flipH="1">
                  <a:off x="1198741" y="-336554"/>
                  <a:ext cx="62899" cy="492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095" extrusionOk="0">
                      <a:moveTo>
                        <a:pt x="699" y="1"/>
                      </a:moveTo>
                      <a:cubicBezTo>
                        <a:pt x="0" y="1"/>
                        <a:pt x="0" y="1095"/>
                        <a:pt x="699" y="1095"/>
                      </a:cubicBezTo>
                      <a:cubicBezTo>
                        <a:pt x="1398" y="1095"/>
                        <a:pt x="1398" y="1"/>
                        <a:pt x="69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8" name="Google Shape;1918;p13"/>
                <p:cNvSpPr/>
                <p:nvPr/>
              </p:nvSpPr>
              <p:spPr>
                <a:xfrm rot="5400000" flipH="1">
                  <a:off x="880422" y="-142662"/>
                  <a:ext cx="53368" cy="67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498" extrusionOk="0">
                      <a:moveTo>
                        <a:pt x="593" y="1"/>
                      </a:moveTo>
                      <a:cubicBezTo>
                        <a:pt x="457" y="1"/>
                        <a:pt x="320" y="54"/>
                        <a:pt x="213" y="161"/>
                      </a:cubicBezTo>
                      <a:lnTo>
                        <a:pt x="183" y="161"/>
                      </a:lnTo>
                      <a:cubicBezTo>
                        <a:pt x="31" y="313"/>
                        <a:pt x="1" y="525"/>
                        <a:pt x="31" y="738"/>
                      </a:cubicBezTo>
                      <a:lnTo>
                        <a:pt x="31" y="616"/>
                      </a:lnTo>
                      <a:lnTo>
                        <a:pt x="61" y="951"/>
                      </a:lnTo>
                      <a:cubicBezTo>
                        <a:pt x="61" y="1103"/>
                        <a:pt x="122" y="1224"/>
                        <a:pt x="213" y="1346"/>
                      </a:cubicBezTo>
                      <a:cubicBezTo>
                        <a:pt x="305" y="1437"/>
                        <a:pt x="457" y="1498"/>
                        <a:pt x="609" y="1498"/>
                      </a:cubicBezTo>
                      <a:cubicBezTo>
                        <a:pt x="730" y="1498"/>
                        <a:pt x="882" y="1437"/>
                        <a:pt x="973" y="1346"/>
                      </a:cubicBezTo>
                      <a:cubicBezTo>
                        <a:pt x="1065" y="1224"/>
                        <a:pt x="1125" y="1103"/>
                        <a:pt x="1125" y="951"/>
                      </a:cubicBezTo>
                      <a:lnTo>
                        <a:pt x="1144" y="750"/>
                      </a:lnTo>
                      <a:lnTo>
                        <a:pt x="1144" y="750"/>
                      </a:lnTo>
                      <a:lnTo>
                        <a:pt x="1156" y="738"/>
                      </a:lnTo>
                      <a:cubicBezTo>
                        <a:pt x="1186" y="556"/>
                        <a:pt x="1156" y="313"/>
                        <a:pt x="1004" y="161"/>
                      </a:cubicBezTo>
                      <a:lnTo>
                        <a:pt x="973" y="161"/>
                      </a:lnTo>
                      <a:cubicBezTo>
                        <a:pt x="867" y="54"/>
                        <a:pt x="730" y="1"/>
                        <a:pt x="59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9" name="Google Shape;1919;p13"/>
                <p:cNvSpPr/>
                <p:nvPr/>
              </p:nvSpPr>
              <p:spPr>
                <a:xfrm rot="5400000" flipH="1">
                  <a:off x="840600" y="-419910"/>
                  <a:ext cx="41048" cy="32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" h="731" extrusionOk="0">
                      <a:moveTo>
                        <a:pt x="457" y="1"/>
                      </a:moveTo>
                      <a:cubicBezTo>
                        <a:pt x="1" y="1"/>
                        <a:pt x="1" y="730"/>
                        <a:pt x="457" y="730"/>
                      </a:cubicBezTo>
                      <a:cubicBezTo>
                        <a:pt x="913" y="730"/>
                        <a:pt x="913" y="1"/>
                        <a:pt x="45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0" name="Google Shape;1920;p13"/>
                <p:cNvSpPr/>
                <p:nvPr/>
              </p:nvSpPr>
              <p:spPr>
                <a:xfrm rot="5400000" flipH="1">
                  <a:off x="771570" y="-692551"/>
                  <a:ext cx="30123" cy="23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18" extrusionOk="0">
                      <a:moveTo>
                        <a:pt x="335" y="1"/>
                      </a:moveTo>
                      <a:cubicBezTo>
                        <a:pt x="1" y="1"/>
                        <a:pt x="1" y="517"/>
                        <a:pt x="335" y="517"/>
                      </a:cubicBezTo>
                      <a:cubicBezTo>
                        <a:pt x="669" y="517"/>
                        <a:pt x="669" y="1"/>
                        <a:pt x="33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1" name="Google Shape;1921;p13"/>
                <p:cNvSpPr/>
                <p:nvPr/>
              </p:nvSpPr>
              <p:spPr>
                <a:xfrm rot="5400000" flipH="1">
                  <a:off x="1068461" y="-763997"/>
                  <a:ext cx="42442" cy="554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" h="1234" extrusionOk="0">
                      <a:moveTo>
                        <a:pt x="472" y="0"/>
                      </a:moveTo>
                      <a:cubicBezTo>
                        <a:pt x="312" y="0"/>
                        <a:pt x="153" y="76"/>
                        <a:pt x="92" y="228"/>
                      </a:cubicBezTo>
                      <a:cubicBezTo>
                        <a:pt x="31" y="289"/>
                        <a:pt x="31" y="380"/>
                        <a:pt x="1" y="471"/>
                      </a:cubicBezTo>
                      <a:cubicBezTo>
                        <a:pt x="1" y="502"/>
                        <a:pt x="1" y="532"/>
                        <a:pt x="1" y="593"/>
                      </a:cubicBezTo>
                      <a:cubicBezTo>
                        <a:pt x="1" y="654"/>
                        <a:pt x="1" y="715"/>
                        <a:pt x="1" y="775"/>
                      </a:cubicBezTo>
                      <a:cubicBezTo>
                        <a:pt x="30" y="1005"/>
                        <a:pt x="193" y="1234"/>
                        <a:pt x="441" y="1234"/>
                      </a:cubicBezTo>
                      <a:cubicBezTo>
                        <a:pt x="456" y="1234"/>
                        <a:pt x="472" y="1233"/>
                        <a:pt x="487" y="1231"/>
                      </a:cubicBezTo>
                      <a:cubicBezTo>
                        <a:pt x="730" y="1231"/>
                        <a:pt x="913" y="1049"/>
                        <a:pt x="943" y="775"/>
                      </a:cubicBezTo>
                      <a:lnTo>
                        <a:pt x="913" y="775"/>
                      </a:lnTo>
                      <a:cubicBezTo>
                        <a:pt x="913" y="715"/>
                        <a:pt x="943" y="654"/>
                        <a:pt x="943" y="593"/>
                      </a:cubicBezTo>
                      <a:cubicBezTo>
                        <a:pt x="943" y="563"/>
                        <a:pt x="943" y="502"/>
                        <a:pt x="913" y="471"/>
                      </a:cubicBezTo>
                      <a:cubicBezTo>
                        <a:pt x="913" y="380"/>
                        <a:pt x="882" y="319"/>
                        <a:pt x="852" y="228"/>
                      </a:cubicBezTo>
                      <a:cubicBezTo>
                        <a:pt x="791" y="76"/>
                        <a:pt x="632" y="0"/>
                        <a:pt x="47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2" name="Google Shape;1922;p13"/>
                <p:cNvSpPr/>
                <p:nvPr/>
              </p:nvSpPr>
              <p:spPr>
                <a:xfrm rot="5400000" flipH="1">
                  <a:off x="863850" y="-877703"/>
                  <a:ext cx="49231" cy="62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" h="1399" extrusionOk="0">
                      <a:moveTo>
                        <a:pt x="548" y="0"/>
                      </a:moveTo>
                      <a:cubicBezTo>
                        <a:pt x="335" y="31"/>
                        <a:pt x="122" y="183"/>
                        <a:pt x="62" y="396"/>
                      </a:cubicBezTo>
                      <a:cubicBezTo>
                        <a:pt x="1" y="548"/>
                        <a:pt x="31" y="730"/>
                        <a:pt x="62" y="912"/>
                      </a:cubicBezTo>
                      <a:cubicBezTo>
                        <a:pt x="62" y="1034"/>
                        <a:pt x="92" y="1156"/>
                        <a:pt x="214" y="1277"/>
                      </a:cubicBezTo>
                      <a:cubicBezTo>
                        <a:pt x="305" y="1338"/>
                        <a:pt x="426" y="1399"/>
                        <a:pt x="548" y="1399"/>
                      </a:cubicBezTo>
                      <a:cubicBezTo>
                        <a:pt x="852" y="1399"/>
                        <a:pt x="1034" y="1186"/>
                        <a:pt x="1065" y="912"/>
                      </a:cubicBezTo>
                      <a:cubicBezTo>
                        <a:pt x="1065" y="730"/>
                        <a:pt x="1095" y="548"/>
                        <a:pt x="1065" y="396"/>
                      </a:cubicBezTo>
                      <a:cubicBezTo>
                        <a:pt x="973" y="183"/>
                        <a:pt x="791" y="0"/>
                        <a:pt x="54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3" name="Google Shape;1923;p13"/>
                <p:cNvSpPr/>
                <p:nvPr/>
              </p:nvSpPr>
              <p:spPr>
                <a:xfrm rot="5400000" flipH="1">
                  <a:off x="686153" y="-757453"/>
                  <a:ext cx="53323" cy="424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943" extrusionOk="0">
                      <a:moveTo>
                        <a:pt x="578" y="0"/>
                      </a:moveTo>
                      <a:cubicBezTo>
                        <a:pt x="0" y="0"/>
                        <a:pt x="0" y="943"/>
                        <a:pt x="578" y="943"/>
                      </a:cubicBezTo>
                      <a:cubicBezTo>
                        <a:pt x="1186" y="943"/>
                        <a:pt x="1186" y="0"/>
                        <a:pt x="57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4" name="Google Shape;1924;p13"/>
                <p:cNvSpPr/>
                <p:nvPr/>
              </p:nvSpPr>
              <p:spPr>
                <a:xfrm rot="5400000" flipH="1">
                  <a:off x="801657" y="-499536"/>
                  <a:ext cx="45140" cy="4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" h="898" extrusionOk="0">
                      <a:moveTo>
                        <a:pt x="559" y="1"/>
                      </a:moveTo>
                      <a:cubicBezTo>
                        <a:pt x="517" y="1"/>
                        <a:pt x="471" y="8"/>
                        <a:pt x="426" y="24"/>
                      </a:cubicBezTo>
                      <a:lnTo>
                        <a:pt x="334" y="54"/>
                      </a:lnTo>
                      <a:cubicBezTo>
                        <a:pt x="243" y="84"/>
                        <a:pt x="182" y="115"/>
                        <a:pt x="122" y="145"/>
                      </a:cubicBezTo>
                      <a:cubicBezTo>
                        <a:pt x="91" y="206"/>
                        <a:pt x="61" y="267"/>
                        <a:pt x="30" y="358"/>
                      </a:cubicBezTo>
                      <a:cubicBezTo>
                        <a:pt x="0" y="449"/>
                        <a:pt x="0" y="449"/>
                        <a:pt x="30" y="571"/>
                      </a:cubicBezTo>
                      <a:cubicBezTo>
                        <a:pt x="61" y="632"/>
                        <a:pt x="91" y="692"/>
                        <a:pt x="122" y="753"/>
                      </a:cubicBezTo>
                      <a:cubicBezTo>
                        <a:pt x="182" y="814"/>
                        <a:pt x="243" y="844"/>
                        <a:pt x="334" y="844"/>
                      </a:cubicBezTo>
                      <a:lnTo>
                        <a:pt x="426" y="875"/>
                      </a:lnTo>
                      <a:cubicBezTo>
                        <a:pt x="471" y="890"/>
                        <a:pt x="517" y="898"/>
                        <a:pt x="559" y="898"/>
                      </a:cubicBezTo>
                      <a:cubicBezTo>
                        <a:pt x="600" y="898"/>
                        <a:pt x="638" y="890"/>
                        <a:pt x="669" y="875"/>
                      </a:cubicBezTo>
                      <a:cubicBezTo>
                        <a:pt x="760" y="844"/>
                        <a:pt x="821" y="814"/>
                        <a:pt x="882" y="753"/>
                      </a:cubicBezTo>
                      <a:cubicBezTo>
                        <a:pt x="942" y="692"/>
                        <a:pt x="1003" y="571"/>
                        <a:pt x="1003" y="449"/>
                      </a:cubicBezTo>
                      <a:cubicBezTo>
                        <a:pt x="1003" y="328"/>
                        <a:pt x="942" y="206"/>
                        <a:pt x="882" y="145"/>
                      </a:cubicBezTo>
                      <a:cubicBezTo>
                        <a:pt x="821" y="84"/>
                        <a:pt x="760" y="54"/>
                        <a:pt x="669" y="24"/>
                      </a:cubicBezTo>
                      <a:cubicBezTo>
                        <a:pt x="638" y="8"/>
                        <a:pt x="600" y="1"/>
                        <a:pt x="55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5" name="Google Shape;1925;p13"/>
                <p:cNvSpPr/>
                <p:nvPr/>
              </p:nvSpPr>
              <p:spPr>
                <a:xfrm rot="5400000" flipH="1">
                  <a:off x="1053128" y="-575025"/>
                  <a:ext cx="50625" cy="38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852" extrusionOk="0">
                      <a:moveTo>
                        <a:pt x="548" y="0"/>
                      </a:moveTo>
                      <a:cubicBezTo>
                        <a:pt x="0" y="0"/>
                        <a:pt x="0" y="851"/>
                        <a:pt x="548" y="851"/>
                      </a:cubicBezTo>
                      <a:cubicBezTo>
                        <a:pt x="1125" y="851"/>
                        <a:pt x="1125" y="0"/>
                        <a:pt x="54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6" name="Google Shape;1926;p13"/>
                <p:cNvSpPr/>
                <p:nvPr/>
              </p:nvSpPr>
              <p:spPr>
                <a:xfrm rot="5400000" flipH="1">
                  <a:off x="1201460" y="-678188"/>
                  <a:ext cx="47882" cy="47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" h="1064" extrusionOk="0">
                      <a:moveTo>
                        <a:pt x="517" y="0"/>
                      </a:moveTo>
                      <a:cubicBezTo>
                        <a:pt x="395" y="0"/>
                        <a:pt x="243" y="61"/>
                        <a:pt x="152" y="152"/>
                      </a:cubicBezTo>
                      <a:cubicBezTo>
                        <a:pt x="92" y="213"/>
                        <a:pt x="61" y="243"/>
                        <a:pt x="31" y="335"/>
                      </a:cubicBezTo>
                      <a:cubicBezTo>
                        <a:pt x="0" y="395"/>
                        <a:pt x="0" y="456"/>
                        <a:pt x="0" y="517"/>
                      </a:cubicBezTo>
                      <a:cubicBezTo>
                        <a:pt x="0" y="669"/>
                        <a:pt x="61" y="790"/>
                        <a:pt x="152" y="882"/>
                      </a:cubicBezTo>
                      <a:cubicBezTo>
                        <a:pt x="274" y="1003"/>
                        <a:pt x="395" y="1064"/>
                        <a:pt x="517" y="1064"/>
                      </a:cubicBezTo>
                      <a:cubicBezTo>
                        <a:pt x="669" y="1064"/>
                        <a:pt x="791" y="1003"/>
                        <a:pt x="882" y="882"/>
                      </a:cubicBezTo>
                      <a:cubicBezTo>
                        <a:pt x="943" y="851"/>
                        <a:pt x="973" y="790"/>
                        <a:pt x="1003" y="730"/>
                      </a:cubicBezTo>
                      <a:cubicBezTo>
                        <a:pt x="1034" y="669"/>
                        <a:pt x="1064" y="608"/>
                        <a:pt x="1064" y="517"/>
                      </a:cubicBezTo>
                      <a:cubicBezTo>
                        <a:pt x="1034" y="395"/>
                        <a:pt x="1003" y="243"/>
                        <a:pt x="882" y="152"/>
                      </a:cubicBezTo>
                      <a:cubicBezTo>
                        <a:pt x="791" y="61"/>
                        <a:pt x="669" y="0"/>
                        <a:pt x="5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7" name="Google Shape;1927;p13"/>
                <p:cNvSpPr/>
                <p:nvPr/>
              </p:nvSpPr>
              <p:spPr>
                <a:xfrm rot="5400000" flipH="1">
                  <a:off x="1379161" y="-523772"/>
                  <a:ext cx="86143" cy="6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6" h="1490" extrusionOk="0">
                      <a:moveTo>
                        <a:pt x="943" y="0"/>
                      </a:moveTo>
                      <a:cubicBezTo>
                        <a:pt x="0" y="0"/>
                        <a:pt x="0" y="1490"/>
                        <a:pt x="943" y="1490"/>
                      </a:cubicBezTo>
                      <a:cubicBezTo>
                        <a:pt x="1915" y="1490"/>
                        <a:pt x="1915" y="0"/>
                        <a:pt x="94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8" name="Google Shape;1928;p13"/>
                <p:cNvSpPr/>
                <p:nvPr/>
              </p:nvSpPr>
              <p:spPr>
                <a:xfrm rot="5400000" flipH="1">
                  <a:off x="1079817" y="-367958"/>
                  <a:ext cx="46489" cy="355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791" extrusionOk="0">
                      <a:moveTo>
                        <a:pt x="517" y="0"/>
                      </a:moveTo>
                      <a:cubicBezTo>
                        <a:pt x="0" y="0"/>
                        <a:pt x="0" y="791"/>
                        <a:pt x="517" y="791"/>
                      </a:cubicBezTo>
                      <a:cubicBezTo>
                        <a:pt x="1034" y="791"/>
                        <a:pt x="1034" y="0"/>
                        <a:pt x="5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9" name="Google Shape;1929;p13"/>
                <p:cNvSpPr/>
                <p:nvPr/>
              </p:nvSpPr>
              <p:spPr>
                <a:xfrm rot="5400000" flipH="1">
                  <a:off x="911697" y="-480022"/>
                  <a:ext cx="36912" cy="28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639" extrusionOk="0">
                      <a:moveTo>
                        <a:pt x="395" y="0"/>
                      </a:moveTo>
                      <a:cubicBezTo>
                        <a:pt x="0" y="0"/>
                        <a:pt x="0" y="639"/>
                        <a:pt x="395" y="639"/>
                      </a:cubicBezTo>
                      <a:cubicBezTo>
                        <a:pt x="821" y="639"/>
                        <a:pt x="821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0" name="Google Shape;1930;p13"/>
                <p:cNvSpPr/>
                <p:nvPr/>
              </p:nvSpPr>
              <p:spPr>
                <a:xfrm rot="5400000" flipH="1">
                  <a:off x="977712" y="-785576"/>
                  <a:ext cx="36957" cy="35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796" extrusionOk="0">
                      <a:moveTo>
                        <a:pt x="409" y="0"/>
                      </a:moveTo>
                      <a:cubicBezTo>
                        <a:pt x="345" y="0"/>
                        <a:pt x="285" y="17"/>
                        <a:pt x="244" y="58"/>
                      </a:cubicBezTo>
                      <a:cubicBezTo>
                        <a:pt x="214" y="88"/>
                        <a:pt x="214" y="88"/>
                        <a:pt x="183" y="88"/>
                      </a:cubicBezTo>
                      <a:cubicBezTo>
                        <a:pt x="122" y="119"/>
                        <a:pt x="92" y="180"/>
                        <a:pt x="62" y="240"/>
                      </a:cubicBezTo>
                      <a:cubicBezTo>
                        <a:pt x="31" y="271"/>
                        <a:pt x="1" y="332"/>
                        <a:pt x="1" y="392"/>
                      </a:cubicBezTo>
                      <a:cubicBezTo>
                        <a:pt x="1" y="453"/>
                        <a:pt x="31" y="514"/>
                        <a:pt x="62" y="575"/>
                      </a:cubicBezTo>
                      <a:cubicBezTo>
                        <a:pt x="92" y="635"/>
                        <a:pt x="122" y="666"/>
                        <a:pt x="183" y="696"/>
                      </a:cubicBezTo>
                      <a:cubicBezTo>
                        <a:pt x="183" y="727"/>
                        <a:pt x="214" y="727"/>
                        <a:pt x="244" y="727"/>
                      </a:cubicBezTo>
                      <a:cubicBezTo>
                        <a:pt x="305" y="772"/>
                        <a:pt x="373" y="795"/>
                        <a:pt x="441" y="795"/>
                      </a:cubicBezTo>
                      <a:cubicBezTo>
                        <a:pt x="510" y="795"/>
                        <a:pt x="578" y="772"/>
                        <a:pt x="639" y="727"/>
                      </a:cubicBezTo>
                      <a:cubicBezTo>
                        <a:pt x="761" y="666"/>
                        <a:pt x="821" y="544"/>
                        <a:pt x="821" y="392"/>
                      </a:cubicBezTo>
                      <a:cubicBezTo>
                        <a:pt x="821" y="271"/>
                        <a:pt x="761" y="119"/>
                        <a:pt x="639" y="58"/>
                      </a:cubicBezTo>
                      <a:cubicBezTo>
                        <a:pt x="572" y="25"/>
                        <a:pt x="487" y="0"/>
                        <a:pt x="40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1" name="Google Shape;1931;p13"/>
                <p:cNvSpPr/>
                <p:nvPr/>
              </p:nvSpPr>
              <p:spPr>
                <a:xfrm rot="5400000" flipH="1">
                  <a:off x="841298" y="-737625"/>
                  <a:ext cx="46489" cy="3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821" extrusionOk="0">
                      <a:moveTo>
                        <a:pt x="517" y="0"/>
                      </a:moveTo>
                      <a:cubicBezTo>
                        <a:pt x="0" y="0"/>
                        <a:pt x="0" y="821"/>
                        <a:pt x="517" y="821"/>
                      </a:cubicBezTo>
                      <a:cubicBezTo>
                        <a:pt x="1034" y="821"/>
                        <a:pt x="1034" y="0"/>
                        <a:pt x="5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2" name="Google Shape;1932;p13"/>
                <p:cNvSpPr/>
                <p:nvPr/>
              </p:nvSpPr>
              <p:spPr>
                <a:xfrm rot="5400000" flipH="1">
                  <a:off x="855664" y="-626279"/>
                  <a:ext cx="35563" cy="27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5" y="1"/>
                      </a:moveTo>
                      <a:cubicBezTo>
                        <a:pt x="0" y="1"/>
                        <a:pt x="0" y="609"/>
                        <a:pt x="395" y="609"/>
                      </a:cubicBezTo>
                      <a:cubicBezTo>
                        <a:pt x="790" y="609"/>
                        <a:pt x="790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3" name="Google Shape;1933;p13"/>
                <p:cNvSpPr/>
                <p:nvPr/>
              </p:nvSpPr>
              <p:spPr>
                <a:xfrm rot="5400000" flipH="1">
                  <a:off x="767457" y="-590064"/>
                  <a:ext cx="46534" cy="36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" h="822" extrusionOk="0">
                      <a:moveTo>
                        <a:pt x="517" y="1"/>
                      </a:moveTo>
                      <a:cubicBezTo>
                        <a:pt x="1" y="1"/>
                        <a:pt x="1" y="821"/>
                        <a:pt x="517" y="821"/>
                      </a:cubicBezTo>
                      <a:cubicBezTo>
                        <a:pt x="1034" y="821"/>
                        <a:pt x="1034" y="1"/>
                        <a:pt x="51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4" name="Google Shape;1934;p13"/>
                <p:cNvSpPr/>
                <p:nvPr/>
              </p:nvSpPr>
              <p:spPr>
                <a:xfrm rot="5400000" flipH="1">
                  <a:off x="746297" y="-400755"/>
                  <a:ext cx="23289" cy="17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396" extrusionOk="0">
                      <a:moveTo>
                        <a:pt x="244" y="1"/>
                      </a:moveTo>
                      <a:cubicBezTo>
                        <a:pt x="1" y="1"/>
                        <a:pt x="1" y="396"/>
                        <a:pt x="244" y="396"/>
                      </a:cubicBezTo>
                      <a:cubicBezTo>
                        <a:pt x="518" y="396"/>
                        <a:pt x="518" y="1"/>
                        <a:pt x="24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5" name="Google Shape;1935;p13"/>
                <p:cNvSpPr/>
                <p:nvPr/>
              </p:nvSpPr>
              <p:spPr>
                <a:xfrm rot="5400000" flipH="1">
                  <a:off x="790705" y="-309868"/>
                  <a:ext cx="34215" cy="32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730" extrusionOk="0">
                      <a:moveTo>
                        <a:pt x="366" y="0"/>
                      </a:moveTo>
                      <a:cubicBezTo>
                        <a:pt x="274" y="0"/>
                        <a:pt x="183" y="61"/>
                        <a:pt x="122" y="122"/>
                      </a:cubicBezTo>
                      <a:cubicBezTo>
                        <a:pt x="31" y="183"/>
                        <a:pt x="1" y="274"/>
                        <a:pt x="1" y="365"/>
                      </a:cubicBezTo>
                      <a:cubicBezTo>
                        <a:pt x="1" y="456"/>
                        <a:pt x="31" y="578"/>
                        <a:pt x="122" y="638"/>
                      </a:cubicBezTo>
                      <a:cubicBezTo>
                        <a:pt x="183" y="699"/>
                        <a:pt x="274" y="730"/>
                        <a:pt x="366" y="730"/>
                      </a:cubicBezTo>
                      <a:cubicBezTo>
                        <a:pt x="457" y="730"/>
                        <a:pt x="578" y="699"/>
                        <a:pt x="639" y="638"/>
                      </a:cubicBezTo>
                      <a:cubicBezTo>
                        <a:pt x="700" y="578"/>
                        <a:pt x="761" y="456"/>
                        <a:pt x="730" y="365"/>
                      </a:cubicBezTo>
                      <a:cubicBezTo>
                        <a:pt x="730" y="274"/>
                        <a:pt x="700" y="183"/>
                        <a:pt x="639" y="122"/>
                      </a:cubicBezTo>
                      <a:cubicBezTo>
                        <a:pt x="548" y="31"/>
                        <a:pt x="487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6" name="Google Shape;1936;p13"/>
                <p:cNvSpPr/>
                <p:nvPr/>
              </p:nvSpPr>
              <p:spPr>
                <a:xfrm rot="5400000" flipH="1">
                  <a:off x="766129" y="-162284"/>
                  <a:ext cx="34170" cy="32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730" extrusionOk="0">
                      <a:moveTo>
                        <a:pt x="365" y="0"/>
                      </a:moveTo>
                      <a:cubicBezTo>
                        <a:pt x="274" y="0"/>
                        <a:pt x="182" y="61"/>
                        <a:pt x="122" y="122"/>
                      </a:cubicBezTo>
                      <a:cubicBezTo>
                        <a:pt x="31" y="183"/>
                        <a:pt x="0" y="274"/>
                        <a:pt x="0" y="365"/>
                      </a:cubicBezTo>
                      <a:cubicBezTo>
                        <a:pt x="0" y="456"/>
                        <a:pt x="31" y="578"/>
                        <a:pt x="122" y="639"/>
                      </a:cubicBezTo>
                      <a:cubicBezTo>
                        <a:pt x="182" y="699"/>
                        <a:pt x="274" y="730"/>
                        <a:pt x="365" y="730"/>
                      </a:cubicBezTo>
                      <a:cubicBezTo>
                        <a:pt x="456" y="730"/>
                        <a:pt x="578" y="699"/>
                        <a:pt x="638" y="639"/>
                      </a:cubicBezTo>
                      <a:cubicBezTo>
                        <a:pt x="699" y="578"/>
                        <a:pt x="760" y="456"/>
                        <a:pt x="730" y="365"/>
                      </a:cubicBezTo>
                      <a:cubicBezTo>
                        <a:pt x="730" y="274"/>
                        <a:pt x="699" y="183"/>
                        <a:pt x="638" y="122"/>
                      </a:cubicBezTo>
                      <a:cubicBezTo>
                        <a:pt x="578" y="31"/>
                        <a:pt x="486" y="0"/>
                        <a:pt x="3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7" name="Google Shape;1937;p13"/>
                <p:cNvSpPr/>
                <p:nvPr/>
              </p:nvSpPr>
              <p:spPr>
                <a:xfrm rot="5400000" flipH="1">
                  <a:off x="799903" y="43051"/>
                  <a:ext cx="49231" cy="41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" h="927" extrusionOk="0">
                      <a:moveTo>
                        <a:pt x="608" y="1"/>
                      </a:moveTo>
                      <a:cubicBezTo>
                        <a:pt x="588" y="1"/>
                        <a:pt x="568" y="4"/>
                        <a:pt x="547" y="14"/>
                      </a:cubicBezTo>
                      <a:lnTo>
                        <a:pt x="456" y="14"/>
                      </a:lnTo>
                      <a:cubicBezTo>
                        <a:pt x="395" y="14"/>
                        <a:pt x="335" y="14"/>
                        <a:pt x="304" y="45"/>
                      </a:cubicBezTo>
                      <a:cubicBezTo>
                        <a:pt x="243" y="75"/>
                        <a:pt x="183" y="105"/>
                        <a:pt x="152" y="136"/>
                      </a:cubicBezTo>
                      <a:cubicBezTo>
                        <a:pt x="61" y="227"/>
                        <a:pt x="0" y="349"/>
                        <a:pt x="31" y="470"/>
                      </a:cubicBezTo>
                      <a:cubicBezTo>
                        <a:pt x="31" y="592"/>
                        <a:pt x="61" y="713"/>
                        <a:pt x="152" y="805"/>
                      </a:cubicBezTo>
                      <a:lnTo>
                        <a:pt x="243" y="865"/>
                      </a:lnTo>
                      <a:cubicBezTo>
                        <a:pt x="304" y="896"/>
                        <a:pt x="395" y="926"/>
                        <a:pt x="456" y="926"/>
                      </a:cubicBezTo>
                      <a:lnTo>
                        <a:pt x="730" y="926"/>
                      </a:lnTo>
                      <a:lnTo>
                        <a:pt x="851" y="865"/>
                      </a:lnTo>
                      <a:cubicBezTo>
                        <a:pt x="912" y="835"/>
                        <a:pt x="942" y="805"/>
                        <a:pt x="973" y="744"/>
                      </a:cubicBezTo>
                      <a:cubicBezTo>
                        <a:pt x="1034" y="683"/>
                        <a:pt x="1094" y="561"/>
                        <a:pt x="1064" y="470"/>
                      </a:cubicBezTo>
                      <a:cubicBezTo>
                        <a:pt x="1064" y="379"/>
                        <a:pt x="1064" y="318"/>
                        <a:pt x="1003" y="227"/>
                      </a:cubicBezTo>
                      <a:cubicBezTo>
                        <a:pt x="973" y="136"/>
                        <a:pt x="851" y="75"/>
                        <a:pt x="730" y="14"/>
                      </a:cubicBezTo>
                      <a:cubicBezTo>
                        <a:pt x="689" y="14"/>
                        <a:pt x="649" y="1"/>
                        <a:pt x="60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8" name="Google Shape;1938;p13"/>
                <p:cNvSpPr/>
                <p:nvPr/>
              </p:nvSpPr>
              <p:spPr>
                <a:xfrm rot="5400000" flipH="1">
                  <a:off x="1023582" y="29877"/>
                  <a:ext cx="47882" cy="475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" h="1057" extrusionOk="0">
                      <a:moveTo>
                        <a:pt x="441" y="0"/>
                      </a:moveTo>
                      <a:cubicBezTo>
                        <a:pt x="403" y="0"/>
                        <a:pt x="365" y="8"/>
                        <a:pt x="335" y="23"/>
                      </a:cubicBezTo>
                      <a:cubicBezTo>
                        <a:pt x="274" y="53"/>
                        <a:pt x="183" y="84"/>
                        <a:pt x="152" y="114"/>
                      </a:cubicBezTo>
                      <a:cubicBezTo>
                        <a:pt x="92" y="175"/>
                        <a:pt x="61" y="236"/>
                        <a:pt x="31" y="327"/>
                      </a:cubicBezTo>
                      <a:cubicBezTo>
                        <a:pt x="0" y="388"/>
                        <a:pt x="31" y="479"/>
                        <a:pt x="31" y="540"/>
                      </a:cubicBezTo>
                      <a:cubicBezTo>
                        <a:pt x="61" y="600"/>
                        <a:pt x="61" y="661"/>
                        <a:pt x="92" y="692"/>
                      </a:cubicBezTo>
                      <a:lnTo>
                        <a:pt x="183" y="813"/>
                      </a:lnTo>
                      <a:cubicBezTo>
                        <a:pt x="244" y="874"/>
                        <a:pt x="274" y="935"/>
                        <a:pt x="365" y="965"/>
                      </a:cubicBezTo>
                      <a:cubicBezTo>
                        <a:pt x="426" y="1026"/>
                        <a:pt x="517" y="1056"/>
                        <a:pt x="578" y="1056"/>
                      </a:cubicBezTo>
                      <a:cubicBezTo>
                        <a:pt x="730" y="1056"/>
                        <a:pt x="821" y="996"/>
                        <a:pt x="912" y="904"/>
                      </a:cubicBezTo>
                      <a:cubicBezTo>
                        <a:pt x="1003" y="813"/>
                        <a:pt x="1064" y="692"/>
                        <a:pt x="1064" y="570"/>
                      </a:cubicBezTo>
                      <a:cubicBezTo>
                        <a:pt x="1064" y="479"/>
                        <a:pt x="1034" y="418"/>
                        <a:pt x="1003" y="327"/>
                      </a:cubicBezTo>
                      <a:cubicBezTo>
                        <a:pt x="943" y="266"/>
                        <a:pt x="882" y="205"/>
                        <a:pt x="821" y="175"/>
                      </a:cubicBezTo>
                      <a:lnTo>
                        <a:pt x="699" y="84"/>
                      </a:lnTo>
                      <a:cubicBezTo>
                        <a:pt x="699" y="84"/>
                        <a:pt x="669" y="53"/>
                        <a:pt x="639" y="53"/>
                      </a:cubicBezTo>
                      <a:cubicBezTo>
                        <a:pt x="608" y="23"/>
                        <a:pt x="578" y="23"/>
                        <a:pt x="547" y="23"/>
                      </a:cubicBezTo>
                      <a:cubicBezTo>
                        <a:pt x="517" y="8"/>
                        <a:pt x="479" y="0"/>
                        <a:pt x="44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9" name="Google Shape;1939;p13"/>
                <p:cNvSpPr/>
                <p:nvPr/>
              </p:nvSpPr>
              <p:spPr>
                <a:xfrm rot="5400000" flipH="1">
                  <a:off x="951991" y="-248385"/>
                  <a:ext cx="54716" cy="424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7" h="943" extrusionOk="0">
                      <a:moveTo>
                        <a:pt x="609" y="0"/>
                      </a:moveTo>
                      <a:cubicBezTo>
                        <a:pt x="1" y="0"/>
                        <a:pt x="1" y="942"/>
                        <a:pt x="609" y="942"/>
                      </a:cubicBezTo>
                      <a:cubicBezTo>
                        <a:pt x="1217" y="942"/>
                        <a:pt x="1217" y="0"/>
                        <a:pt x="60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0" name="Google Shape;1940;p13"/>
                <p:cNvSpPr/>
                <p:nvPr/>
              </p:nvSpPr>
              <p:spPr>
                <a:xfrm rot="5400000" flipH="1">
                  <a:off x="951315" y="-22232"/>
                  <a:ext cx="41048" cy="32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" h="731" extrusionOk="0">
                      <a:moveTo>
                        <a:pt x="456" y="1"/>
                      </a:moveTo>
                      <a:cubicBezTo>
                        <a:pt x="1" y="1"/>
                        <a:pt x="1" y="730"/>
                        <a:pt x="456" y="730"/>
                      </a:cubicBezTo>
                      <a:cubicBezTo>
                        <a:pt x="912" y="730"/>
                        <a:pt x="912" y="1"/>
                        <a:pt x="45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1" name="Google Shape;1941;p13"/>
                <p:cNvSpPr/>
                <p:nvPr/>
              </p:nvSpPr>
              <p:spPr>
                <a:xfrm rot="5400000" flipH="1">
                  <a:off x="854291" y="-30435"/>
                  <a:ext cx="21896" cy="16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366" extrusionOk="0">
                      <a:moveTo>
                        <a:pt x="243" y="1"/>
                      </a:moveTo>
                      <a:cubicBezTo>
                        <a:pt x="0" y="1"/>
                        <a:pt x="0" y="366"/>
                        <a:pt x="243" y="366"/>
                      </a:cubicBezTo>
                      <a:cubicBezTo>
                        <a:pt x="486" y="366"/>
                        <a:pt x="486" y="1"/>
                        <a:pt x="24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2" name="Google Shape;1942;p13"/>
                <p:cNvSpPr/>
                <p:nvPr/>
              </p:nvSpPr>
              <p:spPr>
                <a:xfrm rot="5400000" flipH="1">
                  <a:off x="774311" y="-22903"/>
                  <a:ext cx="1394" cy="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cubicBezTo>
                        <a:pt x="0" y="0"/>
                        <a:pt x="3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3" name="Google Shape;1943;p13"/>
                <p:cNvSpPr/>
                <p:nvPr/>
              </p:nvSpPr>
              <p:spPr>
                <a:xfrm rot="5400000" flipH="1">
                  <a:off x="755180" y="183440"/>
                  <a:ext cx="43791" cy="47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65" extrusionOk="0">
                      <a:moveTo>
                        <a:pt x="487" y="1"/>
                      </a:moveTo>
                      <a:cubicBezTo>
                        <a:pt x="396" y="1"/>
                        <a:pt x="244" y="31"/>
                        <a:pt x="183" y="122"/>
                      </a:cubicBezTo>
                      <a:cubicBezTo>
                        <a:pt x="122" y="214"/>
                        <a:pt x="61" y="274"/>
                        <a:pt x="61" y="366"/>
                      </a:cubicBezTo>
                      <a:lnTo>
                        <a:pt x="31" y="457"/>
                      </a:lnTo>
                      <a:cubicBezTo>
                        <a:pt x="0" y="548"/>
                        <a:pt x="0" y="609"/>
                        <a:pt x="31" y="700"/>
                      </a:cubicBezTo>
                      <a:cubicBezTo>
                        <a:pt x="61" y="791"/>
                        <a:pt x="92" y="852"/>
                        <a:pt x="152" y="913"/>
                      </a:cubicBezTo>
                      <a:cubicBezTo>
                        <a:pt x="244" y="1004"/>
                        <a:pt x="365" y="1065"/>
                        <a:pt x="487" y="1065"/>
                      </a:cubicBezTo>
                      <a:cubicBezTo>
                        <a:pt x="608" y="1065"/>
                        <a:pt x="730" y="1004"/>
                        <a:pt x="821" y="913"/>
                      </a:cubicBezTo>
                      <a:cubicBezTo>
                        <a:pt x="882" y="852"/>
                        <a:pt x="943" y="791"/>
                        <a:pt x="943" y="700"/>
                      </a:cubicBezTo>
                      <a:cubicBezTo>
                        <a:pt x="973" y="639"/>
                        <a:pt x="973" y="548"/>
                        <a:pt x="943" y="457"/>
                      </a:cubicBezTo>
                      <a:lnTo>
                        <a:pt x="943" y="366"/>
                      </a:lnTo>
                      <a:cubicBezTo>
                        <a:pt x="912" y="274"/>
                        <a:pt x="882" y="214"/>
                        <a:pt x="821" y="122"/>
                      </a:cubicBezTo>
                      <a:cubicBezTo>
                        <a:pt x="760" y="92"/>
                        <a:pt x="730" y="62"/>
                        <a:pt x="669" y="31"/>
                      </a:cubicBezTo>
                      <a:cubicBezTo>
                        <a:pt x="608" y="1"/>
                        <a:pt x="548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4" name="Google Shape;1944;p13"/>
                <p:cNvSpPr/>
                <p:nvPr/>
              </p:nvSpPr>
              <p:spPr>
                <a:xfrm rot="5400000" flipH="1">
                  <a:off x="913047" y="227885"/>
                  <a:ext cx="51974" cy="41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" h="912" extrusionOk="0">
                      <a:moveTo>
                        <a:pt x="578" y="0"/>
                      </a:moveTo>
                      <a:cubicBezTo>
                        <a:pt x="0" y="0"/>
                        <a:pt x="0" y="912"/>
                        <a:pt x="578" y="912"/>
                      </a:cubicBezTo>
                      <a:cubicBezTo>
                        <a:pt x="1155" y="912"/>
                        <a:pt x="1155" y="0"/>
                        <a:pt x="57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5" name="Google Shape;1945;p13"/>
                <p:cNvSpPr/>
                <p:nvPr/>
              </p:nvSpPr>
              <p:spPr>
                <a:xfrm rot="5400000" flipH="1">
                  <a:off x="851550" y="104265"/>
                  <a:ext cx="43746" cy="42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940" extrusionOk="0">
                      <a:moveTo>
                        <a:pt x="487" y="0"/>
                      </a:moveTo>
                      <a:cubicBezTo>
                        <a:pt x="466" y="0"/>
                        <a:pt x="446" y="4"/>
                        <a:pt x="426" y="14"/>
                      </a:cubicBezTo>
                      <a:cubicBezTo>
                        <a:pt x="395" y="14"/>
                        <a:pt x="365" y="14"/>
                        <a:pt x="304" y="44"/>
                      </a:cubicBezTo>
                      <a:cubicBezTo>
                        <a:pt x="274" y="75"/>
                        <a:pt x="213" y="105"/>
                        <a:pt x="183" y="136"/>
                      </a:cubicBezTo>
                      <a:cubicBezTo>
                        <a:pt x="91" y="227"/>
                        <a:pt x="0" y="348"/>
                        <a:pt x="0" y="470"/>
                      </a:cubicBezTo>
                      <a:cubicBezTo>
                        <a:pt x="0" y="622"/>
                        <a:pt x="61" y="713"/>
                        <a:pt x="183" y="804"/>
                      </a:cubicBezTo>
                      <a:cubicBezTo>
                        <a:pt x="213" y="865"/>
                        <a:pt x="304" y="895"/>
                        <a:pt x="365" y="926"/>
                      </a:cubicBezTo>
                      <a:cubicBezTo>
                        <a:pt x="405" y="926"/>
                        <a:pt x="446" y="939"/>
                        <a:pt x="487" y="939"/>
                      </a:cubicBezTo>
                      <a:cubicBezTo>
                        <a:pt x="507" y="939"/>
                        <a:pt x="527" y="936"/>
                        <a:pt x="547" y="926"/>
                      </a:cubicBezTo>
                      <a:cubicBezTo>
                        <a:pt x="608" y="926"/>
                        <a:pt x="638" y="926"/>
                        <a:pt x="669" y="895"/>
                      </a:cubicBezTo>
                      <a:cubicBezTo>
                        <a:pt x="730" y="895"/>
                        <a:pt x="760" y="865"/>
                        <a:pt x="790" y="835"/>
                      </a:cubicBezTo>
                      <a:cubicBezTo>
                        <a:pt x="821" y="804"/>
                        <a:pt x="851" y="774"/>
                        <a:pt x="851" y="743"/>
                      </a:cubicBezTo>
                      <a:cubicBezTo>
                        <a:pt x="912" y="683"/>
                        <a:pt x="973" y="561"/>
                        <a:pt x="973" y="470"/>
                      </a:cubicBezTo>
                      <a:cubicBezTo>
                        <a:pt x="973" y="379"/>
                        <a:pt x="942" y="318"/>
                        <a:pt x="912" y="227"/>
                      </a:cubicBezTo>
                      <a:cubicBezTo>
                        <a:pt x="851" y="166"/>
                        <a:pt x="790" y="105"/>
                        <a:pt x="730" y="75"/>
                      </a:cubicBezTo>
                      <a:lnTo>
                        <a:pt x="608" y="14"/>
                      </a:lnTo>
                      <a:cubicBezTo>
                        <a:pt x="568" y="14"/>
                        <a:pt x="527" y="0"/>
                        <a:pt x="48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6" name="Google Shape;1946;p13"/>
                <p:cNvSpPr/>
                <p:nvPr/>
              </p:nvSpPr>
              <p:spPr>
                <a:xfrm rot="5400000" flipH="1">
                  <a:off x="734000" y="-106961"/>
                  <a:ext cx="49231" cy="38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" h="852" extrusionOk="0">
                      <a:moveTo>
                        <a:pt x="547" y="1"/>
                      </a:moveTo>
                      <a:cubicBezTo>
                        <a:pt x="0" y="1"/>
                        <a:pt x="0" y="852"/>
                        <a:pt x="547" y="852"/>
                      </a:cubicBezTo>
                      <a:cubicBezTo>
                        <a:pt x="1094" y="852"/>
                        <a:pt x="1094" y="1"/>
                        <a:pt x="54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7" name="Google Shape;1947;p13"/>
                <p:cNvSpPr/>
                <p:nvPr/>
              </p:nvSpPr>
              <p:spPr>
                <a:xfrm rot="5400000" flipH="1">
                  <a:off x="785692" y="262729"/>
                  <a:ext cx="39700" cy="4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3" h="973" extrusionOk="0">
                      <a:moveTo>
                        <a:pt x="355" y="1"/>
                      </a:moveTo>
                      <a:cubicBezTo>
                        <a:pt x="294" y="1"/>
                        <a:pt x="233" y="16"/>
                        <a:pt x="183" y="41"/>
                      </a:cubicBezTo>
                      <a:cubicBezTo>
                        <a:pt x="61" y="132"/>
                        <a:pt x="1" y="254"/>
                        <a:pt x="31" y="406"/>
                      </a:cubicBezTo>
                      <a:cubicBezTo>
                        <a:pt x="61" y="497"/>
                        <a:pt x="92" y="558"/>
                        <a:pt x="122" y="649"/>
                      </a:cubicBezTo>
                      <a:lnTo>
                        <a:pt x="213" y="801"/>
                      </a:lnTo>
                      <a:cubicBezTo>
                        <a:pt x="252" y="918"/>
                        <a:pt x="379" y="972"/>
                        <a:pt x="497" y="972"/>
                      </a:cubicBezTo>
                      <a:cubicBezTo>
                        <a:pt x="563" y="972"/>
                        <a:pt x="626" y="955"/>
                        <a:pt x="669" y="922"/>
                      </a:cubicBezTo>
                      <a:cubicBezTo>
                        <a:pt x="852" y="831"/>
                        <a:pt x="882" y="618"/>
                        <a:pt x="791" y="466"/>
                      </a:cubicBezTo>
                      <a:lnTo>
                        <a:pt x="821" y="466"/>
                      </a:lnTo>
                      <a:cubicBezTo>
                        <a:pt x="730" y="345"/>
                        <a:pt x="669" y="193"/>
                        <a:pt x="578" y="102"/>
                      </a:cubicBezTo>
                      <a:cubicBezTo>
                        <a:pt x="525" y="30"/>
                        <a:pt x="440" y="1"/>
                        <a:pt x="35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8" name="Google Shape;1948;p13"/>
                <p:cNvSpPr/>
                <p:nvPr/>
              </p:nvSpPr>
              <p:spPr>
                <a:xfrm rot="5400000" flipH="1">
                  <a:off x="824118" y="421239"/>
                  <a:ext cx="32866" cy="31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" h="700" extrusionOk="0">
                      <a:moveTo>
                        <a:pt x="235" y="1"/>
                      </a:moveTo>
                      <a:cubicBezTo>
                        <a:pt x="220" y="1"/>
                        <a:pt x="203" y="4"/>
                        <a:pt x="183" y="14"/>
                      </a:cubicBezTo>
                      <a:cubicBezTo>
                        <a:pt x="153" y="14"/>
                        <a:pt x="122" y="44"/>
                        <a:pt x="92" y="75"/>
                      </a:cubicBezTo>
                      <a:cubicBezTo>
                        <a:pt x="61" y="105"/>
                        <a:pt x="31" y="136"/>
                        <a:pt x="31" y="166"/>
                      </a:cubicBezTo>
                      <a:cubicBezTo>
                        <a:pt x="31" y="196"/>
                        <a:pt x="1" y="257"/>
                        <a:pt x="31" y="288"/>
                      </a:cubicBezTo>
                      <a:cubicBezTo>
                        <a:pt x="31" y="318"/>
                        <a:pt x="31" y="318"/>
                        <a:pt x="31" y="348"/>
                      </a:cubicBezTo>
                      <a:cubicBezTo>
                        <a:pt x="31" y="379"/>
                        <a:pt x="31" y="409"/>
                        <a:pt x="31" y="440"/>
                      </a:cubicBezTo>
                      <a:lnTo>
                        <a:pt x="92" y="531"/>
                      </a:lnTo>
                      <a:cubicBezTo>
                        <a:pt x="122" y="592"/>
                        <a:pt x="183" y="652"/>
                        <a:pt x="244" y="683"/>
                      </a:cubicBezTo>
                      <a:cubicBezTo>
                        <a:pt x="284" y="693"/>
                        <a:pt x="328" y="700"/>
                        <a:pt x="372" y="700"/>
                      </a:cubicBezTo>
                      <a:cubicBezTo>
                        <a:pt x="460" y="700"/>
                        <a:pt x="548" y="673"/>
                        <a:pt x="608" y="592"/>
                      </a:cubicBezTo>
                      <a:cubicBezTo>
                        <a:pt x="700" y="500"/>
                        <a:pt x="730" y="379"/>
                        <a:pt x="700" y="257"/>
                      </a:cubicBezTo>
                      <a:cubicBezTo>
                        <a:pt x="700" y="196"/>
                        <a:pt x="639" y="136"/>
                        <a:pt x="578" y="75"/>
                      </a:cubicBezTo>
                      <a:cubicBezTo>
                        <a:pt x="517" y="44"/>
                        <a:pt x="456" y="14"/>
                        <a:pt x="365" y="14"/>
                      </a:cubicBezTo>
                      <a:lnTo>
                        <a:pt x="304" y="14"/>
                      </a:lnTo>
                      <a:cubicBezTo>
                        <a:pt x="284" y="14"/>
                        <a:pt x="264" y="1"/>
                        <a:pt x="23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9" name="Google Shape;1949;p13"/>
                <p:cNvSpPr/>
                <p:nvPr/>
              </p:nvSpPr>
              <p:spPr>
                <a:xfrm rot="5400000" flipH="1">
                  <a:off x="971821" y="432862"/>
                  <a:ext cx="32821" cy="24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548" extrusionOk="0">
                      <a:moveTo>
                        <a:pt x="365" y="0"/>
                      </a:moveTo>
                      <a:cubicBezTo>
                        <a:pt x="0" y="0"/>
                        <a:pt x="0" y="547"/>
                        <a:pt x="365" y="547"/>
                      </a:cubicBezTo>
                      <a:cubicBezTo>
                        <a:pt x="730" y="547"/>
                        <a:pt x="730" y="0"/>
                        <a:pt x="3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0" name="Google Shape;1950;p13"/>
                <p:cNvSpPr/>
                <p:nvPr/>
              </p:nvSpPr>
              <p:spPr>
                <a:xfrm rot="5400000" flipH="1">
                  <a:off x="875474" y="361126"/>
                  <a:ext cx="45140" cy="355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" h="791" extrusionOk="0">
                      <a:moveTo>
                        <a:pt x="487" y="1"/>
                      </a:moveTo>
                      <a:cubicBezTo>
                        <a:pt x="1" y="1"/>
                        <a:pt x="1" y="791"/>
                        <a:pt x="487" y="791"/>
                      </a:cubicBezTo>
                      <a:cubicBezTo>
                        <a:pt x="1004" y="791"/>
                        <a:pt x="1004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1" name="Google Shape;1951;p13"/>
                <p:cNvSpPr/>
                <p:nvPr/>
              </p:nvSpPr>
              <p:spPr>
                <a:xfrm rot="5400000" flipH="1">
                  <a:off x="845389" y="556526"/>
                  <a:ext cx="39655" cy="32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" h="731" extrusionOk="0">
                      <a:moveTo>
                        <a:pt x="365" y="1"/>
                      </a:moveTo>
                      <a:cubicBezTo>
                        <a:pt x="274" y="1"/>
                        <a:pt x="183" y="61"/>
                        <a:pt x="122" y="122"/>
                      </a:cubicBezTo>
                      <a:cubicBezTo>
                        <a:pt x="61" y="183"/>
                        <a:pt x="0" y="274"/>
                        <a:pt x="0" y="365"/>
                      </a:cubicBezTo>
                      <a:cubicBezTo>
                        <a:pt x="31" y="456"/>
                        <a:pt x="61" y="578"/>
                        <a:pt x="122" y="639"/>
                      </a:cubicBezTo>
                      <a:cubicBezTo>
                        <a:pt x="183" y="700"/>
                        <a:pt x="274" y="730"/>
                        <a:pt x="365" y="730"/>
                      </a:cubicBezTo>
                      <a:cubicBezTo>
                        <a:pt x="487" y="730"/>
                        <a:pt x="608" y="730"/>
                        <a:pt x="699" y="669"/>
                      </a:cubicBezTo>
                      <a:cubicBezTo>
                        <a:pt x="760" y="639"/>
                        <a:pt x="790" y="608"/>
                        <a:pt x="821" y="548"/>
                      </a:cubicBezTo>
                      <a:cubicBezTo>
                        <a:pt x="851" y="487"/>
                        <a:pt x="882" y="426"/>
                        <a:pt x="882" y="365"/>
                      </a:cubicBezTo>
                      <a:cubicBezTo>
                        <a:pt x="882" y="305"/>
                        <a:pt x="851" y="244"/>
                        <a:pt x="821" y="213"/>
                      </a:cubicBezTo>
                      <a:cubicBezTo>
                        <a:pt x="790" y="153"/>
                        <a:pt x="760" y="122"/>
                        <a:pt x="699" y="92"/>
                      </a:cubicBezTo>
                      <a:cubicBezTo>
                        <a:pt x="608" y="31"/>
                        <a:pt x="487" y="31"/>
                        <a:pt x="3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2" name="Google Shape;1952;p13"/>
                <p:cNvSpPr/>
                <p:nvPr/>
              </p:nvSpPr>
              <p:spPr>
                <a:xfrm rot="5400000" flipH="1">
                  <a:off x="753809" y="622144"/>
                  <a:ext cx="47882" cy="54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" h="1217" extrusionOk="0">
                      <a:moveTo>
                        <a:pt x="518" y="1"/>
                      </a:moveTo>
                      <a:cubicBezTo>
                        <a:pt x="396" y="1"/>
                        <a:pt x="244" y="62"/>
                        <a:pt x="153" y="153"/>
                      </a:cubicBezTo>
                      <a:lnTo>
                        <a:pt x="92" y="274"/>
                      </a:lnTo>
                      <a:cubicBezTo>
                        <a:pt x="31" y="335"/>
                        <a:pt x="31" y="426"/>
                        <a:pt x="1" y="517"/>
                      </a:cubicBezTo>
                      <a:lnTo>
                        <a:pt x="1" y="669"/>
                      </a:lnTo>
                      <a:cubicBezTo>
                        <a:pt x="1" y="761"/>
                        <a:pt x="31" y="821"/>
                        <a:pt x="62" y="882"/>
                      </a:cubicBezTo>
                      <a:cubicBezTo>
                        <a:pt x="62" y="943"/>
                        <a:pt x="122" y="1004"/>
                        <a:pt x="153" y="1065"/>
                      </a:cubicBezTo>
                      <a:cubicBezTo>
                        <a:pt x="214" y="1095"/>
                        <a:pt x="274" y="1125"/>
                        <a:pt x="335" y="1156"/>
                      </a:cubicBezTo>
                      <a:cubicBezTo>
                        <a:pt x="396" y="1186"/>
                        <a:pt x="457" y="1217"/>
                        <a:pt x="548" y="1217"/>
                      </a:cubicBezTo>
                      <a:cubicBezTo>
                        <a:pt x="670" y="1217"/>
                        <a:pt x="822" y="1156"/>
                        <a:pt x="913" y="1065"/>
                      </a:cubicBezTo>
                      <a:cubicBezTo>
                        <a:pt x="1004" y="943"/>
                        <a:pt x="1065" y="821"/>
                        <a:pt x="1065" y="669"/>
                      </a:cubicBezTo>
                      <a:lnTo>
                        <a:pt x="1034" y="517"/>
                      </a:lnTo>
                      <a:cubicBezTo>
                        <a:pt x="1034" y="396"/>
                        <a:pt x="1004" y="244"/>
                        <a:pt x="882" y="153"/>
                      </a:cubicBezTo>
                      <a:cubicBezTo>
                        <a:pt x="852" y="122"/>
                        <a:pt x="791" y="62"/>
                        <a:pt x="730" y="62"/>
                      </a:cubicBezTo>
                      <a:cubicBezTo>
                        <a:pt x="670" y="31"/>
                        <a:pt x="609" y="1"/>
                        <a:pt x="51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3" name="Google Shape;1953;p13"/>
                <p:cNvSpPr/>
                <p:nvPr/>
              </p:nvSpPr>
              <p:spPr>
                <a:xfrm rot="5400000" flipH="1">
                  <a:off x="762688" y="419172"/>
                  <a:ext cx="24638" cy="19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27" extrusionOk="0">
                      <a:moveTo>
                        <a:pt x="274" y="1"/>
                      </a:moveTo>
                      <a:cubicBezTo>
                        <a:pt x="0" y="1"/>
                        <a:pt x="0" y="426"/>
                        <a:pt x="274" y="426"/>
                      </a:cubicBezTo>
                      <a:cubicBezTo>
                        <a:pt x="547" y="426"/>
                        <a:pt x="547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4" name="Google Shape;1954;p13"/>
                <p:cNvSpPr/>
                <p:nvPr/>
              </p:nvSpPr>
              <p:spPr>
                <a:xfrm rot="5400000" flipH="1">
                  <a:off x="749693" y="295528"/>
                  <a:ext cx="35608" cy="3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821" extrusionOk="0">
                      <a:moveTo>
                        <a:pt x="396" y="0"/>
                      </a:moveTo>
                      <a:lnTo>
                        <a:pt x="335" y="31"/>
                      </a:lnTo>
                      <a:cubicBezTo>
                        <a:pt x="274" y="31"/>
                        <a:pt x="244" y="61"/>
                        <a:pt x="183" y="91"/>
                      </a:cubicBezTo>
                      <a:cubicBezTo>
                        <a:pt x="153" y="122"/>
                        <a:pt x="122" y="183"/>
                        <a:pt x="92" y="243"/>
                      </a:cubicBezTo>
                      <a:cubicBezTo>
                        <a:pt x="1" y="365"/>
                        <a:pt x="31" y="517"/>
                        <a:pt x="92" y="608"/>
                      </a:cubicBezTo>
                      <a:cubicBezTo>
                        <a:pt x="153" y="730"/>
                        <a:pt x="274" y="821"/>
                        <a:pt x="396" y="821"/>
                      </a:cubicBezTo>
                      <a:cubicBezTo>
                        <a:pt x="548" y="821"/>
                        <a:pt x="669" y="730"/>
                        <a:pt x="730" y="608"/>
                      </a:cubicBezTo>
                      <a:cubicBezTo>
                        <a:pt x="791" y="517"/>
                        <a:pt x="791" y="365"/>
                        <a:pt x="730" y="243"/>
                      </a:cubicBezTo>
                      <a:cubicBezTo>
                        <a:pt x="700" y="183"/>
                        <a:pt x="669" y="152"/>
                        <a:pt x="609" y="91"/>
                      </a:cubicBezTo>
                      <a:cubicBezTo>
                        <a:pt x="548" y="61"/>
                        <a:pt x="487" y="0"/>
                        <a:pt x="39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5" name="Google Shape;1955;p13"/>
                <p:cNvSpPr/>
                <p:nvPr/>
              </p:nvSpPr>
              <p:spPr>
                <a:xfrm rot="5400000" flipH="1">
                  <a:off x="780453" y="544927"/>
                  <a:ext cx="36957" cy="28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39" extrusionOk="0">
                      <a:moveTo>
                        <a:pt x="396" y="0"/>
                      </a:moveTo>
                      <a:cubicBezTo>
                        <a:pt x="1" y="0"/>
                        <a:pt x="1" y="639"/>
                        <a:pt x="396" y="639"/>
                      </a:cubicBezTo>
                      <a:cubicBezTo>
                        <a:pt x="821" y="639"/>
                        <a:pt x="821" y="0"/>
                        <a:pt x="39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6" name="Google Shape;1956;p13"/>
                <p:cNvSpPr/>
                <p:nvPr/>
              </p:nvSpPr>
              <p:spPr>
                <a:xfrm rot="5400000" flipH="1">
                  <a:off x="1001209" y="251287"/>
                  <a:ext cx="38306" cy="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" h="723" extrusionOk="0">
                      <a:moveTo>
                        <a:pt x="491" y="0"/>
                      </a:moveTo>
                      <a:cubicBezTo>
                        <a:pt x="459" y="0"/>
                        <a:pt x="426" y="4"/>
                        <a:pt x="396" y="12"/>
                      </a:cubicBezTo>
                      <a:lnTo>
                        <a:pt x="305" y="12"/>
                      </a:lnTo>
                      <a:cubicBezTo>
                        <a:pt x="305" y="12"/>
                        <a:pt x="274" y="42"/>
                        <a:pt x="274" y="42"/>
                      </a:cubicBezTo>
                      <a:cubicBezTo>
                        <a:pt x="214" y="42"/>
                        <a:pt x="153" y="73"/>
                        <a:pt x="122" y="133"/>
                      </a:cubicBezTo>
                      <a:cubicBezTo>
                        <a:pt x="92" y="133"/>
                        <a:pt x="92" y="164"/>
                        <a:pt x="62" y="194"/>
                      </a:cubicBezTo>
                      <a:cubicBezTo>
                        <a:pt x="1" y="285"/>
                        <a:pt x="1" y="437"/>
                        <a:pt x="62" y="529"/>
                      </a:cubicBezTo>
                      <a:cubicBezTo>
                        <a:pt x="92" y="559"/>
                        <a:pt x="92" y="559"/>
                        <a:pt x="122" y="589"/>
                      </a:cubicBezTo>
                      <a:cubicBezTo>
                        <a:pt x="153" y="620"/>
                        <a:pt x="214" y="650"/>
                        <a:pt x="274" y="681"/>
                      </a:cubicBezTo>
                      <a:lnTo>
                        <a:pt x="305" y="681"/>
                      </a:lnTo>
                      <a:lnTo>
                        <a:pt x="396" y="711"/>
                      </a:lnTo>
                      <a:cubicBezTo>
                        <a:pt x="426" y="719"/>
                        <a:pt x="459" y="722"/>
                        <a:pt x="491" y="722"/>
                      </a:cubicBezTo>
                      <a:cubicBezTo>
                        <a:pt x="590" y="722"/>
                        <a:pt x="692" y="688"/>
                        <a:pt x="761" y="620"/>
                      </a:cubicBezTo>
                      <a:cubicBezTo>
                        <a:pt x="821" y="559"/>
                        <a:pt x="852" y="468"/>
                        <a:pt x="852" y="346"/>
                      </a:cubicBezTo>
                      <a:cubicBezTo>
                        <a:pt x="852" y="255"/>
                        <a:pt x="821" y="164"/>
                        <a:pt x="761" y="103"/>
                      </a:cubicBezTo>
                      <a:cubicBezTo>
                        <a:pt x="692" y="35"/>
                        <a:pt x="590" y="0"/>
                        <a:pt x="49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7" name="Google Shape;1957;p13"/>
                <p:cNvSpPr/>
                <p:nvPr/>
              </p:nvSpPr>
              <p:spPr>
                <a:xfrm rot="5400000" flipH="1">
                  <a:off x="1121502" y="20864"/>
                  <a:ext cx="28729" cy="27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608" extrusionOk="0">
                      <a:moveTo>
                        <a:pt x="433" y="52"/>
                      </a:moveTo>
                      <a:cubicBezTo>
                        <a:pt x="438" y="52"/>
                        <a:pt x="446" y="56"/>
                        <a:pt x="453" y="61"/>
                      </a:cubicBezTo>
                      <a:lnTo>
                        <a:pt x="426" y="61"/>
                      </a:lnTo>
                      <a:cubicBezTo>
                        <a:pt x="426" y="54"/>
                        <a:pt x="429" y="52"/>
                        <a:pt x="433" y="52"/>
                      </a:cubicBezTo>
                      <a:close/>
                      <a:moveTo>
                        <a:pt x="305" y="0"/>
                      </a:moveTo>
                      <a:cubicBezTo>
                        <a:pt x="274" y="0"/>
                        <a:pt x="213" y="0"/>
                        <a:pt x="183" y="61"/>
                      </a:cubicBezTo>
                      <a:cubicBezTo>
                        <a:pt x="61" y="122"/>
                        <a:pt x="1" y="274"/>
                        <a:pt x="31" y="395"/>
                      </a:cubicBezTo>
                      <a:cubicBezTo>
                        <a:pt x="61" y="517"/>
                        <a:pt x="183" y="608"/>
                        <a:pt x="305" y="608"/>
                      </a:cubicBezTo>
                      <a:cubicBezTo>
                        <a:pt x="426" y="608"/>
                        <a:pt x="548" y="547"/>
                        <a:pt x="578" y="426"/>
                      </a:cubicBezTo>
                      <a:cubicBezTo>
                        <a:pt x="639" y="304"/>
                        <a:pt x="578" y="152"/>
                        <a:pt x="457" y="61"/>
                      </a:cubicBezTo>
                      <a:cubicBezTo>
                        <a:pt x="426" y="30"/>
                        <a:pt x="365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8" name="Google Shape;1958;p13"/>
                <p:cNvSpPr/>
                <p:nvPr/>
              </p:nvSpPr>
              <p:spPr>
                <a:xfrm rot="5400000" flipH="1">
                  <a:off x="1291668" y="9218"/>
                  <a:ext cx="35608" cy="355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791" extrusionOk="0">
                      <a:moveTo>
                        <a:pt x="396" y="1"/>
                      </a:moveTo>
                      <a:cubicBezTo>
                        <a:pt x="335" y="1"/>
                        <a:pt x="274" y="31"/>
                        <a:pt x="214" y="92"/>
                      </a:cubicBezTo>
                      <a:cubicBezTo>
                        <a:pt x="153" y="122"/>
                        <a:pt x="122" y="183"/>
                        <a:pt x="92" y="244"/>
                      </a:cubicBezTo>
                      <a:cubicBezTo>
                        <a:pt x="31" y="365"/>
                        <a:pt x="1" y="517"/>
                        <a:pt x="92" y="609"/>
                      </a:cubicBezTo>
                      <a:cubicBezTo>
                        <a:pt x="153" y="730"/>
                        <a:pt x="274" y="791"/>
                        <a:pt x="396" y="791"/>
                      </a:cubicBezTo>
                      <a:cubicBezTo>
                        <a:pt x="548" y="791"/>
                        <a:pt x="670" y="730"/>
                        <a:pt x="730" y="609"/>
                      </a:cubicBezTo>
                      <a:cubicBezTo>
                        <a:pt x="791" y="517"/>
                        <a:pt x="791" y="365"/>
                        <a:pt x="730" y="244"/>
                      </a:cubicBezTo>
                      <a:cubicBezTo>
                        <a:pt x="700" y="183"/>
                        <a:pt x="670" y="122"/>
                        <a:pt x="609" y="92"/>
                      </a:cubicBezTo>
                      <a:cubicBezTo>
                        <a:pt x="548" y="31"/>
                        <a:pt x="487" y="1"/>
                        <a:pt x="3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9" name="Google Shape;1959;p13"/>
                <p:cNvSpPr/>
                <p:nvPr/>
              </p:nvSpPr>
              <p:spPr>
                <a:xfrm rot="5400000" flipH="1">
                  <a:off x="1190528" y="215590"/>
                  <a:ext cx="10970" cy="164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" h="365" extrusionOk="0">
                      <a:moveTo>
                        <a:pt x="122" y="0"/>
                      </a:moveTo>
                      <a:cubicBezTo>
                        <a:pt x="61" y="0"/>
                        <a:pt x="31" y="61"/>
                        <a:pt x="31" y="122"/>
                      </a:cubicBezTo>
                      <a:cubicBezTo>
                        <a:pt x="31" y="152"/>
                        <a:pt x="31" y="213"/>
                        <a:pt x="0" y="243"/>
                      </a:cubicBezTo>
                      <a:cubicBezTo>
                        <a:pt x="0" y="304"/>
                        <a:pt x="61" y="365"/>
                        <a:pt x="122" y="365"/>
                      </a:cubicBezTo>
                      <a:cubicBezTo>
                        <a:pt x="183" y="365"/>
                        <a:pt x="244" y="304"/>
                        <a:pt x="244" y="243"/>
                      </a:cubicBezTo>
                      <a:lnTo>
                        <a:pt x="244" y="122"/>
                      </a:lnTo>
                      <a:cubicBezTo>
                        <a:pt x="213" y="61"/>
                        <a:pt x="213" y="0"/>
                        <a:pt x="12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0" name="Google Shape;1960;p13"/>
                <p:cNvSpPr/>
                <p:nvPr/>
              </p:nvSpPr>
              <p:spPr>
                <a:xfrm rot="5400000" flipH="1">
                  <a:off x="1328902" y="256233"/>
                  <a:ext cx="28774" cy="32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" h="715" extrusionOk="0">
                      <a:moveTo>
                        <a:pt x="320" y="0"/>
                      </a:moveTo>
                      <a:cubicBezTo>
                        <a:pt x="229" y="0"/>
                        <a:pt x="138" y="46"/>
                        <a:pt x="92" y="137"/>
                      </a:cubicBezTo>
                      <a:cubicBezTo>
                        <a:pt x="62" y="198"/>
                        <a:pt x="31" y="259"/>
                        <a:pt x="31" y="350"/>
                      </a:cubicBezTo>
                      <a:cubicBezTo>
                        <a:pt x="1" y="441"/>
                        <a:pt x="1" y="563"/>
                        <a:pt x="92" y="623"/>
                      </a:cubicBezTo>
                      <a:cubicBezTo>
                        <a:pt x="153" y="684"/>
                        <a:pt x="214" y="715"/>
                        <a:pt x="305" y="715"/>
                      </a:cubicBezTo>
                      <a:cubicBezTo>
                        <a:pt x="396" y="715"/>
                        <a:pt x="487" y="684"/>
                        <a:pt x="518" y="623"/>
                      </a:cubicBezTo>
                      <a:cubicBezTo>
                        <a:pt x="609" y="563"/>
                        <a:pt x="639" y="441"/>
                        <a:pt x="609" y="350"/>
                      </a:cubicBezTo>
                      <a:cubicBezTo>
                        <a:pt x="609" y="259"/>
                        <a:pt x="578" y="198"/>
                        <a:pt x="548" y="137"/>
                      </a:cubicBezTo>
                      <a:cubicBezTo>
                        <a:pt x="502" y="46"/>
                        <a:pt x="411" y="0"/>
                        <a:pt x="3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1" name="Google Shape;1961;p13"/>
                <p:cNvSpPr/>
                <p:nvPr/>
              </p:nvSpPr>
              <p:spPr>
                <a:xfrm rot="5400000" flipH="1">
                  <a:off x="1431096" y="67960"/>
                  <a:ext cx="32821" cy="30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670" extrusionOk="0">
                      <a:moveTo>
                        <a:pt x="395" y="0"/>
                      </a:moveTo>
                      <a:cubicBezTo>
                        <a:pt x="274" y="0"/>
                        <a:pt x="152" y="31"/>
                        <a:pt x="91" y="152"/>
                      </a:cubicBezTo>
                      <a:cubicBezTo>
                        <a:pt x="0" y="244"/>
                        <a:pt x="0" y="365"/>
                        <a:pt x="30" y="487"/>
                      </a:cubicBezTo>
                      <a:cubicBezTo>
                        <a:pt x="91" y="578"/>
                        <a:pt x="182" y="669"/>
                        <a:pt x="304" y="669"/>
                      </a:cubicBezTo>
                      <a:lnTo>
                        <a:pt x="486" y="669"/>
                      </a:lnTo>
                      <a:cubicBezTo>
                        <a:pt x="547" y="639"/>
                        <a:pt x="608" y="578"/>
                        <a:pt x="638" y="517"/>
                      </a:cubicBezTo>
                      <a:cubicBezTo>
                        <a:pt x="638" y="487"/>
                        <a:pt x="669" y="456"/>
                        <a:pt x="669" y="426"/>
                      </a:cubicBezTo>
                      <a:cubicBezTo>
                        <a:pt x="730" y="396"/>
                        <a:pt x="730" y="304"/>
                        <a:pt x="669" y="244"/>
                      </a:cubicBezTo>
                      <a:cubicBezTo>
                        <a:pt x="669" y="244"/>
                        <a:pt x="669" y="213"/>
                        <a:pt x="638" y="213"/>
                      </a:cubicBezTo>
                      <a:cubicBezTo>
                        <a:pt x="608" y="92"/>
                        <a:pt x="517" y="31"/>
                        <a:pt x="3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2" name="Google Shape;1962;p13"/>
                <p:cNvSpPr/>
                <p:nvPr/>
              </p:nvSpPr>
              <p:spPr>
                <a:xfrm rot="5400000" flipH="1">
                  <a:off x="1067494" y="167751"/>
                  <a:ext cx="36957" cy="28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39" extrusionOk="0">
                      <a:moveTo>
                        <a:pt x="396" y="0"/>
                      </a:moveTo>
                      <a:cubicBezTo>
                        <a:pt x="1" y="0"/>
                        <a:pt x="1" y="639"/>
                        <a:pt x="396" y="639"/>
                      </a:cubicBezTo>
                      <a:cubicBezTo>
                        <a:pt x="821" y="639"/>
                        <a:pt x="821" y="0"/>
                        <a:pt x="39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3" name="Google Shape;1963;p13"/>
                <p:cNvSpPr/>
                <p:nvPr/>
              </p:nvSpPr>
              <p:spPr>
                <a:xfrm rot="5400000" flipH="1">
                  <a:off x="1118759" y="422633"/>
                  <a:ext cx="34215" cy="27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608" extrusionOk="0">
                      <a:moveTo>
                        <a:pt x="365" y="0"/>
                      </a:moveTo>
                      <a:cubicBezTo>
                        <a:pt x="1" y="0"/>
                        <a:pt x="1" y="608"/>
                        <a:pt x="365" y="608"/>
                      </a:cubicBezTo>
                      <a:cubicBezTo>
                        <a:pt x="760" y="608"/>
                        <a:pt x="760" y="0"/>
                        <a:pt x="3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4" name="Google Shape;1964;p13"/>
                <p:cNvSpPr/>
                <p:nvPr/>
              </p:nvSpPr>
              <p:spPr>
                <a:xfrm rot="5400000" flipH="1">
                  <a:off x="1321054" y="436280"/>
                  <a:ext cx="21940" cy="17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396" extrusionOk="0">
                      <a:moveTo>
                        <a:pt x="244" y="1"/>
                      </a:moveTo>
                      <a:cubicBezTo>
                        <a:pt x="1" y="1"/>
                        <a:pt x="1" y="396"/>
                        <a:pt x="244" y="396"/>
                      </a:cubicBezTo>
                      <a:cubicBezTo>
                        <a:pt x="487" y="396"/>
                        <a:pt x="487" y="1"/>
                        <a:pt x="24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5" name="Google Shape;1965;p13"/>
                <p:cNvSpPr/>
                <p:nvPr/>
              </p:nvSpPr>
              <p:spPr>
                <a:xfrm rot="5400000" flipH="1">
                  <a:off x="1054497" y="620776"/>
                  <a:ext cx="31517" cy="24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" h="548" extrusionOk="0">
                      <a:moveTo>
                        <a:pt x="335" y="0"/>
                      </a:moveTo>
                      <a:cubicBezTo>
                        <a:pt x="1" y="0"/>
                        <a:pt x="1" y="548"/>
                        <a:pt x="335" y="548"/>
                      </a:cubicBezTo>
                      <a:cubicBezTo>
                        <a:pt x="700" y="548"/>
                        <a:pt x="700" y="0"/>
                        <a:pt x="33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6" name="Google Shape;1966;p13"/>
                <p:cNvSpPr/>
                <p:nvPr/>
              </p:nvSpPr>
              <p:spPr>
                <a:xfrm rot="5400000" flipH="1">
                  <a:off x="1074328" y="443811"/>
                  <a:ext cx="24683" cy="191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" h="426" extrusionOk="0">
                      <a:moveTo>
                        <a:pt x="275" y="0"/>
                      </a:moveTo>
                      <a:cubicBezTo>
                        <a:pt x="1" y="0"/>
                        <a:pt x="1" y="426"/>
                        <a:pt x="275" y="426"/>
                      </a:cubicBezTo>
                      <a:cubicBezTo>
                        <a:pt x="548" y="426"/>
                        <a:pt x="548" y="0"/>
                        <a:pt x="27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7" name="Google Shape;1967;p13"/>
                <p:cNvSpPr/>
                <p:nvPr/>
              </p:nvSpPr>
              <p:spPr>
                <a:xfrm rot="5400000" flipH="1">
                  <a:off x="962242" y="579074"/>
                  <a:ext cx="35563" cy="27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5" y="0"/>
                      </a:moveTo>
                      <a:cubicBezTo>
                        <a:pt x="0" y="0"/>
                        <a:pt x="0" y="608"/>
                        <a:pt x="395" y="608"/>
                      </a:cubicBezTo>
                      <a:cubicBezTo>
                        <a:pt x="790" y="608"/>
                        <a:pt x="790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8" name="Google Shape;1968;p13"/>
                <p:cNvSpPr/>
                <p:nvPr/>
              </p:nvSpPr>
              <p:spPr>
                <a:xfrm rot="5400000" flipH="1">
                  <a:off x="954058" y="759457"/>
                  <a:ext cx="34215" cy="2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579" extrusionOk="0">
                      <a:moveTo>
                        <a:pt x="365" y="1"/>
                      </a:moveTo>
                      <a:cubicBezTo>
                        <a:pt x="0" y="1"/>
                        <a:pt x="0" y="578"/>
                        <a:pt x="365" y="578"/>
                      </a:cubicBezTo>
                      <a:cubicBezTo>
                        <a:pt x="760" y="578"/>
                        <a:pt x="760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9" name="Google Shape;1969;p13"/>
                <p:cNvSpPr/>
                <p:nvPr/>
              </p:nvSpPr>
              <p:spPr>
                <a:xfrm rot="5400000" flipH="1">
                  <a:off x="848559" y="669850"/>
                  <a:ext cx="32866" cy="29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" h="645" extrusionOk="0">
                      <a:moveTo>
                        <a:pt x="425" y="1"/>
                      </a:moveTo>
                      <a:cubicBezTo>
                        <a:pt x="404" y="1"/>
                        <a:pt x="383" y="4"/>
                        <a:pt x="366" y="13"/>
                      </a:cubicBezTo>
                      <a:cubicBezTo>
                        <a:pt x="305" y="13"/>
                        <a:pt x="214" y="44"/>
                        <a:pt x="183" y="105"/>
                      </a:cubicBezTo>
                      <a:lnTo>
                        <a:pt x="122" y="165"/>
                      </a:lnTo>
                      <a:cubicBezTo>
                        <a:pt x="1" y="226"/>
                        <a:pt x="1" y="408"/>
                        <a:pt x="122" y="500"/>
                      </a:cubicBezTo>
                      <a:cubicBezTo>
                        <a:pt x="153" y="500"/>
                        <a:pt x="153" y="500"/>
                        <a:pt x="183" y="530"/>
                      </a:cubicBezTo>
                      <a:lnTo>
                        <a:pt x="122" y="500"/>
                      </a:lnTo>
                      <a:lnTo>
                        <a:pt x="183" y="560"/>
                      </a:lnTo>
                      <a:lnTo>
                        <a:pt x="244" y="591"/>
                      </a:lnTo>
                      <a:lnTo>
                        <a:pt x="335" y="621"/>
                      </a:lnTo>
                      <a:cubicBezTo>
                        <a:pt x="366" y="636"/>
                        <a:pt x="396" y="644"/>
                        <a:pt x="426" y="644"/>
                      </a:cubicBezTo>
                      <a:cubicBezTo>
                        <a:pt x="457" y="644"/>
                        <a:pt x="487" y="636"/>
                        <a:pt x="518" y="621"/>
                      </a:cubicBezTo>
                      <a:cubicBezTo>
                        <a:pt x="639" y="560"/>
                        <a:pt x="730" y="439"/>
                        <a:pt x="730" y="317"/>
                      </a:cubicBezTo>
                      <a:cubicBezTo>
                        <a:pt x="730" y="226"/>
                        <a:pt x="670" y="105"/>
                        <a:pt x="578" y="44"/>
                      </a:cubicBezTo>
                      <a:cubicBezTo>
                        <a:pt x="535" y="22"/>
                        <a:pt x="477" y="1"/>
                        <a:pt x="42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0" name="Google Shape;1970;p13"/>
                <p:cNvSpPr/>
                <p:nvPr/>
              </p:nvSpPr>
              <p:spPr>
                <a:xfrm rot="5400000" flipH="1">
                  <a:off x="784274" y="781285"/>
                  <a:ext cx="30078" cy="27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9" h="612" extrusionOk="0">
                      <a:moveTo>
                        <a:pt x="279" y="1"/>
                      </a:moveTo>
                      <a:cubicBezTo>
                        <a:pt x="205" y="1"/>
                        <a:pt x="126" y="44"/>
                        <a:pt x="61" y="87"/>
                      </a:cubicBezTo>
                      <a:cubicBezTo>
                        <a:pt x="31" y="147"/>
                        <a:pt x="0" y="208"/>
                        <a:pt x="0" y="299"/>
                      </a:cubicBezTo>
                      <a:cubicBezTo>
                        <a:pt x="0" y="390"/>
                        <a:pt x="31" y="451"/>
                        <a:pt x="61" y="512"/>
                      </a:cubicBezTo>
                      <a:cubicBezTo>
                        <a:pt x="136" y="562"/>
                        <a:pt x="230" y="611"/>
                        <a:pt x="312" y="611"/>
                      </a:cubicBezTo>
                      <a:cubicBezTo>
                        <a:pt x="331" y="611"/>
                        <a:pt x="348" y="609"/>
                        <a:pt x="365" y="603"/>
                      </a:cubicBezTo>
                      <a:lnTo>
                        <a:pt x="487" y="542"/>
                      </a:lnTo>
                      <a:cubicBezTo>
                        <a:pt x="547" y="512"/>
                        <a:pt x="578" y="512"/>
                        <a:pt x="608" y="451"/>
                      </a:cubicBezTo>
                      <a:cubicBezTo>
                        <a:pt x="639" y="421"/>
                        <a:pt x="669" y="360"/>
                        <a:pt x="669" y="299"/>
                      </a:cubicBezTo>
                      <a:cubicBezTo>
                        <a:pt x="669" y="269"/>
                        <a:pt x="669" y="208"/>
                        <a:pt x="639" y="178"/>
                      </a:cubicBezTo>
                      <a:cubicBezTo>
                        <a:pt x="608" y="117"/>
                        <a:pt x="547" y="87"/>
                        <a:pt x="487" y="56"/>
                      </a:cubicBezTo>
                      <a:lnTo>
                        <a:pt x="365" y="26"/>
                      </a:lnTo>
                      <a:cubicBezTo>
                        <a:pt x="338" y="8"/>
                        <a:pt x="309" y="1"/>
                        <a:pt x="27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1" name="Google Shape;1971;p13"/>
                <p:cNvSpPr/>
                <p:nvPr/>
              </p:nvSpPr>
              <p:spPr>
                <a:xfrm rot="5400000" flipH="1">
                  <a:off x="761315" y="736259"/>
                  <a:ext cx="11015" cy="82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" h="183" extrusionOk="0">
                      <a:moveTo>
                        <a:pt x="122" y="1"/>
                      </a:moveTo>
                      <a:cubicBezTo>
                        <a:pt x="1" y="1"/>
                        <a:pt x="1" y="183"/>
                        <a:pt x="122" y="183"/>
                      </a:cubicBezTo>
                      <a:cubicBezTo>
                        <a:pt x="244" y="183"/>
                        <a:pt x="244" y="1"/>
                        <a:pt x="12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2" name="Google Shape;1972;p13"/>
                <p:cNvSpPr/>
                <p:nvPr/>
              </p:nvSpPr>
              <p:spPr>
                <a:xfrm rot="5400000" flipH="1">
                  <a:off x="717607" y="498460"/>
                  <a:ext cx="32821" cy="24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548" extrusionOk="0">
                      <a:moveTo>
                        <a:pt x="365" y="1"/>
                      </a:moveTo>
                      <a:cubicBezTo>
                        <a:pt x="0" y="1"/>
                        <a:pt x="0" y="548"/>
                        <a:pt x="365" y="548"/>
                      </a:cubicBezTo>
                      <a:cubicBezTo>
                        <a:pt x="730" y="548"/>
                        <a:pt x="730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3" name="Google Shape;1973;p13"/>
                <p:cNvSpPr/>
                <p:nvPr/>
              </p:nvSpPr>
              <p:spPr>
                <a:xfrm rot="5400000" flipH="1">
                  <a:off x="736044" y="41344"/>
                  <a:ext cx="27381" cy="20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457" extrusionOk="0">
                      <a:moveTo>
                        <a:pt x="305" y="1"/>
                      </a:moveTo>
                      <a:cubicBezTo>
                        <a:pt x="1" y="1"/>
                        <a:pt x="1" y="457"/>
                        <a:pt x="305" y="457"/>
                      </a:cubicBezTo>
                      <a:cubicBezTo>
                        <a:pt x="609" y="457"/>
                        <a:pt x="609" y="1"/>
                        <a:pt x="30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4" name="Google Shape;1974;p13"/>
                <p:cNvSpPr/>
                <p:nvPr/>
              </p:nvSpPr>
              <p:spPr>
                <a:xfrm rot="5400000" flipH="1">
                  <a:off x="723049" y="-217676"/>
                  <a:ext cx="36957" cy="28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40" extrusionOk="0">
                      <a:moveTo>
                        <a:pt x="395" y="1"/>
                      </a:moveTo>
                      <a:cubicBezTo>
                        <a:pt x="0" y="1"/>
                        <a:pt x="0" y="639"/>
                        <a:pt x="395" y="639"/>
                      </a:cubicBezTo>
                      <a:cubicBezTo>
                        <a:pt x="821" y="639"/>
                        <a:pt x="821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5" name="Google Shape;1975;p13"/>
                <p:cNvSpPr/>
                <p:nvPr/>
              </p:nvSpPr>
              <p:spPr>
                <a:xfrm rot="5400000" flipH="1">
                  <a:off x="713965" y="-532851"/>
                  <a:ext cx="38351" cy="318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3" h="709" extrusionOk="0">
                      <a:moveTo>
                        <a:pt x="366" y="1"/>
                      </a:moveTo>
                      <a:cubicBezTo>
                        <a:pt x="275" y="1"/>
                        <a:pt x="183" y="31"/>
                        <a:pt x="123" y="92"/>
                      </a:cubicBezTo>
                      <a:cubicBezTo>
                        <a:pt x="62" y="153"/>
                        <a:pt x="1" y="274"/>
                        <a:pt x="1" y="366"/>
                      </a:cubicBezTo>
                      <a:cubicBezTo>
                        <a:pt x="31" y="457"/>
                        <a:pt x="62" y="548"/>
                        <a:pt x="123" y="609"/>
                      </a:cubicBezTo>
                      <a:cubicBezTo>
                        <a:pt x="172" y="658"/>
                        <a:pt x="242" y="708"/>
                        <a:pt x="316" y="708"/>
                      </a:cubicBezTo>
                      <a:cubicBezTo>
                        <a:pt x="332" y="708"/>
                        <a:pt x="349" y="706"/>
                        <a:pt x="366" y="700"/>
                      </a:cubicBezTo>
                      <a:lnTo>
                        <a:pt x="487" y="700"/>
                      </a:lnTo>
                      <a:cubicBezTo>
                        <a:pt x="609" y="700"/>
                        <a:pt x="670" y="670"/>
                        <a:pt x="761" y="609"/>
                      </a:cubicBezTo>
                      <a:cubicBezTo>
                        <a:pt x="822" y="548"/>
                        <a:pt x="852" y="426"/>
                        <a:pt x="852" y="335"/>
                      </a:cubicBezTo>
                      <a:cubicBezTo>
                        <a:pt x="852" y="274"/>
                        <a:pt x="822" y="153"/>
                        <a:pt x="761" y="92"/>
                      </a:cubicBezTo>
                      <a:cubicBezTo>
                        <a:pt x="670" y="31"/>
                        <a:pt x="609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6" name="Google Shape;1976;p13"/>
                <p:cNvSpPr/>
                <p:nvPr/>
              </p:nvSpPr>
              <p:spPr>
                <a:xfrm rot="5400000" flipH="1">
                  <a:off x="709400" y="-875654"/>
                  <a:ext cx="32821" cy="28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639" extrusionOk="0">
                      <a:moveTo>
                        <a:pt x="308" y="1"/>
                      </a:moveTo>
                      <a:cubicBezTo>
                        <a:pt x="251" y="1"/>
                        <a:pt x="198" y="16"/>
                        <a:pt x="152" y="46"/>
                      </a:cubicBezTo>
                      <a:cubicBezTo>
                        <a:pt x="61" y="107"/>
                        <a:pt x="0" y="228"/>
                        <a:pt x="0" y="320"/>
                      </a:cubicBezTo>
                      <a:cubicBezTo>
                        <a:pt x="0" y="441"/>
                        <a:pt x="61" y="563"/>
                        <a:pt x="152" y="593"/>
                      </a:cubicBezTo>
                      <a:cubicBezTo>
                        <a:pt x="198" y="624"/>
                        <a:pt x="251" y="639"/>
                        <a:pt x="308" y="639"/>
                      </a:cubicBezTo>
                      <a:cubicBezTo>
                        <a:pt x="365" y="639"/>
                        <a:pt x="426" y="624"/>
                        <a:pt x="487" y="593"/>
                      </a:cubicBezTo>
                      <a:cubicBezTo>
                        <a:pt x="487" y="593"/>
                        <a:pt x="517" y="593"/>
                        <a:pt x="548" y="563"/>
                      </a:cubicBezTo>
                      <a:cubicBezTo>
                        <a:pt x="730" y="472"/>
                        <a:pt x="730" y="198"/>
                        <a:pt x="548" y="76"/>
                      </a:cubicBezTo>
                      <a:cubicBezTo>
                        <a:pt x="517" y="76"/>
                        <a:pt x="487" y="76"/>
                        <a:pt x="487" y="46"/>
                      </a:cubicBezTo>
                      <a:cubicBezTo>
                        <a:pt x="426" y="16"/>
                        <a:pt x="365" y="1"/>
                        <a:pt x="30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7" name="Google Shape;1977;p13"/>
                <p:cNvSpPr/>
                <p:nvPr/>
              </p:nvSpPr>
              <p:spPr>
                <a:xfrm rot="5400000" flipH="1">
                  <a:off x="1038804" y="-933744"/>
                  <a:ext cx="45140" cy="342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" h="761" extrusionOk="0">
                      <a:moveTo>
                        <a:pt x="487" y="1"/>
                      </a:moveTo>
                      <a:cubicBezTo>
                        <a:pt x="1" y="1"/>
                        <a:pt x="1" y="760"/>
                        <a:pt x="487" y="760"/>
                      </a:cubicBezTo>
                      <a:cubicBezTo>
                        <a:pt x="1004" y="760"/>
                        <a:pt x="1004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8" name="Google Shape;1978;p13"/>
                <p:cNvSpPr/>
                <p:nvPr/>
              </p:nvSpPr>
              <p:spPr>
                <a:xfrm rot="5400000" flipH="1">
                  <a:off x="1139266" y="-793646"/>
                  <a:ext cx="42397" cy="32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3" h="730" extrusionOk="0">
                      <a:moveTo>
                        <a:pt x="457" y="0"/>
                      </a:moveTo>
                      <a:cubicBezTo>
                        <a:pt x="1" y="0"/>
                        <a:pt x="1" y="730"/>
                        <a:pt x="457" y="730"/>
                      </a:cubicBezTo>
                      <a:cubicBezTo>
                        <a:pt x="943" y="730"/>
                        <a:pt x="943" y="0"/>
                        <a:pt x="4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9" name="Google Shape;1979;p13"/>
                <p:cNvSpPr/>
                <p:nvPr/>
              </p:nvSpPr>
              <p:spPr>
                <a:xfrm rot="5400000" flipH="1">
                  <a:off x="1167304" y="-937857"/>
                  <a:ext cx="35563" cy="27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5" y="1"/>
                      </a:moveTo>
                      <a:cubicBezTo>
                        <a:pt x="0" y="1"/>
                        <a:pt x="0" y="609"/>
                        <a:pt x="395" y="609"/>
                      </a:cubicBezTo>
                      <a:cubicBezTo>
                        <a:pt x="791" y="609"/>
                        <a:pt x="791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0" name="Google Shape;1980;p13"/>
                <p:cNvSpPr/>
                <p:nvPr/>
              </p:nvSpPr>
              <p:spPr>
                <a:xfrm rot="5400000" flipH="1">
                  <a:off x="1257513" y="-765657"/>
                  <a:ext cx="35563" cy="27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6" y="1"/>
                      </a:moveTo>
                      <a:cubicBezTo>
                        <a:pt x="0" y="1"/>
                        <a:pt x="0" y="609"/>
                        <a:pt x="396" y="609"/>
                      </a:cubicBezTo>
                      <a:cubicBezTo>
                        <a:pt x="791" y="609"/>
                        <a:pt x="791" y="1"/>
                        <a:pt x="3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1" name="Google Shape;1981;p13"/>
                <p:cNvSpPr/>
                <p:nvPr/>
              </p:nvSpPr>
              <p:spPr>
                <a:xfrm rot="5400000" flipH="1">
                  <a:off x="1284181" y="-581859"/>
                  <a:ext cx="46489" cy="36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822" extrusionOk="0">
                      <a:moveTo>
                        <a:pt x="517" y="1"/>
                      </a:moveTo>
                      <a:cubicBezTo>
                        <a:pt x="0" y="1"/>
                        <a:pt x="0" y="822"/>
                        <a:pt x="517" y="822"/>
                      </a:cubicBezTo>
                      <a:cubicBezTo>
                        <a:pt x="1034" y="822"/>
                        <a:pt x="1034" y="1"/>
                        <a:pt x="51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2" name="Google Shape;1982;p13"/>
                <p:cNvSpPr/>
                <p:nvPr/>
              </p:nvSpPr>
              <p:spPr>
                <a:xfrm rot="5400000" flipH="1">
                  <a:off x="1297514" y="-335900"/>
                  <a:ext cx="36957" cy="32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733" extrusionOk="0">
                      <a:moveTo>
                        <a:pt x="373" y="1"/>
                      </a:moveTo>
                      <a:cubicBezTo>
                        <a:pt x="189" y="1"/>
                        <a:pt x="1" y="155"/>
                        <a:pt x="1" y="360"/>
                      </a:cubicBezTo>
                      <a:cubicBezTo>
                        <a:pt x="1" y="574"/>
                        <a:pt x="206" y="733"/>
                        <a:pt x="398" y="733"/>
                      </a:cubicBezTo>
                      <a:cubicBezTo>
                        <a:pt x="450" y="733"/>
                        <a:pt x="502" y="720"/>
                        <a:pt x="548" y="694"/>
                      </a:cubicBezTo>
                      <a:lnTo>
                        <a:pt x="639" y="633"/>
                      </a:lnTo>
                      <a:cubicBezTo>
                        <a:pt x="730" y="573"/>
                        <a:pt x="822" y="481"/>
                        <a:pt x="822" y="360"/>
                      </a:cubicBezTo>
                      <a:cubicBezTo>
                        <a:pt x="822" y="238"/>
                        <a:pt x="730" y="147"/>
                        <a:pt x="639" y="117"/>
                      </a:cubicBezTo>
                      <a:lnTo>
                        <a:pt x="548" y="56"/>
                      </a:lnTo>
                      <a:cubicBezTo>
                        <a:pt x="495" y="18"/>
                        <a:pt x="434" y="1"/>
                        <a:pt x="37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3" name="Google Shape;1983;p13"/>
                <p:cNvSpPr/>
                <p:nvPr/>
              </p:nvSpPr>
              <p:spPr>
                <a:xfrm rot="5400000" flipH="1">
                  <a:off x="1387363" y="-283251"/>
                  <a:ext cx="36957" cy="28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39" extrusionOk="0">
                      <a:moveTo>
                        <a:pt x="395" y="1"/>
                      </a:moveTo>
                      <a:cubicBezTo>
                        <a:pt x="0" y="1"/>
                        <a:pt x="0" y="639"/>
                        <a:pt x="395" y="639"/>
                      </a:cubicBezTo>
                      <a:cubicBezTo>
                        <a:pt x="821" y="639"/>
                        <a:pt x="821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4" name="Google Shape;1984;p13"/>
                <p:cNvSpPr/>
                <p:nvPr/>
              </p:nvSpPr>
              <p:spPr>
                <a:xfrm rot="5400000" flipH="1">
                  <a:off x="1276649" y="-105567"/>
                  <a:ext cx="46489" cy="355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791" extrusionOk="0">
                      <a:moveTo>
                        <a:pt x="517" y="0"/>
                      </a:moveTo>
                      <a:cubicBezTo>
                        <a:pt x="1" y="0"/>
                        <a:pt x="1" y="791"/>
                        <a:pt x="517" y="791"/>
                      </a:cubicBezTo>
                      <a:cubicBezTo>
                        <a:pt x="1034" y="791"/>
                        <a:pt x="1034" y="0"/>
                        <a:pt x="5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5" name="Google Shape;1985;p13"/>
                <p:cNvSpPr/>
                <p:nvPr/>
              </p:nvSpPr>
              <p:spPr>
                <a:xfrm rot="5400000" flipH="1">
                  <a:off x="1109876" y="-46823"/>
                  <a:ext cx="17804" cy="15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336" extrusionOk="0">
                      <a:moveTo>
                        <a:pt x="183" y="1"/>
                      </a:moveTo>
                      <a:cubicBezTo>
                        <a:pt x="1" y="1"/>
                        <a:pt x="1" y="335"/>
                        <a:pt x="183" y="335"/>
                      </a:cubicBezTo>
                      <a:cubicBezTo>
                        <a:pt x="396" y="335"/>
                        <a:pt x="396" y="1"/>
                        <a:pt x="18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6" name="Google Shape;1986;p13"/>
                <p:cNvSpPr/>
                <p:nvPr/>
              </p:nvSpPr>
              <p:spPr>
                <a:xfrm rot="5400000" flipH="1">
                  <a:off x="1241796" y="-207402"/>
                  <a:ext cx="32821" cy="2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579" extrusionOk="0">
                      <a:moveTo>
                        <a:pt x="365" y="1"/>
                      </a:moveTo>
                      <a:cubicBezTo>
                        <a:pt x="0" y="1"/>
                        <a:pt x="0" y="578"/>
                        <a:pt x="365" y="578"/>
                      </a:cubicBezTo>
                      <a:cubicBezTo>
                        <a:pt x="730" y="578"/>
                        <a:pt x="730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7" name="Google Shape;1987;p13"/>
                <p:cNvSpPr/>
                <p:nvPr/>
              </p:nvSpPr>
              <p:spPr>
                <a:xfrm rot="5400000" flipH="1">
                  <a:off x="1397594" y="-137690"/>
                  <a:ext cx="34215" cy="27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609" extrusionOk="0">
                      <a:moveTo>
                        <a:pt x="244" y="0"/>
                      </a:moveTo>
                      <a:cubicBezTo>
                        <a:pt x="183" y="31"/>
                        <a:pt x="122" y="61"/>
                        <a:pt x="92" y="92"/>
                      </a:cubicBezTo>
                      <a:cubicBezTo>
                        <a:pt x="31" y="152"/>
                        <a:pt x="1" y="213"/>
                        <a:pt x="1" y="304"/>
                      </a:cubicBezTo>
                      <a:cubicBezTo>
                        <a:pt x="1" y="395"/>
                        <a:pt x="31" y="456"/>
                        <a:pt x="92" y="517"/>
                      </a:cubicBezTo>
                      <a:cubicBezTo>
                        <a:pt x="122" y="578"/>
                        <a:pt x="183" y="578"/>
                        <a:pt x="244" y="608"/>
                      </a:cubicBezTo>
                      <a:lnTo>
                        <a:pt x="396" y="608"/>
                      </a:lnTo>
                      <a:lnTo>
                        <a:pt x="548" y="578"/>
                      </a:lnTo>
                      <a:lnTo>
                        <a:pt x="639" y="547"/>
                      </a:lnTo>
                      <a:cubicBezTo>
                        <a:pt x="669" y="547"/>
                        <a:pt x="700" y="517"/>
                        <a:pt x="700" y="487"/>
                      </a:cubicBezTo>
                      <a:cubicBezTo>
                        <a:pt x="730" y="426"/>
                        <a:pt x="761" y="365"/>
                        <a:pt x="761" y="304"/>
                      </a:cubicBezTo>
                      <a:cubicBezTo>
                        <a:pt x="761" y="274"/>
                        <a:pt x="761" y="213"/>
                        <a:pt x="730" y="152"/>
                      </a:cubicBezTo>
                      <a:cubicBezTo>
                        <a:pt x="700" y="122"/>
                        <a:pt x="609" y="31"/>
                        <a:pt x="548" y="31"/>
                      </a:cubicBezTo>
                      <a:lnTo>
                        <a:pt x="39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8" name="Google Shape;1988;p13"/>
                <p:cNvSpPr/>
                <p:nvPr/>
              </p:nvSpPr>
              <p:spPr>
                <a:xfrm rot="5400000" flipH="1">
                  <a:off x="1566409" y="-474580"/>
                  <a:ext cx="23289" cy="17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396" extrusionOk="0">
                      <a:moveTo>
                        <a:pt x="243" y="0"/>
                      </a:moveTo>
                      <a:cubicBezTo>
                        <a:pt x="0" y="0"/>
                        <a:pt x="0" y="396"/>
                        <a:pt x="243" y="396"/>
                      </a:cubicBezTo>
                      <a:cubicBezTo>
                        <a:pt x="517" y="396"/>
                        <a:pt x="517" y="0"/>
                        <a:pt x="24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9" name="Google Shape;1989;p13"/>
                <p:cNvSpPr/>
                <p:nvPr/>
              </p:nvSpPr>
              <p:spPr>
                <a:xfrm rot="5400000" flipH="1">
                  <a:off x="1356581" y="-699385"/>
                  <a:ext cx="32866" cy="2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" h="579" extrusionOk="0">
                      <a:moveTo>
                        <a:pt x="366" y="1"/>
                      </a:moveTo>
                      <a:cubicBezTo>
                        <a:pt x="1" y="1"/>
                        <a:pt x="1" y="578"/>
                        <a:pt x="366" y="578"/>
                      </a:cubicBezTo>
                      <a:cubicBezTo>
                        <a:pt x="730" y="578"/>
                        <a:pt x="730" y="1"/>
                        <a:pt x="36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990" name="Google Shape;1990;p13"/>
              <p:cNvSpPr/>
              <p:nvPr/>
            </p:nvSpPr>
            <p:spPr>
              <a:xfrm rot="-1417605" flipH="1">
                <a:off x="8596896" y="-469975"/>
                <a:ext cx="790551" cy="1070411"/>
              </a:xfrm>
              <a:custGeom>
                <a:avLst/>
                <a:gdLst/>
                <a:ahLst/>
                <a:cxnLst/>
                <a:rect l="l" t="t" r="r" b="b"/>
                <a:pathLst>
                  <a:path w="31739" h="42977" extrusionOk="0">
                    <a:moveTo>
                      <a:pt x="2341" y="25"/>
                    </a:moveTo>
                    <a:cubicBezTo>
                      <a:pt x="1031" y="25"/>
                      <a:pt x="1" y="1830"/>
                      <a:pt x="826" y="2949"/>
                    </a:cubicBezTo>
                    <a:cubicBezTo>
                      <a:pt x="1950" y="4469"/>
                      <a:pt x="2771" y="5380"/>
                      <a:pt x="4686" y="6019"/>
                    </a:cubicBezTo>
                    <a:cubicBezTo>
                      <a:pt x="6115" y="6475"/>
                      <a:pt x="7725" y="6687"/>
                      <a:pt x="9245" y="6748"/>
                    </a:cubicBezTo>
                    <a:cubicBezTo>
                      <a:pt x="9368" y="6753"/>
                      <a:pt x="9492" y="6755"/>
                      <a:pt x="9617" y="6755"/>
                    </a:cubicBezTo>
                    <a:cubicBezTo>
                      <a:pt x="11270" y="6755"/>
                      <a:pt x="13089" y="6354"/>
                      <a:pt x="14830" y="6354"/>
                    </a:cubicBezTo>
                    <a:cubicBezTo>
                      <a:pt x="16208" y="6354"/>
                      <a:pt x="17538" y="6606"/>
                      <a:pt x="18698" y="7508"/>
                    </a:cubicBezTo>
                    <a:cubicBezTo>
                      <a:pt x="19701" y="8298"/>
                      <a:pt x="20340" y="9545"/>
                      <a:pt x="21282" y="10426"/>
                    </a:cubicBezTo>
                    <a:cubicBezTo>
                      <a:pt x="22376" y="11429"/>
                      <a:pt x="23835" y="11429"/>
                      <a:pt x="24960" y="12371"/>
                    </a:cubicBezTo>
                    <a:cubicBezTo>
                      <a:pt x="27452" y="14408"/>
                      <a:pt x="27665" y="18359"/>
                      <a:pt x="27726" y="21308"/>
                    </a:cubicBezTo>
                    <a:cubicBezTo>
                      <a:pt x="27817" y="24773"/>
                      <a:pt x="25963" y="27053"/>
                      <a:pt x="24777" y="30092"/>
                    </a:cubicBezTo>
                    <a:cubicBezTo>
                      <a:pt x="24170" y="31673"/>
                      <a:pt x="24078" y="33162"/>
                      <a:pt x="22741" y="34347"/>
                    </a:cubicBezTo>
                    <a:cubicBezTo>
                      <a:pt x="21677" y="35259"/>
                      <a:pt x="20340" y="35989"/>
                      <a:pt x="19063" y="36536"/>
                    </a:cubicBezTo>
                    <a:cubicBezTo>
                      <a:pt x="17665" y="37113"/>
                      <a:pt x="16206" y="37569"/>
                      <a:pt x="14777" y="38086"/>
                    </a:cubicBezTo>
                    <a:cubicBezTo>
                      <a:pt x="13258" y="38633"/>
                      <a:pt x="11616" y="39332"/>
                      <a:pt x="10005" y="39424"/>
                    </a:cubicBezTo>
                    <a:cubicBezTo>
                      <a:pt x="7786" y="39575"/>
                      <a:pt x="5689" y="39940"/>
                      <a:pt x="4382" y="41946"/>
                    </a:cubicBezTo>
                    <a:cubicBezTo>
                      <a:pt x="4060" y="42453"/>
                      <a:pt x="4539" y="42977"/>
                      <a:pt x="5029" y="42977"/>
                    </a:cubicBezTo>
                    <a:cubicBezTo>
                      <a:pt x="5186" y="42977"/>
                      <a:pt x="5343" y="42923"/>
                      <a:pt x="5476" y="42797"/>
                    </a:cubicBezTo>
                    <a:cubicBezTo>
                      <a:pt x="6449" y="41886"/>
                      <a:pt x="7695" y="41673"/>
                      <a:pt x="8941" y="41642"/>
                    </a:cubicBezTo>
                    <a:cubicBezTo>
                      <a:pt x="9108" y="41642"/>
                      <a:pt x="9279" y="41640"/>
                      <a:pt x="9452" y="41640"/>
                    </a:cubicBezTo>
                    <a:cubicBezTo>
                      <a:pt x="9969" y="41640"/>
                      <a:pt x="10499" y="41658"/>
                      <a:pt x="10978" y="41794"/>
                    </a:cubicBezTo>
                    <a:cubicBezTo>
                      <a:pt x="11677" y="41977"/>
                      <a:pt x="12224" y="42341"/>
                      <a:pt x="12923" y="42493"/>
                    </a:cubicBezTo>
                    <a:cubicBezTo>
                      <a:pt x="13928" y="42697"/>
                      <a:pt x="14926" y="42798"/>
                      <a:pt x="15914" y="42798"/>
                    </a:cubicBezTo>
                    <a:cubicBezTo>
                      <a:pt x="17733" y="42798"/>
                      <a:pt x="19518" y="42453"/>
                      <a:pt x="21252" y="41764"/>
                    </a:cubicBezTo>
                    <a:cubicBezTo>
                      <a:pt x="23714" y="40791"/>
                      <a:pt x="26753" y="39424"/>
                      <a:pt x="28182" y="37113"/>
                    </a:cubicBezTo>
                    <a:cubicBezTo>
                      <a:pt x="28881" y="35958"/>
                      <a:pt x="29154" y="34651"/>
                      <a:pt x="29246" y="33344"/>
                    </a:cubicBezTo>
                    <a:cubicBezTo>
                      <a:pt x="29367" y="31794"/>
                      <a:pt x="29641" y="30518"/>
                      <a:pt x="30127" y="29059"/>
                    </a:cubicBezTo>
                    <a:cubicBezTo>
                      <a:pt x="31738" y="24074"/>
                      <a:pt x="31525" y="18481"/>
                      <a:pt x="28486" y="14074"/>
                    </a:cubicBezTo>
                    <a:cubicBezTo>
                      <a:pt x="27209" y="12250"/>
                      <a:pt x="25781" y="11034"/>
                      <a:pt x="23774" y="10031"/>
                    </a:cubicBezTo>
                    <a:cubicBezTo>
                      <a:pt x="21799" y="9058"/>
                      <a:pt x="20005" y="6809"/>
                      <a:pt x="19002" y="4833"/>
                    </a:cubicBezTo>
                    <a:cubicBezTo>
                      <a:pt x="17665" y="2189"/>
                      <a:pt x="14717" y="1277"/>
                      <a:pt x="11890" y="1216"/>
                    </a:cubicBezTo>
                    <a:cubicBezTo>
                      <a:pt x="11668" y="1212"/>
                      <a:pt x="11449" y="1211"/>
                      <a:pt x="11232" y="1211"/>
                    </a:cubicBezTo>
                    <a:cubicBezTo>
                      <a:pt x="10943" y="1211"/>
                      <a:pt x="10657" y="1213"/>
                      <a:pt x="10373" y="1213"/>
                    </a:cubicBezTo>
                    <a:cubicBezTo>
                      <a:pt x="9380" y="1213"/>
                      <a:pt x="8414" y="1186"/>
                      <a:pt x="7422" y="943"/>
                    </a:cubicBezTo>
                    <a:cubicBezTo>
                      <a:pt x="6570" y="730"/>
                      <a:pt x="5780" y="396"/>
                      <a:pt x="4929" y="213"/>
                    </a:cubicBezTo>
                    <a:cubicBezTo>
                      <a:pt x="4108" y="0"/>
                      <a:pt x="3318" y="122"/>
                      <a:pt x="2467" y="31"/>
                    </a:cubicBezTo>
                    <a:cubicBezTo>
                      <a:pt x="2425" y="27"/>
                      <a:pt x="2383" y="25"/>
                      <a:pt x="2341" y="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13"/>
              <p:cNvSpPr/>
              <p:nvPr/>
            </p:nvSpPr>
            <p:spPr>
              <a:xfrm rot="-5400000" flipH="1">
                <a:off x="8504932" y="1021243"/>
                <a:ext cx="281214" cy="236286"/>
              </a:xfrm>
              <a:custGeom>
                <a:avLst/>
                <a:gdLst/>
                <a:ahLst/>
                <a:cxnLst/>
                <a:rect l="l" t="t" r="r" b="b"/>
                <a:pathLst>
                  <a:path w="12311" h="10343" extrusionOk="0">
                    <a:moveTo>
                      <a:pt x="851" y="3200"/>
                    </a:moveTo>
                    <a:cubicBezTo>
                      <a:pt x="803" y="3314"/>
                      <a:pt x="762" y="3429"/>
                      <a:pt x="726" y="3545"/>
                    </a:cubicBezTo>
                    <a:lnTo>
                      <a:pt x="726" y="3545"/>
                    </a:lnTo>
                    <a:lnTo>
                      <a:pt x="851" y="3200"/>
                    </a:lnTo>
                    <a:close/>
                    <a:moveTo>
                      <a:pt x="726" y="3545"/>
                    </a:moveTo>
                    <a:lnTo>
                      <a:pt x="207" y="4972"/>
                    </a:lnTo>
                    <a:lnTo>
                      <a:pt x="207" y="4972"/>
                    </a:lnTo>
                    <a:cubicBezTo>
                      <a:pt x="318" y="4702"/>
                      <a:pt x="445" y="4441"/>
                      <a:pt x="586" y="4187"/>
                    </a:cubicBezTo>
                    <a:lnTo>
                      <a:pt x="586" y="4187"/>
                    </a:lnTo>
                    <a:cubicBezTo>
                      <a:pt x="615" y="3971"/>
                      <a:pt x="661" y="3757"/>
                      <a:pt x="726" y="3545"/>
                    </a:cubicBezTo>
                    <a:close/>
                    <a:moveTo>
                      <a:pt x="207" y="4972"/>
                    </a:moveTo>
                    <a:cubicBezTo>
                      <a:pt x="130" y="5158"/>
                      <a:pt x="61" y="5348"/>
                      <a:pt x="0" y="5541"/>
                    </a:cubicBezTo>
                    <a:lnTo>
                      <a:pt x="207" y="4972"/>
                    </a:lnTo>
                    <a:close/>
                    <a:moveTo>
                      <a:pt x="7689" y="0"/>
                    </a:moveTo>
                    <a:cubicBezTo>
                      <a:pt x="4804" y="0"/>
                      <a:pt x="1985" y="1681"/>
                      <a:pt x="586" y="4187"/>
                    </a:cubicBezTo>
                    <a:lnTo>
                      <a:pt x="586" y="4187"/>
                    </a:lnTo>
                    <a:cubicBezTo>
                      <a:pt x="393" y="5658"/>
                      <a:pt x="987" y="7230"/>
                      <a:pt x="1581" y="8641"/>
                    </a:cubicBezTo>
                    <a:cubicBezTo>
                      <a:pt x="1793" y="9097"/>
                      <a:pt x="2006" y="9614"/>
                      <a:pt x="2432" y="9887"/>
                    </a:cubicBezTo>
                    <a:cubicBezTo>
                      <a:pt x="2766" y="10130"/>
                      <a:pt x="3192" y="10191"/>
                      <a:pt x="3617" y="10222"/>
                    </a:cubicBezTo>
                    <a:cubicBezTo>
                      <a:pt x="4255" y="10294"/>
                      <a:pt x="4898" y="10342"/>
                      <a:pt x="5538" y="10342"/>
                    </a:cubicBezTo>
                    <a:cubicBezTo>
                      <a:pt x="6514" y="10342"/>
                      <a:pt x="7484" y="10230"/>
                      <a:pt x="8420" y="9918"/>
                    </a:cubicBezTo>
                    <a:cubicBezTo>
                      <a:pt x="9970" y="9401"/>
                      <a:pt x="11368" y="8276"/>
                      <a:pt x="11885" y="6757"/>
                    </a:cubicBezTo>
                    <a:cubicBezTo>
                      <a:pt x="12310" y="5419"/>
                      <a:pt x="12067" y="3960"/>
                      <a:pt x="11642" y="2623"/>
                    </a:cubicBezTo>
                    <a:cubicBezTo>
                      <a:pt x="11459" y="2045"/>
                      <a:pt x="11247" y="1468"/>
                      <a:pt x="10851" y="1012"/>
                    </a:cubicBezTo>
                    <a:cubicBezTo>
                      <a:pt x="10304" y="434"/>
                      <a:pt x="9484" y="191"/>
                      <a:pt x="8693" y="70"/>
                    </a:cubicBezTo>
                    <a:cubicBezTo>
                      <a:pt x="8359" y="23"/>
                      <a:pt x="8024" y="0"/>
                      <a:pt x="76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13"/>
              <p:cNvSpPr/>
              <p:nvPr/>
            </p:nvSpPr>
            <p:spPr>
              <a:xfrm rot="-5400000">
                <a:off x="8473206" y="3084906"/>
                <a:ext cx="1196330" cy="794618"/>
              </a:xfrm>
              <a:custGeom>
                <a:avLst/>
                <a:gdLst/>
                <a:ahLst/>
                <a:cxnLst/>
                <a:rect l="l" t="t" r="r" b="b"/>
                <a:pathLst>
                  <a:path w="52373" h="34783" extrusionOk="0">
                    <a:moveTo>
                      <a:pt x="24129" y="0"/>
                    </a:moveTo>
                    <a:cubicBezTo>
                      <a:pt x="22639" y="0"/>
                      <a:pt x="21270" y="534"/>
                      <a:pt x="20518" y="1828"/>
                    </a:cubicBezTo>
                    <a:cubicBezTo>
                      <a:pt x="18755" y="4898"/>
                      <a:pt x="22068" y="9305"/>
                      <a:pt x="19940" y="12132"/>
                    </a:cubicBezTo>
                    <a:cubicBezTo>
                      <a:pt x="18664" y="13804"/>
                      <a:pt x="16171" y="13864"/>
                      <a:pt x="14378" y="14959"/>
                    </a:cubicBezTo>
                    <a:cubicBezTo>
                      <a:pt x="12220" y="16266"/>
                      <a:pt x="11247" y="18910"/>
                      <a:pt x="9180" y="20339"/>
                    </a:cubicBezTo>
                    <a:cubicBezTo>
                      <a:pt x="5837" y="22618"/>
                      <a:pt x="1764" y="21980"/>
                      <a:pt x="852" y="26843"/>
                    </a:cubicBezTo>
                    <a:cubicBezTo>
                      <a:pt x="1" y="31555"/>
                      <a:pt x="3618" y="33439"/>
                      <a:pt x="7691" y="34169"/>
                    </a:cubicBezTo>
                    <a:cubicBezTo>
                      <a:pt x="10070" y="34591"/>
                      <a:pt x="12547" y="34783"/>
                      <a:pt x="15073" y="34783"/>
                    </a:cubicBezTo>
                    <a:cubicBezTo>
                      <a:pt x="24358" y="34783"/>
                      <a:pt x="34295" y="32191"/>
                      <a:pt x="42372" y="28941"/>
                    </a:cubicBezTo>
                    <a:cubicBezTo>
                      <a:pt x="45290" y="27755"/>
                      <a:pt x="48239" y="26327"/>
                      <a:pt x="50062" y="23773"/>
                    </a:cubicBezTo>
                    <a:cubicBezTo>
                      <a:pt x="51977" y="21129"/>
                      <a:pt x="52372" y="17482"/>
                      <a:pt x="51157" y="14442"/>
                    </a:cubicBezTo>
                    <a:cubicBezTo>
                      <a:pt x="49910" y="11433"/>
                      <a:pt x="47144" y="9092"/>
                      <a:pt x="43983" y="8302"/>
                    </a:cubicBezTo>
                    <a:cubicBezTo>
                      <a:pt x="41217" y="7603"/>
                      <a:pt x="38238" y="7998"/>
                      <a:pt x="35624" y="6934"/>
                    </a:cubicBezTo>
                    <a:cubicBezTo>
                      <a:pt x="32858" y="5779"/>
                      <a:pt x="31004" y="3165"/>
                      <a:pt x="28542" y="1433"/>
                    </a:cubicBezTo>
                    <a:cubicBezTo>
                      <a:pt x="27298" y="557"/>
                      <a:pt x="25651" y="0"/>
                      <a:pt x="241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13"/>
              <p:cNvSpPr/>
              <p:nvPr/>
            </p:nvSpPr>
            <p:spPr>
              <a:xfrm rot="-5400000">
                <a:off x="8339556" y="1640756"/>
                <a:ext cx="1125541" cy="973700"/>
              </a:xfrm>
              <a:custGeom>
                <a:avLst/>
                <a:gdLst/>
                <a:ahLst/>
                <a:cxnLst/>
                <a:rect l="l" t="t" r="r" b="b"/>
                <a:pathLst>
                  <a:path w="49274" h="42622" extrusionOk="0">
                    <a:moveTo>
                      <a:pt x="48694" y="1"/>
                    </a:moveTo>
                    <a:cubicBezTo>
                      <a:pt x="48391" y="1"/>
                      <a:pt x="48073" y="198"/>
                      <a:pt x="48043" y="582"/>
                    </a:cubicBezTo>
                    <a:cubicBezTo>
                      <a:pt x="47739" y="3804"/>
                      <a:pt x="43818" y="6114"/>
                      <a:pt x="41356" y="7816"/>
                    </a:cubicBezTo>
                    <a:cubicBezTo>
                      <a:pt x="39197" y="9306"/>
                      <a:pt x="37465" y="10947"/>
                      <a:pt x="35945" y="13105"/>
                    </a:cubicBezTo>
                    <a:cubicBezTo>
                      <a:pt x="35033" y="14412"/>
                      <a:pt x="34152" y="15993"/>
                      <a:pt x="32419" y="16175"/>
                    </a:cubicBezTo>
                    <a:cubicBezTo>
                      <a:pt x="31143" y="16327"/>
                      <a:pt x="29957" y="16175"/>
                      <a:pt x="28681" y="16479"/>
                    </a:cubicBezTo>
                    <a:cubicBezTo>
                      <a:pt x="26188" y="17056"/>
                      <a:pt x="23848" y="18394"/>
                      <a:pt x="21507" y="19366"/>
                    </a:cubicBezTo>
                    <a:cubicBezTo>
                      <a:pt x="20291" y="19853"/>
                      <a:pt x="19015" y="20309"/>
                      <a:pt x="17769" y="20673"/>
                    </a:cubicBezTo>
                    <a:cubicBezTo>
                      <a:pt x="16522" y="21038"/>
                      <a:pt x="15154" y="20856"/>
                      <a:pt x="13878" y="21221"/>
                    </a:cubicBezTo>
                    <a:cubicBezTo>
                      <a:pt x="12540" y="21585"/>
                      <a:pt x="11446" y="22436"/>
                      <a:pt x="10443" y="23439"/>
                    </a:cubicBezTo>
                    <a:cubicBezTo>
                      <a:pt x="9470" y="24412"/>
                      <a:pt x="8559" y="25020"/>
                      <a:pt x="7464" y="25841"/>
                    </a:cubicBezTo>
                    <a:cubicBezTo>
                      <a:pt x="5245" y="27482"/>
                      <a:pt x="4516" y="29914"/>
                      <a:pt x="4881" y="32497"/>
                    </a:cubicBezTo>
                    <a:cubicBezTo>
                      <a:pt x="5094" y="33926"/>
                      <a:pt x="5002" y="35537"/>
                      <a:pt x="4850" y="36996"/>
                    </a:cubicBezTo>
                    <a:cubicBezTo>
                      <a:pt x="4656" y="38717"/>
                      <a:pt x="3472" y="41606"/>
                      <a:pt x="1299" y="41606"/>
                    </a:cubicBezTo>
                    <a:cubicBezTo>
                      <a:pt x="1094" y="41606"/>
                      <a:pt x="879" y="41580"/>
                      <a:pt x="656" y="41525"/>
                    </a:cubicBezTo>
                    <a:cubicBezTo>
                      <a:pt x="609" y="41511"/>
                      <a:pt x="565" y="41505"/>
                      <a:pt x="525" y="41505"/>
                    </a:cubicBezTo>
                    <a:cubicBezTo>
                      <a:pt x="112" y="41505"/>
                      <a:pt x="0" y="42149"/>
                      <a:pt x="443" y="42315"/>
                    </a:cubicBezTo>
                    <a:cubicBezTo>
                      <a:pt x="1010" y="42519"/>
                      <a:pt x="1568" y="42622"/>
                      <a:pt x="2105" y="42622"/>
                    </a:cubicBezTo>
                    <a:cubicBezTo>
                      <a:pt x="3326" y="42622"/>
                      <a:pt x="4441" y="42094"/>
                      <a:pt x="5306" y="41039"/>
                    </a:cubicBezTo>
                    <a:cubicBezTo>
                      <a:pt x="6765" y="39276"/>
                      <a:pt x="6826" y="36874"/>
                      <a:pt x="6978" y="34716"/>
                    </a:cubicBezTo>
                    <a:cubicBezTo>
                      <a:pt x="7069" y="33440"/>
                      <a:pt x="7616" y="32345"/>
                      <a:pt x="8467" y="31373"/>
                    </a:cubicBezTo>
                    <a:cubicBezTo>
                      <a:pt x="9167" y="30522"/>
                      <a:pt x="10352" y="30370"/>
                      <a:pt x="11355" y="29975"/>
                    </a:cubicBezTo>
                    <a:cubicBezTo>
                      <a:pt x="12601" y="29458"/>
                      <a:pt x="13544" y="28759"/>
                      <a:pt x="14486" y="27816"/>
                    </a:cubicBezTo>
                    <a:cubicBezTo>
                      <a:pt x="15337" y="26965"/>
                      <a:pt x="16006" y="26905"/>
                      <a:pt x="17191" y="26722"/>
                    </a:cubicBezTo>
                    <a:cubicBezTo>
                      <a:pt x="19653" y="26388"/>
                      <a:pt x="21598" y="25354"/>
                      <a:pt x="23513" y="23804"/>
                    </a:cubicBezTo>
                    <a:cubicBezTo>
                      <a:pt x="25428" y="22254"/>
                      <a:pt x="26918" y="20522"/>
                      <a:pt x="29197" y="19640"/>
                    </a:cubicBezTo>
                    <a:cubicBezTo>
                      <a:pt x="31264" y="18850"/>
                      <a:pt x="33392" y="19063"/>
                      <a:pt x="35185" y="17664"/>
                    </a:cubicBezTo>
                    <a:cubicBezTo>
                      <a:pt x="37009" y="16266"/>
                      <a:pt x="37951" y="14108"/>
                      <a:pt x="39532" y="12436"/>
                    </a:cubicBezTo>
                    <a:cubicBezTo>
                      <a:pt x="41477" y="10339"/>
                      <a:pt x="44152" y="9123"/>
                      <a:pt x="46280" y="7239"/>
                    </a:cubicBezTo>
                    <a:cubicBezTo>
                      <a:pt x="48255" y="5506"/>
                      <a:pt x="49167" y="3166"/>
                      <a:pt x="49258" y="582"/>
                    </a:cubicBezTo>
                    <a:cubicBezTo>
                      <a:pt x="49274" y="191"/>
                      <a:pt x="48991" y="1"/>
                      <a:pt x="4869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94" name="Google Shape;1994;p13"/>
              <p:cNvGrpSpPr/>
              <p:nvPr/>
            </p:nvGrpSpPr>
            <p:grpSpPr>
              <a:xfrm flipH="1">
                <a:off x="8367686" y="3138289"/>
                <a:ext cx="555701" cy="751324"/>
                <a:chOff x="952673" y="3346414"/>
                <a:chExt cx="555701" cy="751324"/>
              </a:xfrm>
            </p:grpSpPr>
            <p:sp>
              <p:nvSpPr>
                <p:cNvPr id="1995" name="Google Shape;1995;p13"/>
                <p:cNvSpPr/>
                <p:nvPr/>
              </p:nvSpPr>
              <p:spPr>
                <a:xfrm rot="-9184057" flipH="1">
                  <a:off x="1048970" y="3894218"/>
                  <a:ext cx="52795" cy="94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4134" extrusionOk="0">
                      <a:moveTo>
                        <a:pt x="1228" y="0"/>
                      </a:moveTo>
                      <a:cubicBezTo>
                        <a:pt x="1102" y="0"/>
                        <a:pt x="977" y="49"/>
                        <a:pt x="882" y="163"/>
                      </a:cubicBezTo>
                      <a:cubicBezTo>
                        <a:pt x="669" y="436"/>
                        <a:pt x="578" y="740"/>
                        <a:pt x="396" y="1044"/>
                      </a:cubicBezTo>
                      <a:cubicBezTo>
                        <a:pt x="152" y="1531"/>
                        <a:pt x="0" y="1804"/>
                        <a:pt x="92" y="2382"/>
                      </a:cubicBezTo>
                      <a:cubicBezTo>
                        <a:pt x="213" y="3142"/>
                        <a:pt x="730" y="3689"/>
                        <a:pt x="1368" y="4053"/>
                      </a:cubicBezTo>
                      <a:cubicBezTo>
                        <a:pt x="1466" y="4102"/>
                        <a:pt x="1572" y="4134"/>
                        <a:pt x="1678" y="4134"/>
                      </a:cubicBezTo>
                      <a:cubicBezTo>
                        <a:pt x="1770" y="4134"/>
                        <a:pt x="1861" y="4110"/>
                        <a:pt x="1946" y="4053"/>
                      </a:cubicBezTo>
                      <a:cubicBezTo>
                        <a:pt x="2311" y="3810"/>
                        <a:pt x="2219" y="3324"/>
                        <a:pt x="2189" y="2929"/>
                      </a:cubicBezTo>
                      <a:cubicBezTo>
                        <a:pt x="2128" y="2534"/>
                        <a:pt x="2159" y="2138"/>
                        <a:pt x="2067" y="1713"/>
                      </a:cubicBezTo>
                      <a:cubicBezTo>
                        <a:pt x="2007" y="1500"/>
                        <a:pt x="1824" y="1348"/>
                        <a:pt x="1763" y="1135"/>
                      </a:cubicBezTo>
                      <a:cubicBezTo>
                        <a:pt x="1703" y="983"/>
                        <a:pt x="1794" y="710"/>
                        <a:pt x="1794" y="528"/>
                      </a:cubicBezTo>
                      <a:cubicBezTo>
                        <a:pt x="1794" y="235"/>
                        <a:pt x="1507" y="0"/>
                        <a:pt x="122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6" name="Google Shape;1996;p13"/>
                <p:cNvSpPr/>
                <p:nvPr/>
              </p:nvSpPr>
              <p:spPr>
                <a:xfrm rot="-9184057" flipH="1">
                  <a:off x="1113850" y="3954637"/>
                  <a:ext cx="41144" cy="61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1" h="2678" extrusionOk="0">
                      <a:moveTo>
                        <a:pt x="607" y="1"/>
                      </a:moveTo>
                      <a:cubicBezTo>
                        <a:pt x="518" y="1"/>
                        <a:pt x="428" y="21"/>
                        <a:pt x="342" y="64"/>
                      </a:cubicBezTo>
                      <a:cubicBezTo>
                        <a:pt x="145" y="204"/>
                        <a:pt x="0" y="474"/>
                        <a:pt x="51" y="706"/>
                      </a:cubicBezTo>
                      <a:lnTo>
                        <a:pt x="51" y="706"/>
                      </a:lnTo>
                      <a:cubicBezTo>
                        <a:pt x="11" y="957"/>
                        <a:pt x="85" y="1124"/>
                        <a:pt x="159" y="1371"/>
                      </a:cubicBezTo>
                      <a:cubicBezTo>
                        <a:pt x="190" y="1553"/>
                        <a:pt x="190" y="1705"/>
                        <a:pt x="190" y="1888"/>
                      </a:cubicBezTo>
                      <a:cubicBezTo>
                        <a:pt x="190" y="2283"/>
                        <a:pt x="433" y="2496"/>
                        <a:pt x="767" y="2648"/>
                      </a:cubicBezTo>
                      <a:cubicBezTo>
                        <a:pt x="797" y="2678"/>
                        <a:pt x="889" y="2678"/>
                        <a:pt x="949" y="2678"/>
                      </a:cubicBezTo>
                      <a:cubicBezTo>
                        <a:pt x="1314" y="2678"/>
                        <a:pt x="1618" y="2404"/>
                        <a:pt x="1709" y="2100"/>
                      </a:cubicBezTo>
                      <a:cubicBezTo>
                        <a:pt x="1801" y="1766"/>
                        <a:pt x="1770" y="1371"/>
                        <a:pt x="1679" y="1006"/>
                      </a:cubicBezTo>
                      <a:cubicBezTo>
                        <a:pt x="1562" y="569"/>
                        <a:pt x="1362" y="215"/>
                        <a:pt x="916" y="80"/>
                      </a:cubicBezTo>
                      <a:lnTo>
                        <a:pt x="916" y="80"/>
                      </a:lnTo>
                      <a:cubicBezTo>
                        <a:pt x="818" y="29"/>
                        <a:pt x="713" y="1"/>
                        <a:pt x="60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7" name="Google Shape;1997;p13"/>
                <p:cNvSpPr/>
                <p:nvPr/>
              </p:nvSpPr>
              <p:spPr>
                <a:xfrm rot="-9184057" flipH="1">
                  <a:off x="1197002" y="3918499"/>
                  <a:ext cx="27117" cy="29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307" extrusionOk="0">
                      <a:moveTo>
                        <a:pt x="799" y="0"/>
                      </a:moveTo>
                      <a:cubicBezTo>
                        <a:pt x="710" y="0"/>
                        <a:pt x="618" y="39"/>
                        <a:pt x="553" y="133"/>
                      </a:cubicBezTo>
                      <a:cubicBezTo>
                        <a:pt x="461" y="285"/>
                        <a:pt x="340" y="437"/>
                        <a:pt x="249" y="619"/>
                      </a:cubicBezTo>
                      <a:cubicBezTo>
                        <a:pt x="218" y="680"/>
                        <a:pt x="188" y="741"/>
                        <a:pt x="157" y="832"/>
                      </a:cubicBezTo>
                      <a:cubicBezTo>
                        <a:pt x="127" y="923"/>
                        <a:pt x="97" y="984"/>
                        <a:pt x="66" y="1075"/>
                      </a:cubicBezTo>
                      <a:cubicBezTo>
                        <a:pt x="1" y="1206"/>
                        <a:pt x="124" y="1306"/>
                        <a:pt x="244" y="1306"/>
                      </a:cubicBezTo>
                      <a:cubicBezTo>
                        <a:pt x="290" y="1306"/>
                        <a:pt x="336" y="1291"/>
                        <a:pt x="370" y="1257"/>
                      </a:cubicBezTo>
                      <a:cubicBezTo>
                        <a:pt x="492" y="1136"/>
                        <a:pt x="644" y="1014"/>
                        <a:pt x="735" y="862"/>
                      </a:cubicBezTo>
                      <a:cubicBezTo>
                        <a:pt x="857" y="710"/>
                        <a:pt x="948" y="558"/>
                        <a:pt x="1039" y="406"/>
                      </a:cubicBezTo>
                      <a:cubicBezTo>
                        <a:pt x="1186" y="196"/>
                        <a:pt x="999" y="0"/>
                        <a:pt x="79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8" name="Google Shape;1998;p13"/>
                <p:cNvSpPr/>
                <p:nvPr/>
              </p:nvSpPr>
              <p:spPr>
                <a:xfrm rot="-9184057" flipH="1">
                  <a:off x="1206880" y="3808701"/>
                  <a:ext cx="38220" cy="727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" h="3185" extrusionOk="0">
                      <a:moveTo>
                        <a:pt x="836" y="0"/>
                      </a:moveTo>
                      <a:cubicBezTo>
                        <a:pt x="555" y="0"/>
                        <a:pt x="274" y="160"/>
                        <a:pt x="213" y="479"/>
                      </a:cubicBezTo>
                      <a:lnTo>
                        <a:pt x="183" y="479"/>
                      </a:lnTo>
                      <a:cubicBezTo>
                        <a:pt x="152" y="570"/>
                        <a:pt x="91" y="661"/>
                        <a:pt x="61" y="783"/>
                      </a:cubicBezTo>
                      <a:cubicBezTo>
                        <a:pt x="31" y="904"/>
                        <a:pt x="31" y="1026"/>
                        <a:pt x="31" y="1148"/>
                      </a:cubicBezTo>
                      <a:cubicBezTo>
                        <a:pt x="0" y="1360"/>
                        <a:pt x="0" y="1603"/>
                        <a:pt x="0" y="1816"/>
                      </a:cubicBezTo>
                      <a:cubicBezTo>
                        <a:pt x="31" y="2090"/>
                        <a:pt x="152" y="2242"/>
                        <a:pt x="243" y="2485"/>
                      </a:cubicBezTo>
                      <a:cubicBezTo>
                        <a:pt x="335" y="2667"/>
                        <a:pt x="395" y="2850"/>
                        <a:pt x="517" y="3002"/>
                      </a:cubicBezTo>
                      <a:cubicBezTo>
                        <a:pt x="593" y="3123"/>
                        <a:pt x="715" y="3184"/>
                        <a:pt x="836" y="3184"/>
                      </a:cubicBezTo>
                      <a:cubicBezTo>
                        <a:pt x="958" y="3184"/>
                        <a:pt x="1079" y="3123"/>
                        <a:pt x="1155" y="3002"/>
                      </a:cubicBezTo>
                      <a:cubicBezTo>
                        <a:pt x="1277" y="2850"/>
                        <a:pt x="1338" y="2667"/>
                        <a:pt x="1398" y="2485"/>
                      </a:cubicBezTo>
                      <a:cubicBezTo>
                        <a:pt x="1520" y="2242"/>
                        <a:pt x="1611" y="2090"/>
                        <a:pt x="1642" y="1816"/>
                      </a:cubicBezTo>
                      <a:cubicBezTo>
                        <a:pt x="1672" y="1603"/>
                        <a:pt x="1672" y="1360"/>
                        <a:pt x="1642" y="1148"/>
                      </a:cubicBezTo>
                      <a:cubicBezTo>
                        <a:pt x="1642" y="1026"/>
                        <a:pt x="1611" y="904"/>
                        <a:pt x="1611" y="783"/>
                      </a:cubicBezTo>
                      <a:cubicBezTo>
                        <a:pt x="1550" y="692"/>
                        <a:pt x="1520" y="570"/>
                        <a:pt x="1459" y="479"/>
                      </a:cubicBezTo>
                      <a:cubicBezTo>
                        <a:pt x="1398" y="160"/>
                        <a:pt x="1117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9" name="Google Shape;1999;p13"/>
                <p:cNvSpPr/>
                <p:nvPr/>
              </p:nvSpPr>
              <p:spPr>
                <a:xfrm rot="-9184057" flipH="1">
                  <a:off x="1118438" y="3810439"/>
                  <a:ext cx="38928" cy="43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" h="1903" extrusionOk="0">
                      <a:moveTo>
                        <a:pt x="1000" y="0"/>
                      </a:moveTo>
                      <a:cubicBezTo>
                        <a:pt x="766" y="0"/>
                        <a:pt x="539" y="119"/>
                        <a:pt x="427" y="321"/>
                      </a:cubicBezTo>
                      <a:cubicBezTo>
                        <a:pt x="305" y="503"/>
                        <a:pt x="214" y="686"/>
                        <a:pt x="123" y="898"/>
                      </a:cubicBezTo>
                      <a:cubicBezTo>
                        <a:pt x="31" y="1081"/>
                        <a:pt x="1" y="1233"/>
                        <a:pt x="62" y="1415"/>
                      </a:cubicBezTo>
                      <a:cubicBezTo>
                        <a:pt x="92" y="1567"/>
                        <a:pt x="214" y="1750"/>
                        <a:pt x="366" y="1810"/>
                      </a:cubicBezTo>
                      <a:cubicBezTo>
                        <a:pt x="469" y="1872"/>
                        <a:pt x="586" y="1903"/>
                        <a:pt x="705" y="1903"/>
                      </a:cubicBezTo>
                      <a:cubicBezTo>
                        <a:pt x="934" y="1903"/>
                        <a:pt x="1168" y="1788"/>
                        <a:pt x="1308" y="1567"/>
                      </a:cubicBezTo>
                      <a:cubicBezTo>
                        <a:pt x="1430" y="1354"/>
                        <a:pt x="1521" y="1081"/>
                        <a:pt x="1642" y="838"/>
                      </a:cubicBezTo>
                      <a:cubicBezTo>
                        <a:pt x="1703" y="686"/>
                        <a:pt x="1642" y="443"/>
                        <a:pt x="1551" y="321"/>
                      </a:cubicBezTo>
                      <a:cubicBezTo>
                        <a:pt x="1490" y="199"/>
                        <a:pt x="1369" y="108"/>
                        <a:pt x="1247" y="47"/>
                      </a:cubicBezTo>
                      <a:cubicBezTo>
                        <a:pt x="1167" y="15"/>
                        <a:pt x="1083" y="0"/>
                        <a:pt x="10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0" name="Google Shape;2000;p13"/>
                <p:cNvSpPr/>
                <p:nvPr/>
              </p:nvSpPr>
              <p:spPr>
                <a:xfrm rot="-9184057" flipH="1">
                  <a:off x="1023239" y="3722925"/>
                  <a:ext cx="70592" cy="73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0" h="3218" extrusionOk="0">
                      <a:moveTo>
                        <a:pt x="2223" y="1"/>
                      </a:moveTo>
                      <a:cubicBezTo>
                        <a:pt x="2179" y="1"/>
                        <a:pt x="2133" y="6"/>
                        <a:pt x="2088" y="14"/>
                      </a:cubicBezTo>
                      <a:lnTo>
                        <a:pt x="2088" y="14"/>
                      </a:lnTo>
                      <a:cubicBezTo>
                        <a:pt x="2055" y="11"/>
                        <a:pt x="2022" y="9"/>
                        <a:pt x="1988" y="9"/>
                      </a:cubicBezTo>
                      <a:cubicBezTo>
                        <a:pt x="1540" y="9"/>
                        <a:pt x="1059" y="312"/>
                        <a:pt x="761" y="635"/>
                      </a:cubicBezTo>
                      <a:cubicBezTo>
                        <a:pt x="426" y="1000"/>
                        <a:pt x="153" y="1486"/>
                        <a:pt x="62" y="2003"/>
                      </a:cubicBezTo>
                      <a:cubicBezTo>
                        <a:pt x="1" y="2398"/>
                        <a:pt x="122" y="2884"/>
                        <a:pt x="518" y="3066"/>
                      </a:cubicBezTo>
                      <a:cubicBezTo>
                        <a:pt x="705" y="3170"/>
                        <a:pt x="835" y="3217"/>
                        <a:pt x="995" y="3217"/>
                      </a:cubicBezTo>
                      <a:cubicBezTo>
                        <a:pt x="1070" y="3217"/>
                        <a:pt x="1151" y="3207"/>
                        <a:pt x="1247" y="3188"/>
                      </a:cubicBezTo>
                      <a:cubicBezTo>
                        <a:pt x="1551" y="3097"/>
                        <a:pt x="1855" y="2823"/>
                        <a:pt x="1916" y="2489"/>
                      </a:cubicBezTo>
                      <a:cubicBezTo>
                        <a:pt x="1977" y="2246"/>
                        <a:pt x="2037" y="2063"/>
                        <a:pt x="2159" y="1851"/>
                      </a:cubicBezTo>
                      <a:cubicBezTo>
                        <a:pt x="2306" y="1641"/>
                        <a:pt x="2511" y="1489"/>
                        <a:pt x="2664" y="1294"/>
                      </a:cubicBezTo>
                      <a:lnTo>
                        <a:pt x="2664" y="1294"/>
                      </a:lnTo>
                      <a:cubicBezTo>
                        <a:pt x="2754" y="1216"/>
                        <a:pt x="2806" y="1134"/>
                        <a:pt x="2858" y="1030"/>
                      </a:cubicBezTo>
                      <a:cubicBezTo>
                        <a:pt x="2875" y="996"/>
                        <a:pt x="2892" y="962"/>
                        <a:pt x="2904" y="928"/>
                      </a:cubicBezTo>
                      <a:lnTo>
                        <a:pt x="2904" y="928"/>
                      </a:lnTo>
                      <a:cubicBezTo>
                        <a:pt x="3090" y="663"/>
                        <a:pt x="3032" y="225"/>
                        <a:pt x="2676" y="149"/>
                      </a:cubicBezTo>
                      <a:lnTo>
                        <a:pt x="2676" y="149"/>
                      </a:lnTo>
                      <a:cubicBezTo>
                        <a:pt x="2706" y="194"/>
                        <a:pt x="2721" y="217"/>
                        <a:pt x="2718" y="217"/>
                      </a:cubicBezTo>
                      <a:cubicBezTo>
                        <a:pt x="2714" y="217"/>
                        <a:pt x="2691" y="194"/>
                        <a:pt x="2645" y="149"/>
                      </a:cubicBezTo>
                      <a:cubicBezTo>
                        <a:pt x="2554" y="88"/>
                        <a:pt x="2463" y="57"/>
                        <a:pt x="2372" y="27"/>
                      </a:cubicBezTo>
                      <a:cubicBezTo>
                        <a:pt x="2325" y="8"/>
                        <a:pt x="2275" y="1"/>
                        <a:pt x="222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1" name="Google Shape;2001;p13"/>
                <p:cNvSpPr/>
                <p:nvPr/>
              </p:nvSpPr>
              <p:spPr>
                <a:xfrm rot="-9184057" flipH="1">
                  <a:off x="1279704" y="3761050"/>
                  <a:ext cx="9047" cy="6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275" extrusionOk="0">
                      <a:moveTo>
                        <a:pt x="183" y="1"/>
                      </a:moveTo>
                      <a:cubicBezTo>
                        <a:pt x="0" y="1"/>
                        <a:pt x="0" y="274"/>
                        <a:pt x="183" y="274"/>
                      </a:cubicBezTo>
                      <a:cubicBezTo>
                        <a:pt x="395" y="274"/>
                        <a:pt x="395" y="1"/>
                        <a:pt x="18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2" name="Google Shape;2002;p13"/>
                <p:cNvSpPr/>
                <p:nvPr/>
              </p:nvSpPr>
              <p:spPr>
                <a:xfrm rot="-9184057" flipH="1">
                  <a:off x="1158682" y="3696172"/>
                  <a:ext cx="22251" cy="36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581" extrusionOk="0">
                      <a:moveTo>
                        <a:pt x="487" y="0"/>
                      </a:moveTo>
                      <a:cubicBezTo>
                        <a:pt x="244" y="30"/>
                        <a:pt x="0" y="213"/>
                        <a:pt x="31" y="486"/>
                      </a:cubicBezTo>
                      <a:lnTo>
                        <a:pt x="0" y="486"/>
                      </a:lnTo>
                      <a:lnTo>
                        <a:pt x="31" y="1094"/>
                      </a:lnTo>
                      <a:cubicBezTo>
                        <a:pt x="31" y="1337"/>
                        <a:pt x="244" y="1581"/>
                        <a:pt x="487" y="1581"/>
                      </a:cubicBezTo>
                      <a:cubicBezTo>
                        <a:pt x="760" y="1550"/>
                        <a:pt x="943" y="1368"/>
                        <a:pt x="973" y="1094"/>
                      </a:cubicBezTo>
                      <a:lnTo>
                        <a:pt x="973" y="486"/>
                      </a:lnTo>
                      <a:cubicBezTo>
                        <a:pt x="973" y="243"/>
                        <a:pt x="760" y="0"/>
                        <a:pt x="48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3" name="Google Shape;2003;p13"/>
                <p:cNvSpPr/>
                <p:nvPr/>
              </p:nvSpPr>
              <p:spPr>
                <a:xfrm rot="-9184057" flipH="1">
                  <a:off x="1253143" y="3758575"/>
                  <a:ext cx="40299" cy="3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4" h="1369" extrusionOk="0">
                      <a:moveTo>
                        <a:pt x="882" y="1"/>
                      </a:moveTo>
                      <a:cubicBezTo>
                        <a:pt x="0" y="1"/>
                        <a:pt x="0" y="1368"/>
                        <a:pt x="882" y="1368"/>
                      </a:cubicBezTo>
                      <a:cubicBezTo>
                        <a:pt x="1763" y="1368"/>
                        <a:pt x="1763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4" name="Google Shape;2004;p13"/>
                <p:cNvSpPr/>
                <p:nvPr/>
              </p:nvSpPr>
              <p:spPr>
                <a:xfrm rot="-9184057" flipH="1">
                  <a:off x="1152349" y="4034618"/>
                  <a:ext cx="46422" cy="556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2435" extrusionOk="0">
                      <a:moveTo>
                        <a:pt x="665" y="0"/>
                      </a:moveTo>
                      <a:cubicBezTo>
                        <a:pt x="603" y="0"/>
                        <a:pt x="526" y="29"/>
                        <a:pt x="482" y="73"/>
                      </a:cubicBezTo>
                      <a:cubicBezTo>
                        <a:pt x="435" y="143"/>
                        <a:pt x="407" y="195"/>
                        <a:pt x="368" y="256"/>
                      </a:cubicBezTo>
                      <a:lnTo>
                        <a:pt x="368" y="256"/>
                      </a:lnTo>
                      <a:cubicBezTo>
                        <a:pt x="1" y="655"/>
                        <a:pt x="160" y="1341"/>
                        <a:pt x="269" y="1806"/>
                      </a:cubicBezTo>
                      <a:cubicBezTo>
                        <a:pt x="330" y="2079"/>
                        <a:pt x="603" y="2353"/>
                        <a:pt x="877" y="2414"/>
                      </a:cubicBezTo>
                      <a:cubicBezTo>
                        <a:pt x="974" y="2424"/>
                        <a:pt x="1066" y="2435"/>
                        <a:pt x="1156" y="2435"/>
                      </a:cubicBezTo>
                      <a:cubicBezTo>
                        <a:pt x="1319" y="2435"/>
                        <a:pt x="1469" y="2399"/>
                        <a:pt x="1606" y="2262"/>
                      </a:cubicBezTo>
                      <a:lnTo>
                        <a:pt x="1698" y="2201"/>
                      </a:lnTo>
                      <a:cubicBezTo>
                        <a:pt x="1910" y="2018"/>
                        <a:pt x="2032" y="1654"/>
                        <a:pt x="1910" y="1380"/>
                      </a:cubicBezTo>
                      <a:cubicBezTo>
                        <a:pt x="1796" y="1061"/>
                        <a:pt x="1700" y="777"/>
                        <a:pt x="1492" y="539"/>
                      </a:cubicBezTo>
                      <a:lnTo>
                        <a:pt x="1492" y="539"/>
                      </a:lnTo>
                      <a:lnTo>
                        <a:pt x="1515" y="559"/>
                      </a:lnTo>
                      <a:cubicBezTo>
                        <a:pt x="1359" y="326"/>
                        <a:pt x="1181" y="114"/>
                        <a:pt x="924" y="76"/>
                      </a:cubicBezTo>
                      <a:lnTo>
                        <a:pt x="924" y="76"/>
                      </a:lnTo>
                      <a:cubicBezTo>
                        <a:pt x="864" y="50"/>
                        <a:pt x="801" y="31"/>
                        <a:pt x="725" y="12"/>
                      </a:cubicBezTo>
                      <a:cubicBezTo>
                        <a:pt x="709" y="4"/>
                        <a:pt x="688" y="0"/>
                        <a:pt x="6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5" name="Google Shape;2005;p13"/>
                <p:cNvSpPr/>
                <p:nvPr/>
              </p:nvSpPr>
              <p:spPr>
                <a:xfrm rot="-9184057" flipH="1">
                  <a:off x="1315257" y="3919121"/>
                  <a:ext cx="38220" cy="727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" h="3185" extrusionOk="0">
                      <a:moveTo>
                        <a:pt x="836" y="0"/>
                      </a:moveTo>
                      <a:cubicBezTo>
                        <a:pt x="555" y="0"/>
                        <a:pt x="274" y="160"/>
                        <a:pt x="213" y="479"/>
                      </a:cubicBezTo>
                      <a:lnTo>
                        <a:pt x="183" y="479"/>
                      </a:lnTo>
                      <a:cubicBezTo>
                        <a:pt x="152" y="570"/>
                        <a:pt x="91" y="661"/>
                        <a:pt x="61" y="783"/>
                      </a:cubicBezTo>
                      <a:cubicBezTo>
                        <a:pt x="31" y="904"/>
                        <a:pt x="31" y="1026"/>
                        <a:pt x="31" y="1148"/>
                      </a:cubicBezTo>
                      <a:cubicBezTo>
                        <a:pt x="0" y="1360"/>
                        <a:pt x="0" y="1603"/>
                        <a:pt x="0" y="1816"/>
                      </a:cubicBezTo>
                      <a:cubicBezTo>
                        <a:pt x="31" y="2090"/>
                        <a:pt x="152" y="2242"/>
                        <a:pt x="243" y="2485"/>
                      </a:cubicBezTo>
                      <a:cubicBezTo>
                        <a:pt x="335" y="2667"/>
                        <a:pt x="395" y="2850"/>
                        <a:pt x="517" y="3002"/>
                      </a:cubicBezTo>
                      <a:cubicBezTo>
                        <a:pt x="593" y="3123"/>
                        <a:pt x="715" y="3184"/>
                        <a:pt x="836" y="3184"/>
                      </a:cubicBezTo>
                      <a:cubicBezTo>
                        <a:pt x="958" y="3184"/>
                        <a:pt x="1079" y="3123"/>
                        <a:pt x="1155" y="3002"/>
                      </a:cubicBezTo>
                      <a:cubicBezTo>
                        <a:pt x="1277" y="2850"/>
                        <a:pt x="1338" y="2667"/>
                        <a:pt x="1398" y="2485"/>
                      </a:cubicBezTo>
                      <a:cubicBezTo>
                        <a:pt x="1520" y="2242"/>
                        <a:pt x="1611" y="2090"/>
                        <a:pt x="1642" y="1816"/>
                      </a:cubicBezTo>
                      <a:cubicBezTo>
                        <a:pt x="1672" y="1603"/>
                        <a:pt x="1672" y="1360"/>
                        <a:pt x="1642" y="1148"/>
                      </a:cubicBezTo>
                      <a:cubicBezTo>
                        <a:pt x="1642" y="1026"/>
                        <a:pt x="1611" y="904"/>
                        <a:pt x="1611" y="783"/>
                      </a:cubicBezTo>
                      <a:cubicBezTo>
                        <a:pt x="1550" y="692"/>
                        <a:pt x="1520" y="570"/>
                        <a:pt x="1459" y="479"/>
                      </a:cubicBezTo>
                      <a:cubicBezTo>
                        <a:pt x="1398" y="160"/>
                        <a:pt x="1117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6" name="Google Shape;2006;p13"/>
                <p:cNvSpPr/>
                <p:nvPr/>
              </p:nvSpPr>
              <p:spPr>
                <a:xfrm rot="-9184057" flipH="1">
                  <a:off x="1143424" y="3580149"/>
                  <a:ext cx="52795" cy="94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4134" extrusionOk="0">
                      <a:moveTo>
                        <a:pt x="1228" y="0"/>
                      </a:moveTo>
                      <a:cubicBezTo>
                        <a:pt x="1102" y="0"/>
                        <a:pt x="977" y="49"/>
                        <a:pt x="882" y="163"/>
                      </a:cubicBezTo>
                      <a:cubicBezTo>
                        <a:pt x="669" y="436"/>
                        <a:pt x="578" y="740"/>
                        <a:pt x="396" y="1044"/>
                      </a:cubicBezTo>
                      <a:cubicBezTo>
                        <a:pt x="152" y="1531"/>
                        <a:pt x="0" y="1804"/>
                        <a:pt x="92" y="2382"/>
                      </a:cubicBezTo>
                      <a:cubicBezTo>
                        <a:pt x="213" y="3142"/>
                        <a:pt x="730" y="3689"/>
                        <a:pt x="1368" y="4053"/>
                      </a:cubicBezTo>
                      <a:cubicBezTo>
                        <a:pt x="1466" y="4102"/>
                        <a:pt x="1572" y="4134"/>
                        <a:pt x="1678" y="4134"/>
                      </a:cubicBezTo>
                      <a:cubicBezTo>
                        <a:pt x="1770" y="4134"/>
                        <a:pt x="1861" y="4110"/>
                        <a:pt x="1946" y="4053"/>
                      </a:cubicBezTo>
                      <a:cubicBezTo>
                        <a:pt x="2311" y="3810"/>
                        <a:pt x="2219" y="3324"/>
                        <a:pt x="2189" y="2929"/>
                      </a:cubicBezTo>
                      <a:cubicBezTo>
                        <a:pt x="2128" y="2534"/>
                        <a:pt x="2159" y="2138"/>
                        <a:pt x="2067" y="1713"/>
                      </a:cubicBezTo>
                      <a:cubicBezTo>
                        <a:pt x="2007" y="1500"/>
                        <a:pt x="1824" y="1348"/>
                        <a:pt x="1763" y="1135"/>
                      </a:cubicBezTo>
                      <a:cubicBezTo>
                        <a:pt x="1703" y="983"/>
                        <a:pt x="1794" y="710"/>
                        <a:pt x="1794" y="528"/>
                      </a:cubicBezTo>
                      <a:cubicBezTo>
                        <a:pt x="1794" y="235"/>
                        <a:pt x="1507" y="0"/>
                        <a:pt x="122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7" name="Google Shape;2007;p13"/>
                <p:cNvSpPr/>
                <p:nvPr/>
              </p:nvSpPr>
              <p:spPr>
                <a:xfrm rot="-9184057" flipH="1">
                  <a:off x="1350235" y="3816538"/>
                  <a:ext cx="40299" cy="3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4" h="1369" extrusionOk="0">
                      <a:moveTo>
                        <a:pt x="882" y="1"/>
                      </a:moveTo>
                      <a:cubicBezTo>
                        <a:pt x="0" y="1"/>
                        <a:pt x="0" y="1368"/>
                        <a:pt x="882" y="1368"/>
                      </a:cubicBezTo>
                      <a:cubicBezTo>
                        <a:pt x="1763" y="1368"/>
                        <a:pt x="1763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8" name="Google Shape;2008;p13"/>
                <p:cNvSpPr/>
                <p:nvPr/>
              </p:nvSpPr>
              <p:spPr>
                <a:xfrm rot="-9184057" flipH="1">
                  <a:off x="1313791" y="3682747"/>
                  <a:ext cx="41144" cy="61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1" h="2678" extrusionOk="0">
                      <a:moveTo>
                        <a:pt x="607" y="1"/>
                      </a:moveTo>
                      <a:cubicBezTo>
                        <a:pt x="518" y="1"/>
                        <a:pt x="428" y="21"/>
                        <a:pt x="342" y="64"/>
                      </a:cubicBezTo>
                      <a:cubicBezTo>
                        <a:pt x="145" y="204"/>
                        <a:pt x="0" y="474"/>
                        <a:pt x="51" y="706"/>
                      </a:cubicBezTo>
                      <a:lnTo>
                        <a:pt x="51" y="706"/>
                      </a:lnTo>
                      <a:cubicBezTo>
                        <a:pt x="11" y="957"/>
                        <a:pt x="85" y="1124"/>
                        <a:pt x="159" y="1371"/>
                      </a:cubicBezTo>
                      <a:cubicBezTo>
                        <a:pt x="190" y="1553"/>
                        <a:pt x="190" y="1705"/>
                        <a:pt x="190" y="1888"/>
                      </a:cubicBezTo>
                      <a:cubicBezTo>
                        <a:pt x="190" y="2283"/>
                        <a:pt x="433" y="2496"/>
                        <a:pt x="767" y="2648"/>
                      </a:cubicBezTo>
                      <a:cubicBezTo>
                        <a:pt x="797" y="2678"/>
                        <a:pt x="889" y="2678"/>
                        <a:pt x="949" y="2678"/>
                      </a:cubicBezTo>
                      <a:cubicBezTo>
                        <a:pt x="1314" y="2678"/>
                        <a:pt x="1618" y="2404"/>
                        <a:pt x="1709" y="2100"/>
                      </a:cubicBezTo>
                      <a:cubicBezTo>
                        <a:pt x="1801" y="1766"/>
                        <a:pt x="1770" y="1371"/>
                        <a:pt x="1679" y="1006"/>
                      </a:cubicBezTo>
                      <a:cubicBezTo>
                        <a:pt x="1562" y="569"/>
                        <a:pt x="1362" y="215"/>
                        <a:pt x="916" y="80"/>
                      </a:cubicBezTo>
                      <a:lnTo>
                        <a:pt x="916" y="80"/>
                      </a:lnTo>
                      <a:cubicBezTo>
                        <a:pt x="818" y="29"/>
                        <a:pt x="713" y="1"/>
                        <a:pt x="60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9" name="Google Shape;2009;p13"/>
                <p:cNvSpPr/>
                <p:nvPr/>
              </p:nvSpPr>
              <p:spPr>
                <a:xfrm rot="-9184057" flipH="1">
                  <a:off x="1311157" y="3582616"/>
                  <a:ext cx="46422" cy="556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2435" extrusionOk="0">
                      <a:moveTo>
                        <a:pt x="665" y="0"/>
                      </a:moveTo>
                      <a:cubicBezTo>
                        <a:pt x="603" y="0"/>
                        <a:pt x="526" y="29"/>
                        <a:pt x="482" y="73"/>
                      </a:cubicBezTo>
                      <a:cubicBezTo>
                        <a:pt x="435" y="143"/>
                        <a:pt x="407" y="195"/>
                        <a:pt x="368" y="256"/>
                      </a:cubicBezTo>
                      <a:lnTo>
                        <a:pt x="368" y="256"/>
                      </a:lnTo>
                      <a:cubicBezTo>
                        <a:pt x="1" y="655"/>
                        <a:pt x="160" y="1341"/>
                        <a:pt x="269" y="1806"/>
                      </a:cubicBezTo>
                      <a:cubicBezTo>
                        <a:pt x="330" y="2079"/>
                        <a:pt x="603" y="2353"/>
                        <a:pt x="877" y="2414"/>
                      </a:cubicBezTo>
                      <a:cubicBezTo>
                        <a:pt x="974" y="2424"/>
                        <a:pt x="1066" y="2435"/>
                        <a:pt x="1156" y="2435"/>
                      </a:cubicBezTo>
                      <a:cubicBezTo>
                        <a:pt x="1319" y="2435"/>
                        <a:pt x="1469" y="2399"/>
                        <a:pt x="1606" y="2262"/>
                      </a:cubicBezTo>
                      <a:lnTo>
                        <a:pt x="1698" y="2201"/>
                      </a:lnTo>
                      <a:cubicBezTo>
                        <a:pt x="1910" y="2018"/>
                        <a:pt x="2032" y="1654"/>
                        <a:pt x="1910" y="1380"/>
                      </a:cubicBezTo>
                      <a:cubicBezTo>
                        <a:pt x="1796" y="1061"/>
                        <a:pt x="1700" y="777"/>
                        <a:pt x="1492" y="539"/>
                      </a:cubicBezTo>
                      <a:lnTo>
                        <a:pt x="1492" y="539"/>
                      </a:lnTo>
                      <a:lnTo>
                        <a:pt x="1515" y="559"/>
                      </a:lnTo>
                      <a:cubicBezTo>
                        <a:pt x="1359" y="326"/>
                        <a:pt x="1181" y="114"/>
                        <a:pt x="924" y="76"/>
                      </a:cubicBezTo>
                      <a:lnTo>
                        <a:pt x="924" y="76"/>
                      </a:lnTo>
                      <a:cubicBezTo>
                        <a:pt x="864" y="50"/>
                        <a:pt x="801" y="31"/>
                        <a:pt x="725" y="12"/>
                      </a:cubicBezTo>
                      <a:cubicBezTo>
                        <a:pt x="709" y="4"/>
                        <a:pt x="688" y="0"/>
                        <a:pt x="6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0" name="Google Shape;2010;p13"/>
                <p:cNvSpPr/>
                <p:nvPr/>
              </p:nvSpPr>
              <p:spPr>
                <a:xfrm rot="-9184057" flipH="1">
                  <a:off x="1190422" y="3489346"/>
                  <a:ext cx="40299" cy="3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4" h="1369" extrusionOk="0">
                      <a:moveTo>
                        <a:pt x="882" y="1"/>
                      </a:moveTo>
                      <a:cubicBezTo>
                        <a:pt x="0" y="1"/>
                        <a:pt x="0" y="1368"/>
                        <a:pt x="882" y="1368"/>
                      </a:cubicBezTo>
                      <a:cubicBezTo>
                        <a:pt x="1763" y="1368"/>
                        <a:pt x="1763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1" name="Google Shape;2011;p13"/>
                <p:cNvSpPr/>
                <p:nvPr/>
              </p:nvSpPr>
              <p:spPr>
                <a:xfrm rot="-9184057" flipH="1">
                  <a:off x="1171580" y="3353246"/>
                  <a:ext cx="52795" cy="94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4134" extrusionOk="0">
                      <a:moveTo>
                        <a:pt x="1228" y="0"/>
                      </a:moveTo>
                      <a:cubicBezTo>
                        <a:pt x="1102" y="0"/>
                        <a:pt x="977" y="49"/>
                        <a:pt x="882" y="163"/>
                      </a:cubicBezTo>
                      <a:cubicBezTo>
                        <a:pt x="669" y="436"/>
                        <a:pt x="578" y="740"/>
                        <a:pt x="396" y="1044"/>
                      </a:cubicBezTo>
                      <a:cubicBezTo>
                        <a:pt x="152" y="1531"/>
                        <a:pt x="0" y="1804"/>
                        <a:pt x="92" y="2382"/>
                      </a:cubicBezTo>
                      <a:cubicBezTo>
                        <a:pt x="213" y="3142"/>
                        <a:pt x="730" y="3689"/>
                        <a:pt x="1368" y="4053"/>
                      </a:cubicBezTo>
                      <a:cubicBezTo>
                        <a:pt x="1466" y="4102"/>
                        <a:pt x="1572" y="4134"/>
                        <a:pt x="1678" y="4134"/>
                      </a:cubicBezTo>
                      <a:cubicBezTo>
                        <a:pt x="1770" y="4134"/>
                        <a:pt x="1861" y="4110"/>
                        <a:pt x="1946" y="4053"/>
                      </a:cubicBezTo>
                      <a:cubicBezTo>
                        <a:pt x="2311" y="3810"/>
                        <a:pt x="2219" y="3324"/>
                        <a:pt x="2189" y="2929"/>
                      </a:cubicBezTo>
                      <a:cubicBezTo>
                        <a:pt x="2128" y="2534"/>
                        <a:pt x="2159" y="2138"/>
                        <a:pt x="2067" y="1713"/>
                      </a:cubicBezTo>
                      <a:cubicBezTo>
                        <a:pt x="2007" y="1500"/>
                        <a:pt x="1824" y="1348"/>
                        <a:pt x="1763" y="1135"/>
                      </a:cubicBezTo>
                      <a:cubicBezTo>
                        <a:pt x="1703" y="983"/>
                        <a:pt x="1794" y="710"/>
                        <a:pt x="1794" y="528"/>
                      </a:cubicBezTo>
                      <a:cubicBezTo>
                        <a:pt x="1794" y="235"/>
                        <a:pt x="1507" y="0"/>
                        <a:pt x="122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2" name="Google Shape;2012;p13"/>
                <p:cNvSpPr/>
                <p:nvPr/>
              </p:nvSpPr>
              <p:spPr>
                <a:xfrm rot="-9184057" flipH="1">
                  <a:off x="1315257" y="3425809"/>
                  <a:ext cx="38220" cy="727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" h="3185" extrusionOk="0">
                      <a:moveTo>
                        <a:pt x="836" y="0"/>
                      </a:moveTo>
                      <a:cubicBezTo>
                        <a:pt x="555" y="0"/>
                        <a:pt x="274" y="160"/>
                        <a:pt x="213" y="479"/>
                      </a:cubicBezTo>
                      <a:lnTo>
                        <a:pt x="183" y="479"/>
                      </a:lnTo>
                      <a:cubicBezTo>
                        <a:pt x="152" y="570"/>
                        <a:pt x="91" y="661"/>
                        <a:pt x="61" y="783"/>
                      </a:cubicBezTo>
                      <a:cubicBezTo>
                        <a:pt x="31" y="904"/>
                        <a:pt x="31" y="1026"/>
                        <a:pt x="31" y="1148"/>
                      </a:cubicBezTo>
                      <a:cubicBezTo>
                        <a:pt x="0" y="1360"/>
                        <a:pt x="0" y="1603"/>
                        <a:pt x="0" y="1816"/>
                      </a:cubicBezTo>
                      <a:cubicBezTo>
                        <a:pt x="31" y="2090"/>
                        <a:pt x="152" y="2242"/>
                        <a:pt x="243" y="2485"/>
                      </a:cubicBezTo>
                      <a:cubicBezTo>
                        <a:pt x="335" y="2667"/>
                        <a:pt x="395" y="2850"/>
                        <a:pt x="517" y="3002"/>
                      </a:cubicBezTo>
                      <a:cubicBezTo>
                        <a:pt x="593" y="3123"/>
                        <a:pt x="715" y="3184"/>
                        <a:pt x="836" y="3184"/>
                      </a:cubicBezTo>
                      <a:cubicBezTo>
                        <a:pt x="958" y="3184"/>
                        <a:pt x="1079" y="3123"/>
                        <a:pt x="1155" y="3002"/>
                      </a:cubicBezTo>
                      <a:cubicBezTo>
                        <a:pt x="1277" y="2850"/>
                        <a:pt x="1338" y="2667"/>
                        <a:pt x="1398" y="2485"/>
                      </a:cubicBezTo>
                      <a:cubicBezTo>
                        <a:pt x="1520" y="2242"/>
                        <a:pt x="1611" y="2090"/>
                        <a:pt x="1642" y="1816"/>
                      </a:cubicBezTo>
                      <a:cubicBezTo>
                        <a:pt x="1672" y="1603"/>
                        <a:pt x="1672" y="1360"/>
                        <a:pt x="1642" y="1148"/>
                      </a:cubicBezTo>
                      <a:cubicBezTo>
                        <a:pt x="1642" y="1026"/>
                        <a:pt x="1611" y="904"/>
                        <a:pt x="1611" y="783"/>
                      </a:cubicBezTo>
                      <a:cubicBezTo>
                        <a:pt x="1550" y="692"/>
                        <a:pt x="1520" y="570"/>
                        <a:pt x="1459" y="479"/>
                      </a:cubicBezTo>
                      <a:cubicBezTo>
                        <a:pt x="1398" y="160"/>
                        <a:pt x="1117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3" name="Google Shape;2013;p13"/>
                <p:cNvSpPr/>
                <p:nvPr/>
              </p:nvSpPr>
              <p:spPr>
                <a:xfrm rot="-9184057" flipH="1">
                  <a:off x="1461709" y="3691602"/>
                  <a:ext cx="38928" cy="43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" h="1903" extrusionOk="0">
                      <a:moveTo>
                        <a:pt x="1000" y="0"/>
                      </a:moveTo>
                      <a:cubicBezTo>
                        <a:pt x="766" y="0"/>
                        <a:pt x="539" y="119"/>
                        <a:pt x="427" y="321"/>
                      </a:cubicBezTo>
                      <a:cubicBezTo>
                        <a:pt x="305" y="503"/>
                        <a:pt x="214" y="686"/>
                        <a:pt x="123" y="898"/>
                      </a:cubicBezTo>
                      <a:cubicBezTo>
                        <a:pt x="31" y="1081"/>
                        <a:pt x="1" y="1233"/>
                        <a:pt x="62" y="1415"/>
                      </a:cubicBezTo>
                      <a:cubicBezTo>
                        <a:pt x="92" y="1567"/>
                        <a:pt x="214" y="1750"/>
                        <a:pt x="366" y="1810"/>
                      </a:cubicBezTo>
                      <a:cubicBezTo>
                        <a:pt x="469" y="1872"/>
                        <a:pt x="586" y="1903"/>
                        <a:pt x="705" y="1903"/>
                      </a:cubicBezTo>
                      <a:cubicBezTo>
                        <a:pt x="934" y="1903"/>
                        <a:pt x="1168" y="1788"/>
                        <a:pt x="1308" y="1567"/>
                      </a:cubicBezTo>
                      <a:cubicBezTo>
                        <a:pt x="1430" y="1354"/>
                        <a:pt x="1521" y="1081"/>
                        <a:pt x="1642" y="838"/>
                      </a:cubicBezTo>
                      <a:cubicBezTo>
                        <a:pt x="1703" y="686"/>
                        <a:pt x="1642" y="443"/>
                        <a:pt x="1551" y="321"/>
                      </a:cubicBezTo>
                      <a:cubicBezTo>
                        <a:pt x="1490" y="199"/>
                        <a:pt x="1369" y="108"/>
                        <a:pt x="1247" y="47"/>
                      </a:cubicBezTo>
                      <a:cubicBezTo>
                        <a:pt x="1167" y="15"/>
                        <a:pt x="1083" y="0"/>
                        <a:pt x="10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4" name="Google Shape;2014;p13"/>
                <p:cNvSpPr/>
                <p:nvPr/>
              </p:nvSpPr>
              <p:spPr>
                <a:xfrm rot="-9184057" flipH="1">
                  <a:off x="962757" y="3820095"/>
                  <a:ext cx="46422" cy="556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2435" extrusionOk="0">
                      <a:moveTo>
                        <a:pt x="665" y="0"/>
                      </a:moveTo>
                      <a:cubicBezTo>
                        <a:pt x="603" y="0"/>
                        <a:pt x="526" y="29"/>
                        <a:pt x="482" y="73"/>
                      </a:cubicBezTo>
                      <a:cubicBezTo>
                        <a:pt x="435" y="143"/>
                        <a:pt x="407" y="195"/>
                        <a:pt x="368" y="256"/>
                      </a:cubicBezTo>
                      <a:lnTo>
                        <a:pt x="368" y="256"/>
                      </a:lnTo>
                      <a:cubicBezTo>
                        <a:pt x="1" y="655"/>
                        <a:pt x="160" y="1341"/>
                        <a:pt x="269" y="1806"/>
                      </a:cubicBezTo>
                      <a:cubicBezTo>
                        <a:pt x="330" y="2079"/>
                        <a:pt x="603" y="2353"/>
                        <a:pt x="877" y="2414"/>
                      </a:cubicBezTo>
                      <a:cubicBezTo>
                        <a:pt x="974" y="2424"/>
                        <a:pt x="1066" y="2435"/>
                        <a:pt x="1156" y="2435"/>
                      </a:cubicBezTo>
                      <a:cubicBezTo>
                        <a:pt x="1319" y="2435"/>
                        <a:pt x="1469" y="2399"/>
                        <a:pt x="1606" y="2262"/>
                      </a:cubicBezTo>
                      <a:lnTo>
                        <a:pt x="1698" y="2201"/>
                      </a:lnTo>
                      <a:cubicBezTo>
                        <a:pt x="1910" y="2018"/>
                        <a:pt x="2032" y="1654"/>
                        <a:pt x="1910" y="1380"/>
                      </a:cubicBezTo>
                      <a:cubicBezTo>
                        <a:pt x="1796" y="1061"/>
                        <a:pt x="1700" y="777"/>
                        <a:pt x="1492" y="539"/>
                      </a:cubicBezTo>
                      <a:lnTo>
                        <a:pt x="1492" y="539"/>
                      </a:lnTo>
                      <a:lnTo>
                        <a:pt x="1515" y="559"/>
                      </a:lnTo>
                      <a:cubicBezTo>
                        <a:pt x="1359" y="326"/>
                        <a:pt x="1181" y="114"/>
                        <a:pt x="924" y="76"/>
                      </a:cubicBezTo>
                      <a:lnTo>
                        <a:pt x="924" y="76"/>
                      </a:lnTo>
                      <a:cubicBezTo>
                        <a:pt x="864" y="50"/>
                        <a:pt x="801" y="31"/>
                        <a:pt x="725" y="12"/>
                      </a:cubicBezTo>
                      <a:cubicBezTo>
                        <a:pt x="709" y="4"/>
                        <a:pt x="688" y="0"/>
                        <a:pt x="6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015" name="Google Shape;2015;p13"/>
              <p:cNvSpPr/>
              <p:nvPr/>
            </p:nvSpPr>
            <p:spPr>
              <a:xfrm rot="-1417552" flipH="1">
                <a:off x="8456641" y="2141449"/>
                <a:ext cx="891356" cy="788667"/>
              </a:xfrm>
              <a:custGeom>
                <a:avLst/>
                <a:gdLst/>
                <a:ahLst/>
                <a:cxnLst/>
                <a:rect l="l" t="t" r="r" b="b"/>
                <a:pathLst>
                  <a:path w="31739" h="42977" extrusionOk="0">
                    <a:moveTo>
                      <a:pt x="2341" y="25"/>
                    </a:moveTo>
                    <a:cubicBezTo>
                      <a:pt x="1031" y="25"/>
                      <a:pt x="1" y="1830"/>
                      <a:pt x="826" y="2949"/>
                    </a:cubicBezTo>
                    <a:cubicBezTo>
                      <a:pt x="1950" y="4469"/>
                      <a:pt x="2771" y="5380"/>
                      <a:pt x="4686" y="6019"/>
                    </a:cubicBezTo>
                    <a:cubicBezTo>
                      <a:pt x="6115" y="6475"/>
                      <a:pt x="7725" y="6687"/>
                      <a:pt x="9245" y="6748"/>
                    </a:cubicBezTo>
                    <a:cubicBezTo>
                      <a:pt x="9368" y="6753"/>
                      <a:pt x="9492" y="6755"/>
                      <a:pt x="9617" y="6755"/>
                    </a:cubicBezTo>
                    <a:cubicBezTo>
                      <a:pt x="11270" y="6755"/>
                      <a:pt x="13089" y="6354"/>
                      <a:pt x="14830" y="6354"/>
                    </a:cubicBezTo>
                    <a:cubicBezTo>
                      <a:pt x="16208" y="6354"/>
                      <a:pt x="17538" y="6606"/>
                      <a:pt x="18698" y="7508"/>
                    </a:cubicBezTo>
                    <a:cubicBezTo>
                      <a:pt x="19701" y="8298"/>
                      <a:pt x="20340" y="9545"/>
                      <a:pt x="21282" y="10426"/>
                    </a:cubicBezTo>
                    <a:cubicBezTo>
                      <a:pt x="22376" y="11429"/>
                      <a:pt x="23835" y="11429"/>
                      <a:pt x="24960" y="12371"/>
                    </a:cubicBezTo>
                    <a:cubicBezTo>
                      <a:pt x="27452" y="14408"/>
                      <a:pt x="27665" y="18359"/>
                      <a:pt x="27726" y="21308"/>
                    </a:cubicBezTo>
                    <a:cubicBezTo>
                      <a:pt x="27817" y="24773"/>
                      <a:pt x="25963" y="27053"/>
                      <a:pt x="24777" y="30092"/>
                    </a:cubicBezTo>
                    <a:cubicBezTo>
                      <a:pt x="24170" y="31673"/>
                      <a:pt x="24078" y="33162"/>
                      <a:pt x="22741" y="34347"/>
                    </a:cubicBezTo>
                    <a:cubicBezTo>
                      <a:pt x="21677" y="35259"/>
                      <a:pt x="20340" y="35989"/>
                      <a:pt x="19063" y="36536"/>
                    </a:cubicBezTo>
                    <a:cubicBezTo>
                      <a:pt x="17665" y="37113"/>
                      <a:pt x="16206" y="37569"/>
                      <a:pt x="14777" y="38086"/>
                    </a:cubicBezTo>
                    <a:cubicBezTo>
                      <a:pt x="13258" y="38633"/>
                      <a:pt x="11616" y="39332"/>
                      <a:pt x="10005" y="39424"/>
                    </a:cubicBezTo>
                    <a:cubicBezTo>
                      <a:pt x="7786" y="39575"/>
                      <a:pt x="5689" y="39940"/>
                      <a:pt x="4382" y="41946"/>
                    </a:cubicBezTo>
                    <a:cubicBezTo>
                      <a:pt x="4060" y="42453"/>
                      <a:pt x="4539" y="42977"/>
                      <a:pt x="5029" y="42977"/>
                    </a:cubicBezTo>
                    <a:cubicBezTo>
                      <a:pt x="5186" y="42977"/>
                      <a:pt x="5343" y="42923"/>
                      <a:pt x="5476" y="42797"/>
                    </a:cubicBezTo>
                    <a:cubicBezTo>
                      <a:pt x="6449" y="41886"/>
                      <a:pt x="7695" y="41673"/>
                      <a:pt x="8941" y="41642"/>
                    </a:cubicBezTo>
                    <a:cubicBezTo>
                      <a:pt x="9108" y="41642"/>
                      <a:pt x="9279" y="41640"/>
                      <a:pt x="9452" y="41640"/>
                    </a:cubicBezTo>
                    <a:cubicBezTo>
                      <a:pt x="9969" y="41640"/>
                      <a:pt x="10499" y="41658"/>
                      <a:pt x="10978" y="41794"/>
                    </a:cubicBezTo>
                    <a:cubicBezTo>
                      <a:pt x="11677" y="41977"/>
                      <a:pt x="12224" y="42341"/>
                      <a:pt x="12923" y="42493"/>
                    </a:cubicBezTo>
                    <a:cubicBezTo>
                      <a:pt x="13928" y="42697"/>
                      <a:pt x="14926" y="42798"/>
                      <a:pt x="15914" y="42798"/>
                    </a:cubicBezTo>
                    <a:cubicBezTo>
                      <a:pt x="17733" y="42798"/>
                      <a:pt x="19518" y="42453"/>
                      <a:pt x="21252" y="41764"/>
                    </a:cubicBezTo>
                    <a:cubicBezTo>
                      <a:pt x="23714" y="40791"/>
                      <a:pt x="26753" y="39424"/>
                      <a:pt x="28182" y="37113"/>
                    </a:cubicBezTo>
                    <a:cubicBezTo>
                      <a:pt x="28881" y="35958"/>
                      <a:pt x="29154" y="34651"/>
                      <a:pt x="29246" y="33344"/>
                    </a:cubicBezTo>
                    <a:cubicBezTo>
                      <a:pt x="29367" y="31794"/>
                      <a:pt x="29641" y="30518"/>
                      <a:pt x="30127" y="29059"/>
                    </a:cubicBezTo>
                    <a:cubicBezTo>
                      <a:pt x="31738" y="24074"/>
                      <a:pt x="31525" y="18481"/>
                      <a:pt x="28486" y="14074"/>
                    </a:cubicBezTo>
                    <a:cubicBezTo>
                      <a:pt x="27209" y="12250"/>
                      <a:pt x="25781" y="11034"/>
                      <a:pt x="23774" y="10031"/>
                    </a:cubicBezTo>
                    <a:cubicBezTo>
                      <a:pt x="21799" y="9058"/>
                      <a:pt x="20005" y="6809"/>
                      <a:pt x="19002" y="4833"/>
                    </a:cubicBezTo>
                    <a:cubicBezTo>
                      <a:pt x="17665" y="2189"/>
                      <a:pt x="14717" y="1277"/>
                      <a:pt x="11890" y="1216"/>
                    </a:cubicBezTo>
                    <a:cubicBezTo>
                      <a:pt x="11668" y="1212"/>
                      <a:pt x="11449" y="1211"/>
                      <a:pt x="11232" y="1211"/>
                    </a:cubicBezTo>
                    <a:cubicBezTo>
                      <a:pt x="10943" y="1211"/>
                      <a:pt x="10657" y="1213"/>
                      <a:pt x="10373" y="1213"/>
                    </a:cubicBezTo>
                    <a:cubicBezTo>
                      <a:pt x="9380" y="1213"/>
                      <a:pt x="8414" y="1186"/>
                      <a:pt x="7422" y="943"/>
                    </a:cubicBezTo>
                    <a:cubicBezTo>
                      <a:pt x="6570" y="730"/>
                      <a:pt x="5780" y="396"/>
                      <a:pt x="4929" y="213"/>
                    </a:cubicBezTo>
                    <a:cubicBezTo>
                      <a:pt x="4108" y="0"/>
                      <a:pt x="3318" y="122"/>
                      <a:pt x="2467" y="31"/>
                    </a:cubicBezTo>
                    <a:cubicBezTo>
                      <a:pt x="2425" y="27"/>
                      <a:pt x="2383" y="25"/>
                      <a:pt x="2341" y="2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9" name="Google Shape;2339;p16"/>
          <p:cNvGrpSpPr/>
          <p:nvPr/>
        </p:nvGrpSpPr>
        <p:grpSpPr>
          <a:xfrm>
            <a:off x="6740114" y="3112611"/>
            <a:ext cx="2608111" cy="2293787"/>
            <a:chOff x="6740114" y="3112611"/>
            <a:chExt cx="2608111" cy="2293787"/>
          </a:xfrm>
        </p:grpSpPr>
        <p:sp>
          <p:nvSpPr>
            <p:cNvPr id="2340" name="Google Shape;2340;p16"/>
            <p:cNvSpPr/>
            <p:nvPr/>
          </p:nvSpPr>
          <p:spPr>
            <a:xfrm flipH="1">
              <a:off x="7696306" y="3313382"/>
              <a:ext cx="1651919" cy="2093016"/>
            </a:xfrm>
            <a:custGeom>
              <a:avLst/>
              <a:gdLst/>
              <a:ahLst/>
              <a:cxnLst/>
              <a:rect l="l" t="t" r="r" b="b"/>
              <a:pathLst>
                <a:path w="72556" h="91930" extrusionOk="0">
                  <a:moveTo>
                    <a:pt x="8404" y="0"/>
                  </a:moveTo>
                  <a:cubicBezTo>
                    <a:pt x="5829" y="0"/>
                    <a:pt x="4478" y="4262"/>
                    <a:pt x="4074" y="7018"/>
                  </a:cubicBezTo>
                  <a:cubicBezTo>
                    <a:pt x="3132" y="13614"/>
                    <a:pt x="2159" y="20210"/>
                    <a:pt x="1460" y="26836"/>
                  </a:cubicBezTo>
                  <a:cubicBezTo>
                    <a:pt x="396" y="37201"/>
                    <a:pt x="1" y="47627"/>
                    <a:pt x="305" y="58052"/>
                  </a:cubicBezTo>
                  <a:cubicBezTo>
                    <a:pt x="578" y="67566"/>
                    <a:pt x="1855" y="78022"/>
                    <a:pt x="8785" y="84557"/>
                  </a:cubicBezTo>
                  <a:cubicBezTo>
                    <a:pt x="14621" y="90059"/>
                    <a:pt x="23132" y="91487"/>
                    <a:pt x="31157" y="91822"/>
                  </a:cubicBezTo>
                  <a:cubicBezTo>
                    <a:pt x="32812" y="91894"/>
                    <a:pt x="34469" y="91930"/>
                    <a:pt x="36126" y="91930"/>
                  </a:cubicBezTo>
                  <a:cubicBezTo>
                    <a:pt x="42105" y="91930"/>
                    <a:pt x="48088" y="91469"/>
                    <a:pt x="54014" y="90636"/>
                  </a:cubicBezTo>
                  <a:cubicBezTo>
                    <a:pt x="60245" y="89724"/>
                    <a:pt x="66993" y="88053"/>
                    <a:pt x="70762" y="83007"/>
                  </a:cubicBezTo>
                  <a:cubicBezTo>
                    <a:pt x="71735" y="81700"/>
                    <a:pt x="72495" y="80180"/>
                    <a:pt x="72525" y="78539"/>
                  </a:cubicBezTo>
                  <a:cubicBezTo>
                    <a:pt x="72555" y="76958"/>
                    <a:pt x="71917" y="75438"/>
                    <a:pt x="71309" y="73949"/>
                  </a:cubicBezTo>
                  <a:cubicBezTo>
                    <a:pt x="70884" y="72946"/>
                    <a:pt x="70397" y="71882"/>
                    <a:pt x="69516" y="71244"/>
                  </a:cubicBezTo>
                  <a:cubicBezTo>
                    <a:pt x="68817" y="70727"/>
                    <a:pt x="67935" y="70545"/>
                    <a:pt x="67115" y="70241"/>
                  </a:cubicBezTo>
                  <a:cubicBezTo>
                    <a:pt x="63072" y="68630"/>
                    <a:pt x="61370" y="63949"/>
                    <a:pt x="58330" y="60879"/>
                  </a:cubicBezTo>
                  <a:cubicBezTo>
                    <a:pt x="56111" y="58599"/>
                    <a:pt x="52859" y="56806"/>
                    <a:pt x="52434" y="53675"/>
                  </a:cubicBezTo>
                  <a:cubicBezTo>
                    <a:pt x="52130" y="51608"/>
                    <a:pt x="53224" y="49602"/>
                    <a:pt x="53528" y="47566"/>
                  </a:cubicBezTo>
                  <a:cubicBezTo>
                    <a:pt x="53790" y="45587"/>
                    <a:pt x="52687" y="43052"/>
                    <a:pt x="50779" y="43052"/>
                  </a:cubicBezTo>
                  <a:cubicBezTo>
                    <a:pt x="50694" y="43052"/>
                    <a:pt x="50607" y="43057"/>
                    <a:pt x="50519" y="43067"/>
                  </a:cubicBezTo>
                  <a:cubicBezTo>
                    <a:pt x="49516" y="43189"/>
                    <a:pt x="48695" y="43979"/>
                    <a:pt x="47692" y="44070"/>
                  </a:cubicBezTo>
                  <a:cubicBezTo>
                    <a:pt x="47623" y="44076"/>
                    <a:pt x="47555" y="44079"/>
                    <a:pt x="47489" y="44079"/>
                  </a:cubicBezTo>
                  <a:cubicBezTo>
                    <a:pt x="45562" y="44079"/>
                    <a:pt x="44648" y="41579"/>
                    <a:pt x="43649" y="39845"/>
                  </a:cubicBezTo>
                  <a:cubicBezTo>
                    <a:pt x="41643" y="36380"/>
                    <a:pt x="37388" y="34708"/>
                    <a:pt x="35382" y="31274"/>
                  </a:cubicBezTo>
                  <a:cubicBezTo>
                    <a:pt x="33254" y="27687"/>
                    <a:pt x="34075" y="23219"/>
                    <a:pt x="34500" y="19085"/>
                  </a:cubicBezTo>
                  <a:cubicBezTo>
                    <a:pt x="34713" y="17109"/>
                    <a:pt x="34774" y="14982"/>
                    <a:pt x="33831" y="13249"/>
                  </a:cubicBezTo>
                  <a:cubicBezTo>
                    <a:pt x="31886" y="9662"/>
                    <a:pt x="27023" y="9389"/>
                    <a:pt x="23071" y="8477"/>
                  </a:cubicBezTo>
                  <a:cubicBezTo>
                    <a:pt x="17934" y="7322"/>
                    <a:pt x="14682" y="4465"/>
                    <a:pt x="10852" y="1121"/>
                  </a:cubicBezTo>
                  <a:cubicBezTo>
                    <a:pt x="9937" y="332"/>
                    <a:pt x="9123" y="0"/>
                    <a:pt x="84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16"/>
            <p:cNvSpPr/>
            <p:nvPr/>
          </p:nvSpPr>
          <p:spPr>
            <a:xfrm flipH="1">
              <a:off x="7803018" y="3970608"/>
              <a:ext cx="1134960" cy="1086237"/>
            </a:xfrm>
            <a:custGeom>
              <a:avLst/>
              <a:gdLst/>
              <a:ahLst/>
              <a:cxnLst/>
              <a:rect l="l" t="t" r="r" b="b"/>
              <a:pathLst>
                <a:path w="49850" h="47710" extrusionOk="0">
                  <a:moveTo>
                    <a:pt x="5062" y="1"/>
                  </a:moveTo>
                  <a:cubicBezTo>
                    <a:pt x="5006" y="1"/>
                    <a:pt x="4951" y="1"/>
                    <a:pt x="4894" y="1"/>
                  </a:cubicBezTo>
                  <a:cubicBezTo>
                    <a:pt x="92" y="1"/>
                    <a:pt x="1733" y="3527"/>
                    <a:pt x="1976" y="7509"/>
                  </a:cubicBezTo>
                  <a:cubicBezTo>
                    <a:pt x="2250" y="12281"/>
                    <a:pt x="2554" y="17114"/>
                    <a:pt x="1976" y="21856"/>
                  </a:cubicBezTo>
                  <a:cubicBezTo>
                    <a:pt x="1399" y="26598"/>
                    <a:pt x="1" y="31552"/>
                    <a:pt x="1703" y="36020"/>
                  </a:cubicBezTo>
                  <a:cubicBezTo>
                    <a:pt x="3800" y="41613"/>
                    <a:pt x="9940" y="44470"/>
                    <a:pt x="15746" y="45929"/>
                  </a:cubicBezTo>
                  <a:cubicBezTo>
                    <a:pt x="20540" y="47111"/>
                    <a:pt x="25471" y="47710"/>
                    <a:pt x="30404" y="47710"/>
                  </a:cubicBezTo>
                  <a:cubicBezTo>
                    <a:pt x="34478" y="47710"/>
                    <a:pt x="38554" y="47301"/>
                    <a:pt x="42555" y="46476"/>
                  </a:cubicBezTo>
                  <a:cubicBezTo>
                    <a:pt x="45260" y="45929"/>
                    <a:pt x="48330" y="44835"/>
                    <a:pt x="49272" y="42221"/>
                  </a:cubicBezTo>
                  <a:cubicBezTo>
                    <a:pt x="49850" y="40610"/>
                    <a:pt x="49424" y="38817"/>
                    <a:pt x="48938" y="37145"/>
                  </a:cubicBezTo>
                  <a:cubicBezTo>
                    <a:pt x="48178" y="34409"/>
                    <a:pt x="47266" y="31643"/>
                    <a:pt x="45594" y="29333"/>
                  </a:cubicBezTo>
                  <a:cubicBezTo>
                    <a:pt x="43923" y="27054"/>
                    <a:pt x="41369" y="25230"/>
                    <a:pt x="38512" y="25108"/>
                  </a:cubicBezTo>
                  <a:cubicBezTo>
                    <a:pt x="37752" y="25078"/>
                    <a:pt x="36901" y="25139"/>
                    <a:pt x="36263" y="24713"/>
                  </a:cubicBezTo>
                  <a:cubicBezTo>
                    <a:pt x="35229" y="24044"/>
                    <a:pt x="35260" y="22555"/>
                    <a:pt x="34834" y="21400"/>
                  </a:cubicBezTo>
                  <a:cubicBezTo>
                    <a:pt x="34105" y="19455"/>
                    <a:pt x="32007" y="18360"/>
                    <a:pt x="29941" y="17996"/>
                  </a:cubicBezTo>
                  <a:cubicBezTo>
                    <a:pt x="27904" y="17631"/>
                    <a:pt x="25776" y="17783"/>
                    <a:pt x="23740" y="17418"/>
                  </a:cubicBezTo>
                  <a:cubicBezTo>
                    <a:pt x="19484" y="16628"/>
                    <a:pt x="15746" y="13345"/>
                    <a:pt x="14469" y="9181"/>
                  </a:cubicBezTo>
                  <a:cubicBezTo>
                    <a:pt x="13831" y="7084"/>
                    <a:pt x="13740" y="4774"/>
                    <a:pt x="12524" y="3011"/>
                  </a:cubicBezTo>
                  <a:cubicBezTo>
                    <a:pt x="10344" y="831"/>
                    <a:pt x="8135" y="1"/>
                    <a:pt x="50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16"/>
            <p:cNvSpPr/>
            <p:nvPr/>
          </p:nvSpPr>
          <p:spPr>
            <a:xfrm flipH="1">
              <a:off x="8110266" y="3970608"/>
              <a:ext cx="343334" cy="337847"/>
            </a:xfrm>
            <a:custGeom>
              <a:avLst/>
              <a:gdLst/>
              <a:ahLst/>
              <a:cxnLst/>
              <a:rect l="l" t="t" r="r" b="b"/>
              <a:pathLst>
                <a:path w="15080" h="14839" extrusionOk="0">
                  <a:moveTo>
                    <a:pt x="6698" y="0"/>
                  </a:moveTo>
                  <a:cubicBezTo>
                    <a:pt x="4340" y="0"/>
                    <a:pt x="1761" y="579"/>
                    <a:pt x="31" y="609"/>
                  </a:cubicBezTo>
                  <a:cubicBezTo>
                    <a:pt x="0" y="609"/>
                    <a:pt x="0" y="639"/>
                    <a:pt x="31" y="639"/>
                  </a:cubicBezTo>
                  <a:lnTo>
                    <a:pt x="0" y="639"/>
                  </a:lnTo>
                  <a:cubicBezTo>
                    <a:pt x="2493" y="639"/>
                    <a:pt x="5168" y="2220"/>
                    <a:pt x="7356" y="3284"/>
                  </a:cubicBezTo>
                  <a:cubicBezTo>
                    <a:pt x="8177" y="3679"/>
                    <a:pt x="8511" y="3709"/>
                    <a:pt x="8785" y="4560"/>
                  </a:cubicBezTo>
                  <a:cubicBezTo>
                    <a:pt x="9058" y="5442"/>
                    <a:pt x="9210" y="6293"/>
                    <a:pt x="9423" y="7174"/>
                  </a:cubicBezTo>
                  <a:cubicBezTo>
                    <a:pt x="9758" y="8573"/>
                    <a:pt x="10244" y="9819"/>
                    <a:pt x="11429" y="10670"/>
                  </a:cubicBezTo>
                  <a:cubicBezTo>
                    <a:pt x="11976" y="11035"/>
                    <a:pt x="12128" y="11004"/>
                    <a:pt x="12645" y="11551"/>
                  </a:cubicBezTo>
                  <a:cubicBezTo>
                    <a:pt x="13405" y="12311"/>
                    <a:pt x="13162" y="12311"/>
                    <a:pt x="13375" y="13193"/>
                  </a:cubicBezTo>
                  <a:cubicBezTo>
                    <a:pt x="13527" y="13770"/>
                    <a:pt x="13770" y="14226"/>
                    <a:pt x="14165" y="14682"/>
                  </a:cubicBezTo>
                  <a:cubicBezTo>
                    <a:pt x="14261" y="14793"/>
                    <a:pt x="14369" y="14839"/>
                    <a:pt x="14473" y="14839"/>
                  </a:cubicBezTo>
                  <a:cubicBezTo>
                    <a:pt x="14798" y="14839"/>
                    <a:pt x="15079" y="14389"/>
                    <a:pt x="14803" y="14044"/>
                  </a:cubicBezTo>
                  <a:cubicBezTo>
                    <a:pt x="14043" y="13041"/>
                    <a:pt x="14074" y="11673"/>
                    <a:pt x="13557" y="10548"/>
                  </a:cubicBezTo>
                  <a:cubicBezTo>
                    <a:pt x="13283" y="9940"/>
                    <a:pt x="12797" y="9515"/>
                    <a:pt x="12463" y="8937"/>
                  </a:cubicBezTo>
                  <a:cubicBezTo>
                    <a:pt x="11460" y="7174"/>
                    <a:pt x="12706" y="5047"/>
                    <a:pt x="12128" y="3132"/>
                  </a:cubicBezTo>
                  <a:cubicBezTo>
                    <a:pt x="11354" y="624"/>
                    <a:pt x="9145" y="0"/>
                    <a:pt x="66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16"/>
            <p:cNvSpPr/>
            <p:nvPr/>
          </p:nvSpPr>
          <p:spPr>
            <a:xfrm flipH="1">
              <a:off x="7416974" y="4317737"/>
              <a:ext cx="668522" cy="596713"/>
            </a:xfrm>
            <a:custGeom>
              <a:avLst/>
              <a:gdLst/>
              <a:ahLst/>
              <a:cxnLst/>
              <a:rect l="l" t="t" r="r" b="b"/>
              <a:pathLst>
                <a:path w="29363" h="26209" extrusionOk="0">
                  <a:moveTo>
                    <a:pt x="9676" y="1"/>
                  </a:moveTo>
                  <a:cubicBezTo>
                    <a:pt x="9064" y="1"/>
                    <a:pt x="8443" y="95"/>
                    <a:pt x="7843" y="275"/>
                  </a:cubicBezTo>
                  <a:cubicBezTo>
                    <a:pt x="5472" y="1005"/>
                    <a:pt x="2767" y="1066"/>
                    <a:pt x="274" y="1309"/>
                  </a:cubicBezTo>
                  <a:cubicBezTo>
                    <a:pt x="31" y="1339"/>
                    <a:pt x="1" y="1704"/>
                    <a:pt x="274" y="1734"/>
                  </a:cubicBezTo>
                  <a:cubicBezTo>
                    <a:pt x="720" y="1745"/>
                    <a:pt x="1180" y="1747"/>
                    <a:pt x="1650" y="1747"/>
                  </a:cubicBezTo>
                  <a:cubicBezTo>
                    <a:pt x="1807" y="1747"/>
                    <a:pt x="1966" y="1746"/>
                    <a:pt x="2125" y="1746"/>
                  </a:cubicBezTo>
                  <a:cubicBezTo>
                    <a:pt x="5473" y="1746"/>
                    <a:pt x="9172" y="1814"/>
                    <a:pt x="11217" y="4804"/>
                  </a:cubicBezTo>
                  <a:cubicBezTo>
                    <a:pt x="11976" y="5929"/>
                    <a:pt x="12372" y="7540"/>
                    <a:pt x="13435" y="8391"/>
                  </a:cubicBezTo>
                  <a:cubicBezTo>
                    <a:pt x="13894" y="8760"/>
                    <a:pt x="14398" y="8861"/>
                    <a:pt x="14921" y="8861"/>
                  </a:cubicBezTo>
                  <a:cubicBezTo>
                    <a:pt x="15552" y="8861"/>
                    <a:pt x="16211" y="8714"/>
                    <a:pt x="16850" y="8714"/>
                  </a:cubicBezTo>
                  <a:cubicBezTo>
                    <a:pt x="17297" y="8714"/>
                    <a:pt x="17735" y="8786"/>
                    <a:pt x="18147" y="9029"/>
                  </a:cubicBezTo>
                  <a:cubicBezTo>
                    <a:pt x="18967" y="9485"/>
                    <a:pt x="19636" y="10397"/>
                    <a:pt x="20274" y="11096"/>
                  </a:cubicBezTo>
                  <a:cubicBezTo>
                    <a:pt x="21034" y="11887"/>
                    <a:pt x="22129" y="12798"/>
                    <a:pt x="22615" y="13801"/>
                  </a:cubicBezTo>
                  <a:cubicBezTo>
                    <a:pt x="23344" y="15260"/>
                    <a:pt x="22159" y="16628"/>
                    <a:pt x="23375" y="18118"/>
                  </a:cubicBezTo>
                  <a:cubicBezTo>
                    <a:pt x="23892" y="18756"/>
                    <a:pt x="24530" y="19121"/>
                    <a:pt x="24803" y="19972"/>
                  </a:cubicBezTo>
                  <a:cubicBezTo>
                    <a:pt x="25016" y="20701"/>
                    <a:pt x="24986" y="21552"/>
                    <a:pt x="24986" y="22312"/>
                  </a:cubicBezTo>
                  <a:cubicBezTo>
                    <a:pt x="24955" y="23680"/>
                    <a:pt x="24591" y="24865"/>
                    <a:pt x="25594" y="25990"/>
                  </a:cubicBezTo>
                  <a:cubicBezTo>
                    <a:pt x="25705" y="26124"/>
                    <a:pt x="25914" y="26208"/>
                    <a:pt x="26101" y="26208"/>
                  </a:cubicBezTo>
                  <a:cubicBezTo>
                    <a:pt x="26170" y="26208"/>
                    <a:pt x="26236" y="26197"/>
                    <a:pt x="26293" y="26172"/>
                  </a:cubicBezTo>
                  <a:cubicBezTo>
                    <a:pt x="29363" y="25109"/>
                    <a:pt x="28968" y="19698"/>
                    <a:pt x="27539" y="17479"/>
                  </a:cubicBezTo>
                  <a:cubicBezTo>
                    <a:pt x="27053" y="16689"/>
                    <a:pt x="26354" y="16172"/>
                    <a:pt x="25624" y="15595"/>
                  </a:cubicBezTo>
                  <a:cubicBezTo>
                    <a:pt x="24925" y="15017"/>
                    <a:pt x="24743" y="14409"/>
                    <a:pt x="24165" y="13710"/>
                  </a:cubicBezTo>
                  <a:cubicBezTo>
                    <a:pt x="23496" y="12890"/>
                    <a:pt x="22524" y="12282"/>
                    <a:pt x="21733" y="11552"/>
                  </a:cubicBezTo>
                  <a:cubicBezTo>
                    <a:pt x="20943" y="10823"/>
                    <a:pt x="20183" y="9941"/>
                    <a:pt x="19332" y="9272"/>
                  </a:cubicBezTo>
                  <a:cubicBezTo>
                    <a:pt x="18815" y="8877"/>
                    <a:pt x="18390" y="8725"/>
                    <a:pt x="17812" y="8513"/>
                  </a:cubicBezTo>
                  <a:cubicBezTo>
                    <a:pt x="17235" y="8300"/>
                    <a:pt x="16171" y="8239"/>
                    <a:pt x="15685" y="7783"/>
                  </a:cubicBezTo>
                  <a:cubicBezTo>
                    <a:pt x="15350" y="7449"/>
                    <a:pt x="15229" y="6628"/>
                    <a:pt x="15168" y="6233"/>
                  </a:cubicBezTo>
                  <a:cubicBezTo>
                    <a:pt x="14864" y="4288"/>
                    <a:pt x="14651" y="2677"/>
                    <a:pt x="13071" y="1248"/>
                  </a:cubicBezTo>
                  <a:cubicBezTo>
                    <a:pt x="12133" y="392"/>
                    <a:pt x="10922" y="1"/>
                    <a:pt x="96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44" name="Google Shape;2344;p16"/>
            <p:cNvGrpSpPr/>
            <p:nvPr/>
          </p:nvGrpSpPr>
          <p:grpSpPr>
            <a:xfrm>
              <a:off x="7885108" y="3112611"/>
              <a:ext cx="1274343" cy="1130156"/>
              <a:chOff x="-12425" y="3320200"/>
              <a:chExt cx="1399300" cy="1240975"/>
            </a:xfrm>
          </p:grpSpPr>
          <p:sp>
            <p:nvSpPr>
              <p:cNvPr id="2345" name="Google Shape;2345;p16"/>
              <p:cNvSpPr/>
              <p:nvPr/>
            </p:nvSpPr>
            <p:spPr>
              <a:xfrm flipH="1">
                <a:off x="955475" y="3320200"/>
                <a:ext cx="431400" cy="23900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9560" extrusionOk="0">
                    <a:moveTo>
                      <a:pt x="7678" y="1"/>
                    </a:moveTo>
                    <a:cubicBezTo>
                      <a:pt x="6838" y="1"/>
                      <a:pt x="5999" y="284"/>
                      <a:pt x="5188" y="428"/>
                    </a:cubicBezTo>
                    <a:cubicBezTo>
                      <a:pt x="4525" y="547"/>
                      <a:pt x="3899" y="601"/>
                      <a:pt x="3282" y="601"/>
                    </a:cubicBezTo>
                    <a:cubicBezTo>
                      <a:pt x="2317" y="601"/>
                      <a:pt x="1376" y="469"/>
                      <a:pt x="355" y="246"/>
                    </a:cubicBezTo>
                    <a:cubicBezTo>
                      <a:pt x="344" y="245"/>
                      <a:pt x="334" y="244"/>
                      <a:pt x="324" y="244"/>
                    </a:cubicBezTo>
                    <a:cubicBezTo>
                      <a:pt x="75" y="244"/>
                      <a:pt x="0" y="584"/>
                      <a:pt x="234" y="672"/>
                    </a:cubicBezTo>
                    <a:cubicBezTo>
                      <a:pt x="1062" y="942"/>
                      <a:pt x="1853" y="1043"/>
                      <a:pt x="2653" y="1043"/>
                    </a:cubicBezTo>
                    <a:cubicBezTo>
                      <a:pt x="3292" y="1043"/>
                      <a:pt x="3936" y="979"/>
                      <a:pt x="4611" y="884"/>
                    </a:cubicBezTo>
                    <a:cubicBezTo>
                      <a:pt x="5418" y="750"/>
                      <a:pt x="6172" y="627"/>
                      <a:pt x="6903" y="627"/>
                    </a:cubicBezTo>
                    <a:cubicBezTo>
                      <a:pt x="7825" y="627"/>
                      <a:pt x="8711" y="822"/>
                      <a:pt x="9626" y="1432"/>
                    </a:cubicBezTo>
                    <a:cubicBezTo>
                      <a:pt x="10356" y="1948"/>
                      <a:pt x="10994" y="2587"/>
                      <a:pt x="11602" y="3225"/>
                    </a:cubicBezTo>
                    <a:cubicBezTo>
                      <a:pt x="12301" y="3954"/>
                      <a:pt x="13061" y="4653"/>
                      <a:pt x="13821" y="5322"/>
                    </a:cubicBezTo>
                    <a:cubicBezTo>
                      <a:pt x="14125" y="5596"/>
                      <a:pt x="14733" y="5930"/>
                      <a:pt x="14945" y="6264"/>
                    </a:cubicBezTo>
                    <a:cubicBezTo>
                      <a:pt x="15340" y="6872"/>
                      <a:pt x="15067" y="7085"/>
                      <a:pt x="14885" y="7632"/>
                    </a:cubicBezTo>
                    <a:cubicBezTo>
                      <a:pt x="14611" y="8362"/>
                      <a:pt x="14185" y="8818"/>
                      <a:pt x="14915" y="9486"/>
                    </a:cubicBezTo>
                    <a:cubicBezTo>
                      <a:pt x="14964" y="9536"/>
                      <a:pt x="15036" y="9560"/>
                      <a:pt x="15110" y="9560"/>
                    </a:cubicBezTo>
                    <a:cubicBezTo>
                      <a:pt x="15263" y="9560"/>
                      <a:pt x="15422" y="9458"/>
                      <a:pt x="15401" y="9274"/>
                    </a:cubicBezTo>
                    <a:cubicBezTo>
                      <a:pt x="15310" y="8240"/>
                      <a:pt x="17255" y="7663"/>
                      <a:pt x="17073" y="6295"/>
                    </a:cubicBezTo>
                    <a:cubicBezTo>
                      <a:pt x="16830" y="4562"/>
                      <a:pt x="14216" y="2921"/>
                      <a:pt x="12909" y="2009"/>
                    </a:cubicBezTo>
                    <a:cubicBezTo>
                      <a:pt x="11419" y="976"/>
                      <a:pt x="9687" y="64"/>
                      <a:pt x="7802" y="3"/>
                    </a:cubicBezTo>
                    <a:cubicBezTo>
                      <a:pt x="7761" y="2"/>
                      <a:pt x="7719" y="1"/>
                      <a:pt x="767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16"/>
              <p:cNvSpPr/>
              <p:nvPr/>
            </p:nvSpPr>
            <p:spPr>
              <a:xfrm flipH="1">
                <a:off x="561300" y="3679975"/>
                <a:ext cx="399575" cy="73425"/>
              </a:xfrm>
              <a:custGeom>
                <a:avLst/>
                <a:gdLst/>
                <a:ahLst/>
                <a:cxnLst/>
                <a:rect l="l" t="t" r="r" b="b"/>
                <a:pathLst>
                  <a:path w="15983" h="2937" extrusionOk="0">
                    <a:moveTo>
                      <a:pt x="8516" y="0"/>
                    </a:moveTo>
                    <a:cubicBezTo>
                      <a:pt x="8384" y="0"/>
                      <a:pt x="8252" y="6"/>
                      <a:pt x="8118" y="19"/>
                    </a:cubicBezTo>
                    <a:cubicBezTo>
                      <a:pt x="6655" y="162"/>
                      <a:pt x="4443" y="1229"/>
                      <a:pt x="2639" y="1229"/>
                    </a:cubicBezTo>
                    <a:cubicBezTo>
                      <a:pt x="1745" y="1229"/>
                      <a:pt x="951" y="967"/>
                      <a:pt x="398" y="202"/>
                    </a:cubicBezTo>
                    <a:cubicBezTo>
                      <a:pt x="350" y="135"/>
                      <a:pt x="290" y="107"/>
                      <a:pt x="233" y="107"/>
                    </a:cubicBezTo>
                    <a:cubicBezTo>
                      <a:pt x="110" y="107"/>
                      <a:pt x="1" y="238"/>
                      <a:pt x="63" y="384"/>
                    </a:cubicBezTo>
                    <a:cubicBezTo>
                      <a:pt x="863" y="1964"/>
                      <a:pt x="2271" y="2459"/>
                      <a:pt x="3779" y="2459"/>
                    </a:cubicBezTo>
                    <a:cubicBezTo>
                      <a:pt x="4678" y="2459"/>
                      <a:pt x="5614" y="2283"/>
                      <a:pt x="6477" y="2056"/>
                    </a:cubicBezTo>
                    <a:cubicBezTo>
                      <a:pt x="7337" y="1820"/>
                      <a:pt x="8166" y="1583"/>
                      <a:pt x="9019" y="1583"/>
                    </a:cubicBezTo>
                    <a:cubicBezTo>
                      <a:pt x="9372" y="1583"/>
                      <a:pt x="9729" y="1624"/>
                      <a:pt x="10094" y="1722"/>
                    </a:cubicBezTo>
                    <a:cubicBezTo>
                      <a:pt x="11036" y="1965"/>
                      <a:pt x="11857" y="2542"/>
                      <a:pt x="12769" y="2785"/>
                    </a:cubicBezTo>
                    <a:cubicBezTo>
                      <a:pt x="13149" y="2883"/>
                      <a:pt x="13516" y="2937"/>
                      <a:pt x="13869" y="2937"/>
                    </a:cubicBezTo>
                    <a:cubicBezTo>
                      <a:pt x="14617" y="2937"/>
                      <a:pt x="15301" y="2695"/>
                      <a:pt x="15900" y="2117"/>
                    </a:cubicBezTo>
                    <a:cubicBezTo>
                      <a:pt x="15983" y="2034"/>
                      <a:pt x="15914" y="1900"/>
                      <a:pt x="15809" y="1900"/>
                    </a:cubicBezTo>
                    <a:cubicBezTo>
                      <a:pt x="15799" y="1900"/>
                      <a:pt x="15789" y="1901"/>
                      <a:pt x="15778" y="1904"/>
                    </a:cubicBezTo>
                    <a:cubicBezTo>
                      <a:pt x="15518" y="1959"/>
                      <a:pt x="15264" y="1984"/>
                      <a:pt x="15013" y="1984"/>
                    </a:cubicBezTo>
                    <a:cubicBezTo>
                      <a:pt x="12778" y="1984"/>
                      <a:pt x="10860" y="0"/>
                      <a:pt x="85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16"/>
              <p:cNvSpPr/>
              <p:nvPr/>
            </p:nvSpPr>
            <p:spPr>
              <a:xfrm flipH="1">
                <a:off x="-12425" y="3723725"/>
                <a:ext cx="561375" cy="837450"/>
              </a:xfrm>
              <a:custGeom>
                <a:avLst/>
                <a:gdLst/>
                <a:ahLst/>
                <a:cxnLst/>
                <a:rect l="l" t="t" r="r" b="b"/>
                <a:pathLst>
                  <a:path w="22455" h="33498" extrusionOk="0">
                    <a:moveTo>
                      <a:pt x="266" y="0"/>
                    </a:moveTo>
                    <a:cubicBezTo>
                      <a:pt x="228" y="0"/>
                      <a:pt x="190" y="1"/>
                      <a:pt x="152" y="2"/>
                    </a:cubicBezTo>
                    <a:cubicBezTo>
                      <a:pt x="0" y="2"/>
                      <a:pt x="0" y="245"/>
                      <a:pt x="152" y="276"/>
                    </a:cubicBezTo>
                    <a:lnTo>
                      <a:pt x="182" y="245"/>
                    </a:lnTo>
                    <a:cubicBezTo>
                      <a:pt x="2979" y="488"/>
                      <a:pt x="2827" y="3923"/>
                      <a:pt x="3891" y="5716"/>
                    </a:cubicBezTo>
                    <a:cubicBezTo>
                      <a:pt x="4620" y="6963"/>
                      <a:pt x="5836" y="7996"/>
                      <a:pt x="6839" y="9029"/>
                    </a:cubicBezTo>
                    <a:cubicBezTo>
                      <a:pt x="7781" y="10002"/>
                      <a:pt x="8754" y="10914"/>
                      <a:pt x="9848" y="11674"/>
                    </a:cubicBezTo>
                    <a:cubicBezTo>
                      <a:pt x="11095" y="12555"/>
                      <a:pt x="13222" y="13011"/>
                      <a:pt x="14073" y="14318"/>
                    </a:cubicBezTo>
                    <a:cubicBezTo>
                      <a:pt x="15107" y="15899"/>
                      <a:pt x="15350" y="18300"/>
                      <a:pt x="15958" y="20093"/>
                    </a:cubicBezTo>
                    <a:cubicBezTo>
                      <a:pt x="16475" y="21613"/>
                      <a:pt x="16870" y="23163"/>
                      <a:pt x="17356" y="24714"/>
                    </a:cubicBezTo>
                    <a:cubicBezTo>
                      <a:pt x="18298" y="27662"/>
                      <a:pt x="19605" y="31097"/>
                      <a:pt x="21763" y="33376"/>
                    </a:cubicBezTo>
                    <a:cubicBezTo>
                      <a:pt x="21841" y="33462"/>
                      <a:pt x="21926" y="33498"/>
                      <a:pt x="22008" y="33498"/>
                    </a:cubicBezTo>
                    <a:cubicBezTo>
                      <a:pt x="22247" y="33498"/>
                      <a:pt x="22454" y="33192"/>
                      <a:pt x="22341" y="32920"/>
                    </a:cubicBezTo>
                    <a:cubicBezTo>
                      <a:pt x="21490" y="30975"/>
                      <a:pt x="20304" y="29243"/>
                      <a:pt x="19636" y="27236"/>
                    </a:cubicBezTo>
                    <a:cubicBezTo>
                      <a:pt x="19028" y="25413"/>
                      <a:pt x="18511" y="23559"/>
                      <a:pt x="18055" y="21704"/>
                    </a:cubicBezTo>
                    <a:cubicBezTo>
                      <a:pt x="17569" y="19729"/>
                      <a:pt x="17143" y="17753"/>
                      <a:pt x="16687" y="15747"/>
                    </a:cubicBezTo>
                    <a:cubicBezTo>
                      <a:pt x="16323" y="14166"/>
                      <a:pt x="16079" y="12890"/>
                      <a:pt x="14681" y="11917"/>
                    </a:cubicBezTo>
                    <a:cubicBezTo>
                      <a:pt x="13344" y="10975"/>
                      <a:pt x="11733" y="10519"/>
                      <a:pt x="10365" y="9546"/>
                    </a:cubicBezTo>
                    <a:cubicBezTo>
                      <a:pt x="8815" y="8482"/>
                      <a:pt x="7386" y="7236"/>
                      <a:pt x="6049" y="5899"/>
                    </a:cubicBezTo>
                    <a:cubicBezTo>
                      <a:pt x="4651" y="4501"/>
                      <a:pt x="4073" y="2646"/>
                      <a:pt x="2827" y="1157"/>
                    </a:cubicBezTo>
                    <a:cubicBezTo>
                      <a:pt x="2153" y="395"/>
                      <a:pt x="1281" y="0"/>
                      <a:pt x="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48" name="Google Shape;2348;p16"/>
            <p:cNvSpPr/>
            <p:nvPr/>
          </p:nvSpPr>
          <p:spPr>
            <a:xfrm flipH="1">
              <a:off x="8453600" y="3576395"/>
              <a:ext cx="255383" cy="394196"/>
            </a:xfrm>
            <a:custGeom>
              <a:avLst/>
              <a:gdLst/>
              <a:ahLst/>
              <a:cxnLst/>
              <a:rect l="l" t="t" r="r" b="b"/>
              <a:pathLst>
                <a:path w="11217" h="17314" extrusionOk="0">
                  <a:moveTo>
                    <a:pt x="3682" y="0"/>
                  </a:moveTo>
                  <a:cubicBezTo>
                    <a:pt x="3334" y="0"/>
                    <a:pt x="2991" y="82"/>
                    <a:pt x="2676" y="272"/>
                  </a:cubicBezTo>
                  <a:cubicBezTo>
                    <a:pt x="1825" y="758"/>
                    <a:pt x="1521" y="1822"/>
                    <a:pt x="1308" y="2795"/>
                  </a:cubicBezTo>
                  <a:cubicBezTo>
                    <a:pt x="913" y="4436"/>
                    <a:pt x="518" y="6077"/>
                    <a:pt x="153" y="7749"/>
                  </a:cubicBezTo>
                  <a:cubicBezTo>
                    <a:pt x="62" y="8083"/>
                    <a:pt x="1" y="8418"/>
                    <a:pt x="31" y="8752"/>
                  </a:cubicBezTo>
                  <a:lnTo>
                    <a:pt x="31" y="8722"/>
                  </a:lnTo>
                  <a:cubicBezTo>
                    <a:pt x="244" y="10211"/>
                    <a:pt x="2281" y="11001"/>
                    <a:pt x="2858" y="12430"/>
                  </a:cubicBezTo>
                  <a:cubicBezTo>
                    <a:pt x="3284" y="13524"/>
                    <a:pt x="2828" y="14831"/>
                    <a:pt x="3436" y="15834"/>
                  </a:cubicBezTo>
                  <a:cubicBezTo>
                    <a:pt x="4073" y="16893"/>
                    <a:pt x="4918" y="17314"/>
                    <a:pt x="5808" y="17314"/>
                  </a:cubicBezTo>
                  <a:cubicBezTo>
                    <a:pt x="7803" y="17314"/>
                    <a:pt x="10020" y="15199"/>
                    <a:pt x="10609" y="13433"/>
                  </a:cubicBezTo>
                  <a:cubicBezTo>
                    <a:pt x="11217" y="11640"/>
                    <a:pt x="11126" y="9694"/>
                    <a:pt x="10943" y="7810"/>
                  </a:cubicBezTo>
                  <a:cubicBezTo>
                    <a:pt x="10852" y="6685"/>
                    <a:pt x="10700" y="5469"/>
                    <a:pt x="9910" y="4679"/>
                  </a:cubicBezTo>
                  <a:cubicBezTo>
                    <a:pt x="9484" y="4284"/>
                    <a:pt x="8968" y="4010"/>
                    <a:pt x="8481" y="3676"/>
                  </a:cubicBezTo>
                  <a:cubicBezTo>
                    <a:pt x="7509" y="2977"/>
                    <a:pt x="6870" y="1883"/>
                    <a:pt x="5989" y="1062"/>
                  </a:cubicBezTo>
                  <a:cubicBezTo>
                    <a:pt x="5369" y="463"/>
                    <a:pt x="4508" y="0"/>
                    <a:pt x="36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49" name="Google Shape;2349;p16"/>
            <p:cNvGrpSpPr/>
            <p:nvPr/>
          </p:nvGrpSpPr>
          <p:grpSpPr>
            <a:xfrm>
              <a:off x="6740114" y="4212336"/>
              <a:ext cx="1580445" cy="807500"/>
              <a:chOff x="1041325" y="3967675"/>
              <a:chExt cx="974200" cy="497750"/>
            </a:xfrm>
          </p:grpSpPr>
          <p:sp>
            <p:nvSpPr>
              <p:cNvPr id="2350" name="Google Shape;2350;p16"/>
              <p:cNvSpPr/>
              <p:nvPr/>
            </p:nvSpPr>
            <p:spPr>
              <a:xfrm>
                <a:off x="1901525" y="4241225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95" y="1"/>
                    </a:moveTo>
                    <a:cubicBezTo>
                      <a:pt x="0" y="1"/>
                      <a:pt x="0" y="578"/>
                      <a:pt x="395" y="578"/>
                    </a:cubicBezTo>
                    <a:cubicBezTo>
                      <a:pt x="760" y="578"/>
                      <a:pt x="760" y="1"/>
                      <a:pt x="3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16"/>
              <p:cNvSpPr/>
              <p:nvPr/>
            </p:nvSpPr>
            <p:spPr>
              <a:xfrm>
                <a:off x="1801975" y="4314175"/>
                <a:ext cx="41050" cy="39850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1594" extrusionOk="0">
                    <a:moveTo>
                      <a:pt x="669" y="1"/>
                    </a:moveTo>
                    <a:cubicBezTo>
                      <a:pt x="517" y="1"/>
                      <a:pt x="335" y="62"/>
                      <a:pt x="213" y="183"/>
                    </a:cubicBezTo>
                    <a:cubicBezTo>
                      <a:pt x="92" y="305"/>
                      <a:pt x="0" y="487"/>
                      <a:pt x="31" y="639"/>
                    </a:cubicBezTo>
                    <a:lnTo>
                      <a:pt x="61" y="822"/>
                    </a:lnTo>
                    <a:cubicBezTo>
                      <a:pt x="92" y="943"/>
                      <a:pt x="122" y="1034"/>
                      <a:pt x="213" y="1125"/>
                    </a:cubicBezTo>
                    <a:cubicBezTo>
                      <a:pt x="277" y="1190"/>
                      <a:pt x="357" y="1239"/>
                      <a:pt x="441" y="1273"/>
                    </a:cubicBezTo>
                    <a:lnTo>
                      <a:pt x="441" y="1273"/>
                    </a:lnTo>
                    <a:cubicBezTo>
                      <a:pt x="474" y="1295"/>
                      <a:pt x="495" y="1317"/>
                      <a:pt x="517" y="1338"/>
                    </a:cubicBezTo>
                    <a:cubicBezTo>
                      <a:pt x="568" y="1372"/>
                      <a:pt x="619" y="1397"/>
                      <a:pt x="670" y="1417"/>
                    </a:cubicBezTo>
                    <a:lnTo>
                      <a:pt x="670" y="1417"/>
                    </a:lnTo>
                    <a:cubicBezTo>
                      <a:pt x="720" y="1449"/>
                      <a:pt x="771" y="1495"/>
                      <a:pt x="821" y="1521"/>
                    </a:cubicBezTo>
                    <a:cubicBezTo>
                      <a:pt x="894" y="1569"/>
                      <a:pt x="986" y="1594"/>
                      <a:pt x="1081" y="1594"/>
                    </a:cubicBezTo>
                    <a:cubicBezTo>
                      <a:pt x="1222" y="1594"/>
                      <a:pt x="1368" y="1539"/>
                      <a:pt x="1459" y="1429"/>
                    </a:cubicBezTo>
                    <a:cubicBezTo>
                      <a:pt x="1520" y="1369"/>
                      <a:pt x="1581" y="1277"/>
                      <a:pt x="1611" y="1217"/>
                    </a:cubicBezTo>
                    <a:cubicBezTo>
                      <a:pt x="1642" y="1095"/>
                      <a:pt x="1611" y="882"/>
                      <a:pt x="1551" y="791"/>
                    </a:cubicBezTo>
                    <a:cubicBezTo>
                      <a:pt x="1525" y="741"/>
                      <a:pt x="1479" y="690"/>
                      <a:pt x="1447" y="640"/>
                    </a:cubicBezTo>
                    <a:lnTo>
                      <a:pt x="1447" y="640"/>
                    </a:lnTo>
                    <a:cubicBezTo>
                      <a:pt x="1427" y="589"/>
                      <a:pt x="1402" y="538"/>
                      <a:pt x="1368" y="487"/>
                    </a:cubicBezTo>
                    <a:cubicBezTo>
                      <a:pt x="1346" y="465"/>
                      <a:pt x="1325" y="444"/>
                      <a:pt x="1303" y="411"/>
                    </a:cubicBezTo>
                    <a:lnTo>
                      <a:pt x="1303" y="411"/>
                    </a:lnTo>
                    <a:cubicBezTo>
                      <a:pt x="1269" y="327"/>
                      <a:pt x="1220" y="248"/>
                      <a:pt x="1155" y="183"/>
                    </a:cubicBezTo>
                    <a:cubicBezTo>
                      <a:pt x="1003" y="62"/>
                      <a:pt x="882" y="1"/>
                      <a:pt x="6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16"/>
              <p:cNvSpPr/>
              <p:nvPr/>
            </p:nvSpPr>
            <p:spPr>
              <a:xfrm>
                <a:off x="1731300" y="4183425"/>
                <a:ext cx="38775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098" extrusionOk="0">
                    <a:moveTo>
                      <a:pt x="654" y="0"/>
                    </a:moveTo>
                    <a:cubicBezTo>
                      <a:pt x="553" y="0"/>
                      <a:pt x="459" y="26"/>
                      <a:pt x="365" y="64"/>
                    </a:cubicBezTo>
                    <a:cubicBezTo>
                      <a:pt x="1" y="246"/>
                      <a:pt x="1" y="854"/>
                      <a:pt x="365" y="1006"/>
                    </a:cubicBezTo>
                    <a:cubicBezTo>
                      <a:pt x="473" y="1049"/>
                      <a:pt x="580" y="1092"/>
                      <a:pt x="698" y="1092"/>
                    </a:cubicBezTo>
                    <a:cubicBezTo>
                      <a:pt x="709" y="1092"/>
                      <a:pt x="720" y="1091"/>
                      <a:pt x="731" y="1091"/>
                    </a:cubicBezTo>
                    <a:lnTo>
                      <a:pt x="731" y="1091"/>
                    </a:lnTo>
                    <a:lnTo>
                      <a:pt x="700" y="1097"/>
                    </a:lnTo>
                    <a:lnTo>
                      <a:pt x="700" y="1097"/>
                    </a:lnTo>
                    <a:lnTo>
                      <a:pt x="737" y="1090"/>
                    </a:lnTo>
                    <a:lnTo>
                      <a:pt x="737" y="1090"/>
                    </a:lnTo>
                    <a:cubicBezTo>
                      <a:pt x="767" y="1088"/>
                      <a:pt x="798" y="1082"/>
                      <a:pt x="830" y="1073"/>
                    </a:cubicBezTo>
                    <a:lnTo>
                      <a:pt x="830" y="1073"/>
                    </a:lnTo>
                    <a:lnTo>
                      <a:pt x="1034" y="1036"/>
                    </a:lnTo>
                    <a:cubicBezTo>
                      <a:pt x="1186" y="1036"/>
                      <a:pt x="1308" y="1006"/>
                      <a:pt x="1399" y="915"/>
                    </a:cubicBezTo>
                    <a:cubicBezTo>
                      <a:pt x="1490" y="823"/>
                      <a:pt x="1551" y="671"/>
                      <a:pt x="1551" y="550"/>
                    </a:cubicBezTo>
                    <a:cubicBezTo>
                      <a:pt x="1551" y="428"/>
                      <a:pt x="1490" y="276"/>
                      <a:pt x="1399" y="185"/>
                    </a:cubicBezTo>
                    <a:cubicBezTo>
                      <a:pt x="1308" y="94"/>
                      <a:pt x="1186" y="64"/>
                      <a:pt x="1034" y="33"/>
                    </a:cubicBezTo>
                    <a:lnTo>
                      <a:pt x="742" y="7"/>
                    </a:lnTo>
                    <a:lnTo>
                      <a:pt x="742" y="7"/>
                    </a:lnTo>
                    <a:cubicBezTo>
                      <a:pt x="712" y="2"/>
                      <a:pt x="683" y="0"/>
                      <a:pt x="6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16"/>
              <p:cNvSpPr/>
              <p:nvPr/>
            </p:nvSpPr>
            <p:spPr>
              <a:xfrm>
                <a:off x="1722175" y="4257200"/>
                <a:ext cx="28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913" extrusionOk="0">
                    <a:moveTo>
                      <a:pt x="578" y="0"/>
                    </a:moveTo>
                    <a:cubicBezTo>
                      <a:pt x="1" y="0"/>
                      <a:pt x="1" y="912"/>
                      <a:pt x="578" y="912"/>
                    </a:cubicBezTo>
                    <a:cubicBezTo>
                      <a:pt x="1156" y="912"/>
                      <a:pt x="1156" y="0"/>
                      <a:pt x="5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16"/>
              <p:cNvSpPr/>
              <p:nvPr/>
            </p:nvSpPr>
            <p:spPr>
              <a:xfrm>
                <a:off x="1638600" y="4324675"/>
                <a:ext cx="41050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1259" extrusionOk="0">
                    <a:moveTo>
                      <a:pt x="851" y="37"/>
                    </a:moveTo>
                    <a:cubicBezTo>
                      <a:pt x="865" y="37"/>
                      <a:pt x="879" y="38"/>
                      <a:pt x="892" y="41"/>
                    </a:cubicBezTo>
                    <a:lnTo>
                      <a:pt x="892" y="41"/>
                    </a:lnTo>
                    <a:lnTo>
                      <a:pt x="882" y="37"/>
                    </a:lnTo>
                    <a:close/>
                    <a:moveTo>
                      <a:pt x="926" y="1204"/>
                    </a:moveTo>
                    <a:lnTo>
                      <a:pt x="882" y="1222"/>
                    </a:lnTo>
                    <a:lnTo>
                      <a:pt x="730" y="1222"/>
                    </a:lnTo>
                    <a:lnTo>
                      <a:pt x="926" y="1204"/>
                    </a:lnTo>
                    <a:close/>
                    <a:moveTo>
                      <a:pt x="577" y="0"/>
                    </a:moveTo>
                    <a:cubicBezTo>
                      <a:pt x="440" y="0"/>
                      <a:pt x="292" y="83"/>
                      <a:pt x="213" y="189"/>
                    </a:cubicBezTo>
                    <a:cubicBezTo>
                      <a:pt x="91" y="280"/>
                      <a:pt x="0" y="462"/>
                      <a:pt x="0" y="645"/>
                    </a:cubicBezTo>
                    <a:cubicBezTo>
                      <a:pt x="31" y="797"/>
                      <a:pt x="61" y="979"/>
                      <a:pt x="213" y="1070"/>
                    </a:cubicBezTo>
                    <a:cubicBezTo>
                      <a:pt x="319" y="1176"/>
                      <a:pt x="447" y="1258"/>
                      <a:pt x="579" y="1258"/>
                    </a:cubicBezTo>
                    <a:cubicBezTo>
                      <a:pt x="599" y="1258"/>
                      <a:pt x="619" y="1257"/>
                      <a:pt x="639" y="1253"/>
                    </a:cubicBezTo>
                    <a:lnTo>
                      <a:pt x="851" y="1253"/>
                    </a:lnTo>
                    <a:cubicBezTo>
                      <a:pt x="885" y="1236"/>
                      <a:pt x="919" y="1219"/>
                      <a:pt x="953" y="1202"/>
                    </a:cubicBezTo>
                    <a:lnTo>
                      <a:pt x="953" y="1202"/>
                    </a:lnTo>
                    <a:lnTo>
                      <a:pt x="1064" y="1192"/>
                    </a:lnTo>
                    <a:cubicBezTo>
                      <a:pt x="1216" y="1192"/>
                      <a:pt x="1338" y="1161"/>
                      <a:pt x="1459" y="1040"/>
                    </a:cubicBezTo>
                    <a:cubicBezTo>
                      <a:pt x="1581" y="949"/>
                      <a:pt x="1642" y="766"/>
                      <a:pt x="1642" y="614"/>
                    </a:cubicBezTo>
                    <a:cubicBezTo>
                      <a:pt x="1642" y="493"/>
                      <a:pt x="1581" y="310"/>
                      <a:pt x="1459" y="219"/>
                    </a:cubicBezTo>
                    <a:cubicBezTo>
                      <a:pt x="1338" y="98"/>
                      <a:pt x="1216" y="67"/>
                      <a:pt x="1064" y="37"/>
                    </a:cubicBezTo>
                    <a:lnTo>
                      <a:pt x="1064" y="67"/>
                    </a:lnTo>
                    <a:lnTo>
                      <a:pt x="944" y="56"/>
                    </a:lnTo>
                    <a:lnTo>
                      <a:pt x="944" y="56"/>
                    </a:lnTo>
                    <a:cubicBezTo>
                      <a:pt x="927" y="50"/>
                      <a:pt x="910" y="44"/>
                      <a:pt x="892" y="41"/>
                    </a:cubicBezTo>
                    <a:lnTo>
                      <a:pt x="892" y="41"/>
                    </a:lnTo>
                    <a:lnTo>
                      <a:pt x="926" y="55"/>
                    </a:lnTo>
                    <a:lnTo>
                      <a:pt x="926" y="55"/>
                    </a:lnTo>
                    <a:lnTo>
                      <a:pt x="730" y="37"/>
                    </a:lnTo>
                    <a:lnTo>
                      <a:pt x="851" y="37"/>
                    </a:lnTo>
                    <a:cubicBezTo>
                      <a:pt x="791" y="6"/>
                      <a:pt x="730" y="6"/>
                      <a:pt x="639" y="6"/>
                    </a:cubicBezTo>
                    <a:cubicBezTo>
                      <a:pt x="619" y="2"/>
                      <a:pt x="598" y="0"/>
                      <a:pt x="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16"/>
              <p:cNvSpPr/>
              <p:nvPr/>
            </p:nvSpPr>
            <p:spPr>
              <a:xfrm>
                <a:off x="1579325" y="4214650"/>
                <a:ext cx="2815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1490" extrusionOk="0">
                    <a:moveTo>
                      <a:pt x="548" y="0"/>
                    </a:moveTo>
                    <a:cubicBezTo>
                      <a:pt x="244" y="0"/>
                      <a:pt x="31" y="243"/>
                      <a:pt x="0" y="547"/>
                    </a:cubicBezTo>
                    <a:cubicBezTo>
                      <a:pt x="0" y="699"/>
                      <a:pt x="0" y="821"/>
                      <a:pt x="31" y="942"/>
                    </a:cubicBezTo>
                    <a:cubicBezTo>
                      <a:pt x="31" y="1094"/>
                      <a:pt x="61" y="1216"/>
                      <a:pt x="183" y="1307"/>
                    </a:cubicBezTo>
                    <a:cubicBezTo>
                      <a:pt x="274" y="1429"/>
                      <a:pt x="426" y="1489"/>
                      <a:pt x="548" y="1489"/>
                    </a:cubicBezTo>
                    <a:cubicBezTo>
                      <a:pt x="882" y="1459"/>
                      <a:pt x="1064" y="1246"/>
                      <a:pt x="1095" y="942"/>
                    </a:cubicBezTo>
                    <a:cubicBezTo>
                      <a:pt x="1095" y="821"/>
                      <a:pt x="1125" y="669"/>
                      <a:pt x="1125" y="547"/>
                    </a:cubicBezTo>
                    <a:cubicBezTo>
                      <a:pt x="1095" y="395"/>
                      <a:pt x="1064" y="274"/>
                      <a:pt x="943" y="152"/>
                    </a:cubicBezTo>
                    <a:cubicBezTo>
                      <a:pt x="851" y="61"/>
                      <a:pt x="700" y="0"/>
                      <a:pt x="5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16"/>
              <p:cNvSpPr/>
              <p:nvPr/>
            </p:nvSpPr>
            <p:spPr>
              <a:xfrm>
                <a:off x="1644675" y="4281500"/>
                <a:ext cx="205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0" extrusionOk="0">
                    <a:moveTo>
                      <a:pt x="396" y="1"/>
                    </a:moveTo>
                    <a:cubicBezTo>
                      <a:pt x="0" y="1"/>
                      <a:pt x="0" y="639"/>
                      <a:pt x="396" y="639"/>
                    </a:cubicBezTo>
                    <a:cubicBezTo>
                      <a:pt x="821" y="639"/>
                      <a:pt x="821" y="1"/>
                      <a:pt x="3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16"/>
              <p:cNvSpPr/>
              <p:nvPr/>
            </p:nvSpPr>
            <p:spPr>
              <a:xfrm>
                <a:off x="1647725" y="4152325"/>
                <a:ext cx="34975" cy="27375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095" extrusionOk="0">
                    <a:moveTo>
                      <a:pt x="699" y="1"/>
                    </a:moveTo>
                    <a:cubicBezTo>
                      <a:pt x="0" y="1"/>
                      <a:pt x="0" y="1095"/>
                      <a:pt x="699" y="1095"/>
                    </a:cubicBezTo>
                    <a:cubicBezTo>
                      <a:pt x="1398" y="1095"/>
                      <a:pt x="1398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16"/>
              <p:cNvSpPr/>
              <p:nvPr/>
            </p:nvSpPr>
            <p:spPr>
              <a:xfrm>
                <a:off x="1537525" y="4326900"/>
                <a:ext cx="29675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498" extrusionOk="0">
                    <a:moveTo>
                      <a:pt x="593" y="1"/>
                    </a:moveTo>
                    <a:cubicBezTo>
                      <a:pt x="457" y="1"/>
                      <a:pt x="320" y="54"/>
                      <a:pt x="213" y="161"/>
                    </a:cubicBezTo>
                    <a:lnTo>
                      <a:pt x="183" y="161"/>
                    </a:lnTo>
                    <a:cubicBezTo>
                      <a:pt x="31" y="313"/>
                      <a:pt x="1" y="525"/>
                      <a:pt x="31" y="738"/>
                    </a:cubicBezTo>
                    <a:lnTo>
                      <a:pt x="31" y="616"/>
                    </a:lnTo>
                    <a:lnTo>
                      <a:pt x="61" y="951"/>
                    </a:lnTo>
                    <a:cubicBezTo>
                      <a:pt x="61" y="1103"/>
                      <a:pt x="122" y="1224"/>
                      <a:pt x="213" y="1346"/>
                    </a:cubicBezTo>
                    <a:cubicBezTo>
                      <a:pt x="305" y="1437"/>
                      <a:pt x="457" y="1498"/>
                      <a:pt x="609" y="1498"/>
                    </a:cubicBezTo>
                    <a:cubicBezTo>
                      <a:pt x="730" y="1498"/>
                      <a:pt x="882" y="1437"/>
                      <a:pt x="973" y="1346"/>
                    </a:cubicBezTo>
                    <a:cubicBezTo>
                      <a:pt x="1065" y="1224"/>
                      <a:pt x="1125" y="1103"/>
                      <a:pt x="1125" y="951"/>
                    </a:cubicBezTo>
                    <a:lnTo>
                      <a:pt x="1144" y="750"/>
                    </a:lnTo>
                    <a:lnTo>
                      <a:pt x="1144" y="750"/>
                    </a:lnTo>
                    <a:lnTo>
                      <a:pt x="1156" y="738"/>
                    </a:lnTo>
                    <a:cubicBezTo>
                      <a:pt x="1186" y="556"/>
                      <a:pt x="1156" y="313"/>
                      <a:pt x="1004" y="161"/>
                    </a:cubicBezTo>
                    <a:lnTo>
                      <a:pt x="973" y="161"/>
                    </a:lnTo>
                    <a:cubicBezTo>
                      <a:pt x="867" y="54"/>
                      <a:pt x="730" y="1"/>
                      <a:pt x="59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16"/>
              <p:cNvSpPr/>
              <p:nvPr/>
            </p:nvSpPr>
            <p:spPr>
              <a:xfrm>
                <a:off x="1704700" y="4362050"/>
                <a:ext cx="228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31" extrusionOk="0">
                    <a:moveTo>
                      <a:pt x="457" y="1"/>
                    </a:moveTo>
                    <a:cubicBezTo>
                      <a:pt x="1" y="1"/>
                      <a:pt x="1" y="730"/>
                      <a:pt x="457" y="730"/>
                    </a:cubicBezTo>
                    <a:cubicBezTo>
                      <a:pt x="913" y="730"/>
                      <a:pt x="913" y="1"/>
                      <a:pt x="4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16"/>
              <p:cNvSpPr/>
              <p:nvPr/>
            </p:nvSpPr>
            <p:spPr>
              <a:xfrm>
                <a:off x="1862000" y="4406125"/>
                <a:ext cx="167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18" extrusionOk="0">
                    <a:moveTo>
                      <a:pt x="335" y="1"/>
                    </a:moveTo>
                    <a:cubicBezTo>
                      <a:pt x="1" y="1"/>
                      <a:pt x="1" y="517"/>
                      <a:pt x="335" y="517"/>
                    </a:cubicBezTo>
                    <a:cubicBezTo>
                      <a:pt x="669" y="517"/>
                      <a:pt x="669" y="1"/>
                      <a:pt x="3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16"/>
              <p:cNvSpPr/>
              <p:nvPr/>
            </p:nvSpPr>
            <p:spPr>
              <a:xfrm>
                <a:off x="1889350" y="4228700"/>
                <a:ext cx="2360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234" extrusionOk="0">
                    <a:moveTo>
                      <a:pt x="472" y="0"/>
                    </a:moveTo>
                    <a:cubicBezTo>
                      <a:pt x="312" y="0"/>
                      <a:pt x="153" y="76"/>
                      <a:pt x="92" y="228"/>
                    </a:cubicBezTo>
                    <a:cubicBezTo>
                      <a:pt x="31" y="289"/>
                      <a:pt x="31" y="380"/>
                      <a:pt x="1" y="471"/>
                    </a:cubicBezTo>
                    <a:cubicBezTo>
                      <a:pt x="1" y="502"/>
                      <a:pt x="1" y="532"/>
                      <a:pt x="1" y="593"/>
                    </a:cubicBezTo>
                    <a:cubicBezTo>
                      <a:pt x="1" y="654"/>
                      <a:pt x="1" y="715"/>
                      <a:pt x="1" y="775"/>
                    </a:cubicBezTo>
                    <a:cubicBezTo>
                      <a:pt x="30" y="1005"/>
                      <a:pt x="193" y="1234"/>
                      <a:pt x="441" y="1234"/>
                    </a:cubicBezTo>
                    <a:cubicBezTo>
                      <a:pt x="456" y="1234"/>
                      <a:pt x="472" y="1233"/>
                      <a:pt x="487" y="1231"/>
                    </a:cubicBezTo>
                    <a:cubicBezTo>
                      <a:pt x="730" y="1231"/>
                      <a:pt x="913" y="1049"/>
                      <a:pt x="943" y="775"/>
                    </a:cubicBezTo>
                    <a:lnTo>
                      <a:pt x="913" y="775"/>
                    </a:lnTo>
                    <a:cubicBezTo>
                      <a:pt x="913" y="715"/>
                      <a:pt x="943" y="654"/>
                      <a:pt x="943" y="593"/>
                    </a:cubicBezTo>
                    <a:cubicBezTo>
                      <a:pt x="943" y="563"/>
                      <a:pt x="943" y="502"/>
                      <a:pt x="913" y="471"/>
                    </a:cubicBezTo>
                    <a:cubicBezTo>
                      <a:pt x="913" y="380"/>
                      <a:pt x="882" y="319"/>
                      <a:pt x="852" y="228"/>
                    </a:cubicBezTo>
                    <a:cubicBezTo>
                      <a:pt x="791" y="76"/>
                      <a:pt x="632" y="0"/>
                      <a:pt x="47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16"/>
              <p:cNvSpPr/>
              <p:nvPr/>
            </p:nvSpPr>
            <p:spPr>
              <a:xfrm>
                <a:off x="1948625" y="4338500"/>
                <a:ext cx="27375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399" extrusionOk="0">
                    <a:moveTo>
                      <a:pt x="548" y="0"/>
                    </a:moveTo>
                    <a:cubicBezTo>
                      <a:pt x="335" y="31"/>
                      <a:pt x="122" y="183"/>
                      <a:pt x="62" y="396"/>
                    </a:cubicBezTo>
                    <a:cubicBezTo>
                      <a:pt x="1" y="548"/>
                      <a:pt x="31" y="730"/>
                      <a:pt x="62" y="912"/>
                    </a:cubicBezTo>
                    <a:cubicBezTo>
                      <a:pt x="62" y="1034"/>
                      <a:pt x="92" y="1156"/>
                      <a:pt x="214" y="1277"/>
                    </a:cubicBezTo>
                    <a:cubicBezTo>
                      <a:pt x="305" y="1338"/>
                      <a:pt x="426" y="1399"/>
                      <a:pt x="548" y="1399"/>
                    </a:cubicBezTo>
                    <a:cubicBezTo>
                      <a:pt x="852" y="1399"/>
                      <a:pt x="1034" y="1186"/>
                      <a:pt x="1065" y="912"/>
                    </a:cubicBezTo>
                    <a:cubicBezTo>
                      <a:pt x="1065" y="730"/>
                      <a:pt x="1095" y="548"/>
                      <a:pt x="1065" y="396"/>
                    </a:cubicBezTo>
                    <a:cubicBezTo>
                      <a:pt x="973" y="183"/>
                      <a:pt x="791" y="0"/>
                      <a:pt x="5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16"/>
              <p:cNvSpPr/>
              <p:nvPr/>
            </p:nvSpPr>
            <p:spPr>
              <a:xfrm>
                <a:off x="1886325" y="4441850"/>
                <a:ext cx="29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943" extrusionOk="0">
                    <a:moveTo>
                      <a:pt x="578" y="0"/>
                    </a:moveTo>
                    <a:cubicBezTo>
                      <a:pt x="0" y="0"/>
                      <a:pt x="0" y="943"/>
                      <a:pt x="578" y="943"/>
                    </a:cubicBezTo>
                    <a:cubicBezTo>
                      <a:pt x="1186" y="943"/>
                      <a:pt x="1186" y="0"/>
                      <a:pt x="5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16"/>
              <p:cNvSpPr/>
              <p:nvPr/>
            </p:nvSpPr>
            <p:spPr>
              <a:xfrm>
                <a:off x="1745750" y="4380475"/>
                <a:ext cx="2510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898" extrusionOk="0">
                    <a:moveTo>
                      <a:pt x="559" y="1"/>
                    </a:moveTo>
                    <a:cubicBezTo>
                      <a:pt x="517" y="1"/>
                      <a:pt x="471" y="8"/>
                      <a:pt x="426" y="24"/>
                    </a:cubicBezTo>
                    <a:lnTo>
                      <a:pt x="334" y="54"/>
                    </a:lnTo>
                    <a:cubicBezTo>
                      <a:pt x="243" y="84"/>
                      <a:pt x="182" y="115"/>
                      <a:pt x="122" y="145"/>
                    </a:cubicBezTo>
                    <a:cubicBezTo>
                      <a:pt x="91" y="206"/>
                      <a:pt x="61" y="267"/>
                      <a:pt x="30" y="358"/>
                    </a:cubicBezTo>
                    <a:cubicBezTo>
                      <a:pt x="0" y="449"/>
                      <a:pt x="0" y="449"/>
                      <a:pt x="30" y="571"/>
                    </a:cubicBezTo>
                    <a:cubicBezTo>
                      <a:pt x="61" y="632"/>
                      <a:pt x="91" y="692"/>
                      <a:pt x="122" y="753"/>
                    </a:cubicBezTo>
                    <a:cubicBezTo>
                      <a:pt x="182" y="814"/>
                      <a:pt x="243" y="844"/>
                      <a:pt x="334" y="844"/>
                    </a:cubicBezTo>
                    <a:lnTo>
                      <a:pt x="426" y="875"/>
                    </a:lnTo>
                    <a:cubicBezTo>
                      <a:pt x="471" y="890"/>
                      <a:pt x="517" y="898"/>
                      <a:pt x="559" y="898"/>
                    </a:cubicBezTo>
                    <a:cubicBezTo>
                      <a:pt x="600" y="898"/>
                      <a:pt x="638" y="890"/>
                      <a:pt x="669" y="875"/>
                    </a:cubicBezTo>
                    <a:cubicBezTo>
                      <a:pt x="760" y="844"/>
                      <a:pt x="821" y="814"/>
                      <a:pt x="882" y="753"/>
                    </a:cubicBezTo>
                    <a:cubicBezTo>
                      <a:pt x="942" y="692"/>
                      <a:pt x="1003" y="571"/>
                      <a:pt x="1003" y="449"/>
                    </a:cubicBezTo>
                    <a:cubicBezTo>
                      <a:pt x="1003" y="328"/>
                      <a:pt x="942" y="206"/>
                      <a:pt x="882" y="145"/>
                    </a:cubicBezTo>
                    <a:cubicBezTo>
                      <a:pt x="821" y="84"/>
                      <a:pt x="760" y="54"/>
                      <a:pt x="669" y="24"/>
                    </a:cubicBezTo>
                    <a:cubicBezTo>
                      <a:pt x="638" y="8"/>
                      <a:pt x="600" y="1"/>
                      <a:pt x="5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16"/>
              <p:cNvSpPr/>
              <p:nvPr/>
            </p:nvSpPr>
            <p:spPr>
              <a:xfrm>
                <a:off x="1786775" y="4239725"/>
                <a:ext cx="28150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852" extrusionOk="0">
                    <a:moveTo>
                      <a:pt x="548" y="0"/>
                    </a:moveTo>
                    <a:cubicBezTo>
                      <a:pt x="0" y="0"/>
                      <a:pt x="0" y="851"/>
                      <a:pt x="548" y="851"/>
                    </a:cubicBezTo>
                    <a:cubicBezTo>
                      <a:pt x="1125" y="851"/>
                      <a:pt x="1125" y="0"/>
                      <a:pt x="5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16"/>
              <p:cNvSpPr/>
              <p:nvPr/>
            </p:nvSpPr>
            <p:spPr>
              <a:xfrm>
                <a:off x="1842250" y="4155375"/>
                <a:ext cx="26625" cy="26600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64" extrusionOk="0">
                    <a:moveTo>
                      <a:pt x="517" y="0"/>
                    </a:moveTo>
                    <a:cubicBezTo>
                      <a:pt x="395" y="0"/>
                      <a:pt x="243" y="61"/>
                      <a:pt x="152" y="152"/>
                    </a:cubicBezTo>
                    <a:cubicBezTo>
                      <a:pt x="92" y="213"/>
                      <a:pt x="61" y="243"/>
                      <a:pt x="31" y="335"/>
                    </a:cubicBezTo>
                    <a:cubicBezTo>
                      <a:pt x="0" y="395"/>
                      <a:pt x="0" y="456"/>
                      <a:pt x="0" y="517"/>
                    </a:cubicBezTo>
                    <a:cubicBezTo>
                      <a:pt x="0" y="669"/>
                      <a:pt x="61" y="790"/>
                      <a:pt x="152" y="882"/>
                    </a:cubicBezTo>
                    <a:cubicBezTo>
                      <a:pt x="274" y="1003"/>
                      <a:pt x="395" y="1064"/>
                      <a:pt x="517" y="1064"/>
                    </a:cubicBezTo>
                    <a:cubicBezTo>
                      <a:pt x="669" y="1064"/>
                      <a:pt x="791" y="1003"/>
                      <a:pt x="882" y="882"/>
                    </a:cubicBezTo>
                    <a:cubicBezTo>
                      <a:pt x="943" y="851"/>
                      <a:pt x="973" y="790"/>
                      <a:pt x="1003" y="730"/>
                    </a:cubicBezTo>
                    <a:cubicBezTo>
                      <a:pt x="1034" y="669"/>
                      <a:pt x="1064" y="608"/>
                      <a:pt x="1064" y="517"/>
                    </a:cubicBezTo>
                    <a:cubicBezTo>
                      <a:pt x="1034" y="395"/>
                      <a:pt x="1003" y="243"/>
                      <a:pt x="882" y="152"/>
                    </a:cubicBezTo>
                    <a:cubicBezTo>
                      <a:pt x="791" y="61"/>
                      <a:pt x="669" y="0"/>
                      <a:pt x="5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16"/>
              <p:cNvSpPr/>
              <p:nvPr/>
            </p:nvSpPr>
            <p:spPr>
              <a:xfrm>
                <a:off x="1740425" y="4040625"/>
                <a:ext cx="4790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490" extrusionOk="0">
                    <a:moveTo>
                      <a:pt x="943" y="0"/>
                    </a:moveTo>
                    <a:cubicBezTo>
                      <a:pt x="0" y="0"/>
                      <a:pt x="0" y="1490"/>
                      <a:pt x="943" y="1490"/>
                    </a:cubicBezTo>
                    <a:cubicBezTo>
                      <a:pt x="1915" y="1490"/>
                      <a:pt x="1915" y="0"/>
                      <a:pt x="9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16"/>
              <p:cNvSpPr/>
              <p:nvPr/>
            </p:nvSpPr>
            <p:spPr>
              <a:xfrm>
                <a:off x="1673550" y="4226800"/>
                <a:ext cx="258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1" extrusionOk="0">
                    <a:moveTo>
                      <a:pt x="517" y="0"/>
                    </a:moveTo>
                    <a:cubicBezTo>
                      <a:pt x="0" y="0"/>
                      <a:pt x="0" y="791"/>
                      <a:pt x="517" y="791"/>
                    </a:cubicBezTo>
                    <a:cubicBezTo>
                      <a:pt x="1034" y="79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16"/>
              <p:cNvSpPr/>
              <p:nvPr/>
            </p:nvSpPr>
            <p:spPr>
              <a:xfrm>
                <a:off x="1740425" y="4324825"/>
                <a:ext cx="20525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1" h="639" extrusionOk="0">
                    <a:moveTo>
                      <a:pt x="395" y="0"/>
                    </a:moveTo>
                    <a:cubicBezTo>
                      <a:pt x="0" y="0"/>
                      <a:pt x="0" y="639"/>
                      <a:pt x="395" y="639"/>
                    </a:cubicBezTo>
                    <a:cubicBezTo>
                      <a:pt x="821" y="639"/>
                      <a:pt x="821" y="0"/>
                      <a:pt x="3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Google Shape;2370;p16"/>
              <p:cNvSpPr/>
              <p:nvPr/>
            </p:nvSpPr>
            <p:spPr>
              <a:xfrm>
                <a:off x="1908350" y="4286150"/>
                <a:ext cx="20550" cy="199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96" extrusionOk="0">
                    <a:moveTo>
                      <a:pt x="409" y="0"/>
                    </a:moveTo>
                    <a:cubicBezTo>
                      <a:pt x="345" y="0"/>
                      <a:pt x="285" y="17"/>
                      <a:pt x="244" y="58"/>
                    </a:cubicBezTo>
                    <a:cubicBezTo>
                      <a:pt x="214" y="88"/>
                      <a:pt x="214" y="88"/>
                      <a:pt x="183" y="88"/>
                    </a:cubicBezTo>
                    <a:cubicBezTo>
                      <a:pt x="122" y="119"/>
                      <a:pt x="92" y="180"/>
                      <a:pt x="62" y="240"/>
                    </a:cubicBezTo>
                    <a:cubicBezTo>
                      <a:pt x="31" y="271"/>
                      <a:pt x="1" y="332"/>
                      <a:pt x="1" y="392"/>
                    </a:cubicBezTo>
                    <a:cubicBezTo>
                      <a:pt x="1" y="453"/>
                      <a:pt x="31" y="514"/>
                      <a:pt x="62" y="575"/>
                    </a:cubicBezTo>
                    <a:cubicBezTo>
                      <a:pt x="92" y="635"/>
                      <a:pt x="122" y="666"/>
                      <a:pt x="183" y="696"/>
                    </a:cubicBezTo>
                    <a:cubicBezTo>
                      <a:pt x="183" y="727"/>
                      <a:pt x="214" y="727"/>
                      <a:pt x="244" y="727"/>
                    </a:cubicBezTo>
                    <a:cubicBezTo>
                      <a:pt x="305" y="772"/>
                      <a:pt x="373" y="795"/>
                      <a:pt x="441" y="795"/>
                    </a:cubicBezTo>
                    <a:cubicBezTo>
                      <a:pt x="510" y="795"/>
                      <a:pt x="578" y="772"/>
                      <a:pt x="639" y="727"/>
                    </a:cubicBezTo>
                    <a:cubicBezTo>
                      <a:pt x="761" y="666"/>
                      <a:pt x="821" y="544"/>
                      <a:pt x="821" y="392"/>
                    </a:cubicBezTo>
                    <a:cubicBezTo>
                      <a:pt x="821" y="271"/>
                      <a:pt x="761" y="119"/>
                      <a:pt x="639" y="58"/>
                    </a:cubicBezTo>
                    <a:cubicBezTo>
                      <a:pt x="572" y="25"/>
                      <a:pt x="487" y="0"/>
                      <a:pt x="4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16"/>
              <p:cNvSpPr/>
              <p:nvPr/>
            </p:nvSpPr>
            <p:spPr>
              <a:xfrm>
                <a:off x="1878725" y="4359025"/>
                <a:ext cx="2585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21" extrusionOk="0">
                    <a:moveTo>
                      <a:pt x="517" y="0"/>
                    </a:moveTo>
                    <a:cubicBezTo>
                      <a:pt x="0" y="0"/>
                      <a:pt x="0" y="821"/>
                      <a:pt x="517" y="821"/>
                    </a:cubicBezTo>
                    <a:cubicBezTo>
                      <a:pt x="1034" y="82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16"/>
              <p:cNvSpPr/>
              <p:nvPr/>
            </p:nvSpPr>
            <p:spPr>
              <a:xfrm>
                <a:off x="1822500" y="435672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0" y="609"/>
                      <a:pt x="790" y="1"/>
                      <a:pt x="3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Google Shape;2373;p16"/>
              <p:cNvSpPr/>
              <p:nvPr/>
            </p:nvSpPr>
            <p:spPr>
              <a:xfrm>
                <a:off x="1796650" y="4400050"/>
                <a:ext cx="2587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822" extrusionOk="0">
                    <a:moveTo>
                      <a:pt x="517" y="1"/>
                    </a:moveTo>
                    <a:cubicBezTo>
                      <a:pt x="1" y="1"/>
                      <a:pt x="1" y="821"/>
                      <a:pt x="517" y="821"/>
                    </a:cubicBezTo>
                    <a:cubicBezTo>
                      <a:pt x="1034" y="821"/>
                      <a:pt x="1034" y="1"/>
                      <a:pt x="5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16"/>
              <p:cNvSpPr/>
              <p:nvPr/>
            </p:nvSpPr>
            <p:spPr>
              <a:xfrm>
                <a:off x="1703175" y="4423600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44" y="1"/>
                    </a:moveTo>
                    <a:cubicBezTo>
                      <a:pt x="1" y="1"/>
                      <a:pt x="1" y="396"/>
                      <a:pt x="244" y="396"/>
                    </a:cubicBezTo>
                    <a:cubicBezTo>
                      <a:pt x="518" y="396"/>
                      <a:pt x="518" y="1"/>
                      <a:pt x="2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16"/>
              <p:cNvSpPr/>
              <p:nvPr/>
            </p:nvSpPr>
            <p:spPr>
              <a:xfrm>
                <a:off x="1645425" y="4391700"/>
                <a:ext cx="1902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730" extrusionOk="0">
                    <a:moveTo>
                      <a:pt x="366" y="0"/>
                    </a:moveTo>
                    <a:cubicBezTo>
                      <a:pt x="274" y="0"/>
                      <a:pt x="183" y="61"/>
                      <a:pt x="122" y="122"/>
                    </a:cubicBezTo>
                    <a:cubicBezTo>
                      <a:pt x="31" y="183"/>
                      <a:pt x="1" y="274"/>
                      <a:pt x="1" y="365"/>
                    </a:cubicBezTo>
                    <a:cubicBezTo>
                      <a:pt x="1" y="456"/>
                      <a:pt x="31" y="578"/>
                      <a:pt x="122" y="638"/>
                    </a:cubicBezTo>
                    <a:cubicBezTo>
                      <a:pt x="183" y="699"/>
                      <a:pt x="274" y="730"/>
                      <a:pt x="366" y="730"/>
                    </a:cubicBezTo>
                    <a:cubicBezTo>
                      <a:pt x="457" y="730"/>
                      <a:pt x="578" y="699"/>
                      <a:pt x="639" y="638"/>
                    </a:cubicBezTo>
                    <a:cubicBezTo>
                      <a:pt x="700" y="578"/>
                      <a:pt x="761" y="456"/>
                      <a:pt x="730" y="365"/>
                    </a:cubicBezTo>
                    <a:cubicBezTo>
                      <a:pt x="730" y="274"/>
                      <a:pt x="700" y="183"/>
                      <a:pt x="639" y="122"/>
                    </a:cubicBezTo>
                    <a:cubicBezTo>
                      <a:pt x="548" y="31"/>
                      <a:pt x="487" y="0"/>
                      <a:pt x="3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16"/>
              <p:cNvSpPr/>
              <p:nvPr/>
            </p:nvSpPr>
            <p:spPr>
              <a:xfrm>
                <a:off x="1563375" y="4405375"/>
                <a:ext cx="19000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730" extrusionOk="0">
                    <a:moveTo>
                      <a:pt x="365" y="0"/>
                    </a:moveTo>
                    <a:cubicBezTo>
                      <a:pt x="274" y="0"/>
                      <a:pt x="182" y="61"/>
                      <a:pt x="122" y="122"/>
                    </a:cubicBezTo>
                    <a:cubicBezTo>
                      <a:pt x="31" y="183"/>
                      <a:pt x="0" y="274"/>
                      <a:pt x="0" y="365"/>
                    </a:cubicBezTo>
                    <a:cubicBezTo>
                      <a:pt x="0" y="456"/>
                      <a:pt x="31" y="578"/>
                      <a:pt x="122" y="639"/>
                    </a:cubicBezTo>
                    <a:cubicBezTo>
                      <a:pt x="182" y="699"/>
                      <a:pt x="274" y="730"/>
                      <a:pt x="365" y="730"/>
                    </a:cubicBezTo>
                    <a:cubicBezTo>
                      <a:pt x="456" y="730"/>
                      <a:pt x="578" y="699"/>
                      <a:pt x="638" y="639"/>
                    </a:cubicBezTo>
                    <a:cubicBezTo>
                      <a:pt x="699" y="578"/>
                      <a:pt x="760" y="456"/>
                      <a:pt x="730" y="365"/>
                    </a:cubicBezTo>
                    <a:cubicBezTo>
                      <a:pt x="730" y="274"/>
                      <a:pt x="699" y="183"/>
                      <a:pt x="638" y="122"/>
                    </a:cubicBezTo>
                    <a:cubicBezTo>
                      <a:pt x="578" y="31"/>
                      <a:pt x="486" y="0"/>
                      <a:pt x="3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Google Shape;2377;p16"/>
              <p:cNvSpPr/>
              <p:nvPr/>
            </p:nvSpPr>
            <p:spPr>
              <a:xfrm>
                <a:off x="1442550" y="4379950"/>
                <a:ext cx="27375" cy="231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927" extrusionOk="0">
                    <a:moveTo>
                      <a:pt x="608" y="1"/>
                    </a:moveTo>
                    <a:cubicBezTo>
                      <a:pt x="588" y="1"/>
                      <a:pt x="568" y="4"/>
                      <a:pt x="547" y="14"/>
                    </a:cubicBezTo>
                    <a:lnTo>
                      <a:pt x="456" y="14"/>
                    </a:lnTo>
                    <a:cubicBezTo>
                      <a:pt x="395" y="14"/>
                      <a:pt x="335" y="14"/>
                      <a:pt x="304" y="45"/>
                    </a:cubicBezTo>
                    <a:cubicBezTo>
                      <a:pt x="243" y="75"/>
                      <a:pt x="183" y="105"/>
                      <a:pt x="152" y="136"/>
                    </a:cubicBezTo>
                    <a:cubicBezTo>
                      <a:pt x="61" y="227"/>
                      <a:pt x="0" y="349"/>
                      <a:pt x="31" y="470"/>
                    </a:cubicBezTo>
                    <a:cubicBezTo>
                      <a:pt x="31" y="592"/>
                      <a:pt x="61" y="713"/>
                      <a:pt x="152" y="805"/>
                    </a:cubicBezTo>
                    <a:lnTo>
                      <a:pt x="243" y="865"/>
                    </a:lnTo>
                    <a:cubicBezTo>
                      <a:pt x="304" y="896"/>
                      <a:pt x="395" y="926"/>
                      <a:pt x="456" y="926"/>
                    </a:cubicBezTo>
                    <a:lnTo>
                      <a:pt x="730" y="926"/>
                    </a:lnTo>
                    <a:lnTo>
                      <a:pt x="851" y="865"/>
                    </a:lnTo>
                    <a:cubicBezTo>
                      <a:pt x="912" y="835"/>
                      <a:pt x="942" y="805"/>
                      <a:pt x="973" y="744"/>
                    </a:cubicBezTo>
                    <a:cubicBezTo>
                      <a:pt x="1034" y="683"/>
                      <a:pt x="1094" y="561"/>
                      <a:pt x="1064" y="470"/>
                    </a:cubicBezTo>
                    <a:cubicBezTo>
                      <a:pt x="1064" y="379"/>
                      <a:pt x="1064" y="318"/>
                      <a:pt x="1003" y="227"/>
                    </a:cubicBezTo>
                    <a:cubicBezTo>
                      <a:pt x="973" y="136"/>
                      <a:pt x="851" y="75"/>
                      <a:pt x="730" y="14"/>
                    </a:cubicBezTo>
                    <a:cubicBezTo>
                      <a:pt x="689" y="14"/>
                      <a:pt x="649" y="1"/>
                      <a:pt x="60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Google Shape;2378;p16"/>
              <p:cNvSpPr/>
              <p:nvPr/>
            </p:nvSpPr>
            <p:spPr>
              <a:xfrm>
                <a:off x="1448625" y="4254350"/>
                <a:ext cx="26625" cy="264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57" extrusionOk="0">
                    <a:moveTo>
                      <a:pt x="441" y="0"/>
                    </a:moveTo>
                    <a:cubicBezTo>
                      <a:pt x="403" y="0"/>
                      <a:pt x="365" y="8"/>
                      <a:pt x="335" y="23"/>
                    </a:cubicBezTo>
                    <a:cubicBezTo>
                      <a:pt x="274" y="53"/>
                      <a:pt x="183" y="84"/>
                      <a:pt x="152" y="114"/>
                    </a:cubicBezTo>
                    <a:cubicBezTo>
                      <a:pt x="92" y="175"/>
                      <a:pt x="61" y="236"/>
                      <a:pt x="31" y="327"/>
                    </a:cubicBezTo>
                    <a:cubicBezTo>
                      <a:pt x="0" y="388"/>
                      <a:pt x="31" y="479"/>
                      <a:pt x="31" y="540"/>
                    </a:cubicBezTo>
                    <a:cubicBezTo>
                      <a:pt x="61" y="600"/>
                      <a:pt x="61" y="661"/>
                      <a:pt x="92" y="692"/>
                    </a:cubicBezTo>
                    <a:lnTo>
                      <a:pt x="183" y="813"/>
                    </a:lnTo>
                    <a:cubicBezTo>
                      <a:pt x="244" y="874"/>
                      <a:pt x="274" y="935"/>
                      <a:pt x="365" y="965"/>
                    </a:cubicBezTo>
                    <a:cubicBezTo>
                      <a:pt x="426" y="1026"/>
                      <a:pt x="517" y="1056"/>
                      <a:pt x="578" y="1056"/>
                    </a:cubicBezTo>
                    <a:cubicBezTo>
                      <a:pt x="730" y="1056"/>
                      <a:pt x="821" y="996"/>
                      <a:pt x="912" y="904"/>
                    </a:cubicBezTo>
                    <a:cubicBezTo>
                      <a:pt x="1003" y="813"/>
                      <a:pt x="1064" y="692"/>
                      <a:pt x="1064" y="570"/>
                    </a:cubicBezTo>
                    <a:cubicBezTo>
                      <a:pt x="1064" y="479"/>
                      <a:pt x="1034" y="418"/>
                      <a:pt x="1003" y="327"/>
                    </a:cubicBezTo>
                    <a:cubicBezTo>
                      <a:pt x="943" y="266"/>
                      <a:pt x="882" y="205"/>
                      <a:pt x="821" y="175"/>
                    </a:cubicBezTo>
                    <a:lnTo>
                      <a:pt x="699" y="84"/>
                    </a:lnTo>
                    <a:cubicBezTo>
                      <a:pt x="699" y="84"/>
                      <a:pt x="669" y="53"/>
                      <a:pt x="639" y="53"/>
                    </a:cubicBezTo>
                    <a:cubicBezTo>
                      <a:pt x="608" y="23"/>
                      <a:pt x="578" y="23"/>
                      <a:pt x="547" y="23"/>
                    </a:cubicBezTo>
                    <a:cubicBezTo>
                      <a:pt x="517" y="8"/>
                      <a:pt x="479" y="0"/>
                      <a:pt x="44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Google Shape;2379;p16"/>
              <p:cNvSpPr/>
              <p:nvPr/>
            </p:nvSpPr>
            <p:spPr>
              <a:xfrm>
                <a:off x="1602875" y="4293675"/>
                <a:ext cx="30425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943" extrusionOk="0">
                    <a:moveTo>
                      <a:pt x="609" y="0"/>
                    </a:moveTo>
                    <a:cubicBezTo>
                      <a:pt x="1" y="0"/>
                      <a:pt x="1" y="942"/>
                      <a:pt x="609" y="942"/>
                    </a:cubicBezTo>
                    <a:cubicBezTo>
                      <a:pt x="1217" y="942"/>
                      <a:pt x="1217" y="0"/>
                      <a:pt x="6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Google Shape;2380;p16"/>
              <p:cNvSpPr/>
              <p:nvPr/>
            </p:nvSpPr>
            <p:spPr>
              <a:xfrm>
                <a:off x="1483575" y="4300500"/>
                <a:ext cx="228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31" extrusionOk="0">
                    <a:moveTo>
                      <a:pt x="456" y="1"/>
                    </a:moveTo>
                    <a:cubicBezTo>
                      <a:pt x="1" y="1"/>
                      <a:pt x="1" y="730"/>
                      <a:pt x="456" y="730"/>
                    </a:cubicBezTo>
                    <a:cubicBezTo>
                      <a:pt x="912" y="730"/>
                      <a:pt x="912" y="1"/>
                      <a:pt x="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16"/>
              <p:cNvSpPr/>
              <p:nvPr/>
            </p:nvSpPr>
            <p:spPr>
              <a:xfrm>
                <a:off x="1498025" y="4364325"/>
                <a:ext cx="12175" cy="91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366" extrusionOk="0">
                    <a:moveTo>
                      <a:pt x="243" y="1"/>
                    </a:moveTo>
                    <a:cubicBezTo>
                      <a:pt x="0" y="1"/>
                      <a:pt x="0" y="366"/>
                      <a:pt x="243" y="366"/>
                    </a:cubicBezTo>
                    <a:cubicBezTo>
                      <a:pt x="486" y="366"/>
                      <a:pt x="486" y="1"/>
                      <a:pt x="2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16"/>
              <p:cNvSpPr/>
              <p:nvPr/>
            </p:nvSpPr>
            <p:spPr>
              <a:xfrm>
                <a:off x="1504100" y="4419050"/>
                <a:ext cx="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" extrusionOk="0">
                    <a:moveTo>
                      <a:pt x="0" y="0"/>
                    </a:moveTo>
                    <a:cubicBezTo>
                      <a:pt x="0" y="0"/>
                      <a:pt x="3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16"/>
              <p:cNvSpPr/>
              <p:nvPr/>
            </p:nvSpPr>
            <p:spPr>
              <a:xfrm>
                <a:off x="1364275" y="4404600"/>
                <a:ext cx="24350" cy="26625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65" extrusionOk="0">
                    <a:moveTo>
                      <a:pt x="487" y="1"/>
                    </a:moveTo>
                    <a:cubicBezTo>
                      <a:pt x="396" y="1"/>
                      <a:pt x="244" y="31"/>
                      <a:pt x="183" y="122"/>
                    </a:cubicBezTo>
                    <a:cubicBezTo>
                      <a:pt x="122" y="214"/>
                      <a:pt x="61" y="274"/>
                      <a:pt x="61" y="366"/>
                    </a:cubicBezTo>
                    <a:lnTo>
                      <a:pt x="31" y="457"/>
                    </a:lnTo>
                    <a:cubicBezTo>
                      <a:pt x="0" y="548"/>
                      <a:pt x="0" y="609"/>
                      <a:pt x="31" y="700"/>
                    </a:cubicBezTo>
                    <a:cubicBezTo>
                      <a:pt x="61" y="791"/>
                      <a:pt x="92" y="852"/>
                      <a:pt x="152" y="913"/>
                    </a:cubicBezTo>
                    <a:cubicBezTo>
                      <a:pt x="244" y="1004"/>
                      <a:pt x="365" y="1065"/>
                      <a:pt x="487" y="1065"/>
                    </a:cubicBezTo>
                    <a:cubicBezTo>
                      <a:pt x="608" y="1065"/>
                      <a:pt x="730" y="1004"/>
                      <a:pt x="821" y="913"/>
                    </a:cubicBezTo>
                    <a:cubicBezTo>
                      <a:pt x="882" y="852"/>
                      <a:pt x="943" y="791"/>
                      <a:pt x="943" y="700"/>
                    </a:cubicBezTo>
                    <a:cubicBezTo>
                      <a:pt x="973" y="639"/>
                      <a:pt x="973" y="548"/>
                      <a:pt x="943" y="457"/>
                    </a:cubicBezTo>
                    <a:lnTo>
                      <a:pt x="943" y="366"/>
                    </a:lnTo>
                    <a:cubicBezTo>
                      <a:pt x="912" y="274"/>
                      <a:pt x="882" y="214"/>
                      <a:pt x="821" y="122"/>
                    </a:cubicBezTo>
                    <a:cubicBezTo>
                      <a:pt x="760" y="92"/>
                      <a:pt x="730" y="62"/>
                      <a:pt x="669" y="31"/>
                    </a:cubicBezTo>
                    <a:cubicBezTo>
                      <a:pt x="608" y="1"/>
                      <a:pt x="548" y="1"/>
                      <a:pt x="4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16"/>
              <p:cNvSpPr/>
              <p:nvPr/>
            </p:nvSpPr>
            <p:spPr>
              <a:xfrm>
                <a:off x="1339200" y="4316475"/>
                <a:ext cx="28900" cy="228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912" extrusionOk="0">
                    <a:moveTo>
                      <a:pt x="578" y="0"/>
                    </a:moveTo>
                    <a:cubicBezTo>
                      <a:pt x="0" y="0"/>
                      <a:pt x="0" y="912"/>
                      <a:pt x="578" y="912"/>
                    </a:cubicBezTo>
                    <a:cubicBezTo>
                      <a:pt x="1155" y="912"/>
                      <a:pt x="1155" y="0"/>
                      <a:pt x="5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16"/>
              <p:cNvSpPr/>
              <p:nvPr/>
            </p:nvSpPr>
            <p:spPr>
              <a:xfrm>
                <a:off x="1409875" y="4352600"/>
                <a:ext cx="24325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940" extrusionOk="0">
                    <a:moveTo>
                      <a:pt x="487" y="0"/>
                    </a:moveTo>
                    <a:cubicBezTo>
                      <a:pt x="466" y="0"/>
                      <a:pt x="446" y="4"/>
                      <a:pt x="426" y="14"/>
                    </a:cubicBezTo>
                    <a:cubicBezTo>
                      <a:pt x="395" y="14"/>
                      <a:pt x="365" y="14"/>
                      <a:pt x="304" y="44"/>
                    </a:cubicBezTo>
                    <a:cubicBezTo>
                      <a:pt x="274" y="75"/>
                      <a:pt x="213" y="105"/>
                      <a:pt x="183" y="136"/>
                    </a:cubicBezTo>
                    <a:cubicBezTo>
                      <a:pt x="91" y="227"/>
                      <a:pt x="0" y="348"/>
                      <a:pt x="0" y="470"/>
                    </a:cubicBezTo>
                    <a:cubicBezTo>
                      <a:pt x="0" y="622"/>
                      <a:pt x="61" y="713"/>
                      <a:pt x="183" y="804"/>
                    </a:cubicBezTo>
                    <a:cubicBezTo>
                      <a:pt x="213" y="865"/>
                      <a:pt x="304" y="895"/>
                      <a:pt x="365" y="926"/>
                    </a:cubicBezTo>
                    <a:cubicBezTo>
                      <a:pt x="405" y="926"/>
                      <a:pt x="446" y="939"/>
                      <a:pt x="487" y="939"/>
                    </a:cubicBezTo>
                    <a:cubicBezTo>
                      <a:pt x="507" y="939"/>
                      <a:pt x="527" y="936"/>
                      <a:pt x="547" y="926"/>
                    </a:cubicBezTo>
                    <a:cubicBezTo>
                      <a:pt x="608" y="926"/>
                      <a:pt x="638" y="926"/>
                      <a:pt x="669" y="895"/>
                    </a:cubicBezTo>
                    <a:cubicBezTo>
                      <a:pt x="730" y="895"/>
                      <a:pt x="760" y="865"/>
                      <a:pt x="790" y="835"/>
                    </a:cubicBezTo>
                    <a:cubicBezTo>
                      <a:pt x="821" y="804"/>
                      <a:pt x="851" y="774"/>
                      <a:pt x="851" y="743"/>
                    </a:cubicBezTo>
                    <a:cubicBezTo>
                      <a:pt x="912" y="683"/>
                      <a:pt x="973" y="561"/>
                      <a:pt x="973" y="470"/>
                    </a:cubicBezTo>
                    <a:cubicBezTo>
                      <a:pt x="973" y="379"/>
                      <a:pt x="942" y="318"/>
                      <a:pt x="912" y="227"/>
                    </a:cubicBezTo>
                    <a:cubicBezTo>
                      <a:pt x="851" y="166"/>
                      <a:pt x="790" y="105"/>
                      <a:pt x="730" y="75"/>
                    </a:cubicBezTo>
                    <a:lnTo>
                      <a:pt x="608" y="14"/>
                    </a:lnTo>
                    <a:cubicBezTo>
                      <a:pt x="568" y="14"/>
                      <a:pt x="527" y="0"/>
                      <a:pt x="4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16"/>
              <p:cNvSpPr/>
              <p:nvPr/>
            </p:nvSpPr>
            <p:spPr>
              <a:xfrm>
                <a:off x="1526900" y="4417525"/>
                <a:ext cx="27375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852" extrusionOk="0">
                    <a:moveTo>
                      <a:pt x="547" y="1"/>
                    </a:moveTo>
                    <a:cubicBezTo>
                      <a:pt x="0" y="1"/>
                      <a:pt x="0" y="852"/>
                      <a:pt x="547" y="852"/>
                    </a:cubicBezTo>
                    <a:cubicBezTo>
                      <a:pt x="1094" y="852"/>
                      <a:pt x="1094" y="1"/>
                      <a:pt x="5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16"/>
              <p:cNvSpPr/>
              <p:nvPr/>
            </p:nvSpPr>
            <p:spPr>
              <a:xfrm>
                <a:off x="1322475" y="4389925"/>
                <a:ext cx="22075" cy="24325"/>
              </a:xfrm>
              <a:custGeom>
                <a:avLst/>
                <a:gdLst/>
                <a:ahLst/>
                <a:cxnLst/>
                <a:rect l="l" t="t" r="r" b="b"/>
                <a:pathLst>
                  <a:path w="883" h="973" extrusionOk="0">
                    <a:moveTo>
                      <a:pt x="355" y="1"/>
                    </a:moveTo>
                    <a:cubicBezTo>
                      <a:pt x="294" y="1"/>
                      <a:pt x="233" y="16"/>
                      <a:pt x="183" y="41"/>
                    </a:cubicBezTo>
                    <a:cubicBezTo>
                      <a:pt x="61" y="132"/>
                      <a:pt x="1" y="254"/>
                      <a:pt x="31" y="406"/>
                    </a:cubicBezTo>
                    <a:cubicBezTo>
                      <a:pt x="61" y="497"/>
                      <a:pt x="92" y="558"/>
                      <a:pt x="122" y="649"/>
                    </a:cubicBezTo>
                    <a:lnTo>
                      <a:pt x="213" y="801"/>
                    </a:lnTo>
                    <a:cubicBezTo>
                      <a:pt x="252" y="918"/>
                      <a:pt x="379" y="972"/>
                      <a:pt x="497" y="972"/>
                    </a:cubicBezTo>
                    <a:cubicBezTo>
                      <a:pt x="563" y="972"/>
                      <a:pt x="626" y="955"/>
                      <a:pt x="669" y="922"/>
                    </a:cubicBezTo>
                    <a:cubicBezTo>
                      <a:pt x="852" y="831"/>
                      <a:pt x="882" y="618"/>
                      <a:pt x="791" y="466"/>
                    </a:cubicBezTo>
                    <a:lnTo>
                      <a:pt x="821" y="466"/>
                    </a:lnTo>
                    <a:cubicBezTo>
                      <a:pt x="730" y="345"/>
                      <a:pt x="669" y="193"/>
                      <a:pt x="578" y="102"/>
                    </a:cubicBezTo>
                    <a:cubicBezTo>
                      <a:pt x="525" y="30"/>
                      <a:pt x="440" y="1"/>
                      <a:pt x="3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16"/>
              <p:cNvSpPr/>
              <p:nvPr/>
            </p:nvSpPr>
            <p:spPr>
              <a:xfrm>
                <a:off x="1239650" y="4373875"/>
                <a:ext cx="18275" cy="17500"/>
              </a:xfrm>
              <a:custGeom>
                <a:avLst/>
                <a:gdLst/>
                <a:ahLst/>
                <a:cxnLst/>
                <a:rect l="l" t="t" r="r" b="b"/>
                <a:pathLst>
                  <a:path w="731" h="700" extrusionOk="0">
                    <a:moveTo>
                      <a:pt x="235" y="1"/>
                    </a:moveTo>
                    <a:cubicBezTo>
                      <a:pt x="220" y="1"/>
                      <a:pt x="203" y="4"/>
                      <a:pt x="183" y="14"/>
                    </a:cubicBezTo>
                    <a:cubicBezTo>
                      <a:pt x="153" y="14"/>
                      <a:pt x="122" y="44"/>
                      <a:pt x="92" y="75"/>
                    </a:cubicBezTo>
                    <a:cubicBezTo>
                      <a:pt x="61" y="105"/>
                      <a:pt x="31" y="136"/>
                      <a:pt x="31" y="166"/>
                    </a:cubicBezTo>
                    <a:cubicBezTo>
                      <a:pt x="31" y="196"/>
                      <a:pt x="1" y="257"/>
                      <a:pt x="31" y="288"/>
                    </a:cubicBezTo>
                    <a:cubicBezTo>
                      <a:pt x="31" y="318"/>
                      <a:pt x="31" y="318"/>
                      <a:pt x="31" y="348"/>
                    </a:cubicBezTo>
                    <a:cubicBezTo>
                      <a:pt x="31" y="379"/>
                      <a:pt x="31" y="409"/>
                      <a:pt x="31" y="440"/>
                    </a:cubicBezTo>
                    <a:lnTo>
                      <a:pt x="92" y="531"/>
                    </a:lnTo>
                    <a:cubicBezTo>
                      <a:pt x="122" y="592"/>
                      <a:pt x="183" y="652"/>
                      <a:pt x="244" y="683"/>
                    </a:cubicBezTo>
                    <a:cubicBezTo>
                      <a:pt x="284" y="693"/>
                      <a:pt x="328" y="700"/>
                      <a:pt x="372" y="700"/>
                    </a:cubicBezTo>
                    <a:cubicBezTo>
                      <a:pt x="460" y="700"/>
                      <a:pt x="548" y="673"/>
                      <a:pt x="608" y="592"/>
                    </a:cubicBezTo>
                    <a:cubicBezTo>
                      <a:pt x="700" y="500"/>
                      <a:pt x="730" y="379"/>
                      <a:pt x="700" y="257"/>
                    </a:cubicBezTo>
                    <a:cubicBezTo>
                      <a:pt x="700" y="196"/>
                      <a:pt x="639" y="136"/>
                      <a:pt x="578" y="75"/>
                    </a:cubicBezTo>
                    <a:cubicBezTo>
                      <a:pt x="517" y="44"/>
                      <a:pt x="456" y="14"/>
                      <a:pt x="365" y="14"/>
                    </a:cubicBezTo>
                    <a:lnTo>
                      <a:pt x="304" y="14"/>
                    </a:lnTo>
                    <a:cubicBezTo>
                      <a:pt x="284" y="14"/>
                      <a:pt x="264" y="1"/>
                      <a:pt x="2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16"/>
              <p:cNvSpPr/>
              <p:nvPr/>
            </p:nvSpPr>
            <p:spPr>
              <a:xfrm>
                <a:off x="1235100" y="4293675"/>
                <a:ext cx="1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365" y="0"/>
                    </a:moveTo>
                    <a:cubicBezTo>
                      <a:pt x="0" y="0"/>
                      <a:pt x="0" y="547"/>
                      <a:pt x="365" y="547"/>
                    </a:cubicBezTo>
                    <a:cubicBezTo>
                      <a:pt x="730" y="547"/>
                      <a:pt x="730" y="0"/>
                      <a:pt x="3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16"/>
              <p:cNvSpPr/>
              <p:nvPr/>
            </p:nvSpPr>
            <p:spPr>
              <a:xfrm>
                <a:off x="1268525" y="4340775"/>
                <a:ext cx="251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791" extrusionOk="0">
                    <a:moveTo>
                      <a:pt x="487" y="1"/>
                    </a:moveTo>
                    <a:cubicBezTo>
                      <a:pt x="1" y="1"/>
                      <a:pt x="1" y="791"/>
                      <a:pt x="487" y="791"/>
                    </a:cubicBezTo>
                    <a:cubicBezTo>
                      <a:pt x="1004" y="791"/>
                      <a:pt x="1004" y="1"/>
                      <a:pt x="4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16"/>
              <p:cNvSpPr/>
              <p:nvPr/>
            </p:nvSpPr>
            <p:spPr>
              <a:xfrm>
                <a:off x="1162150" y="4359775"/>
                <a:ext cx="22050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882" h="731" extrusionOk="0">
                    <a:moveTo>
                      <a:pt x="365" y="1"/>
                    </a:moveTo>
                    <a:cubicBezTo>
                      <a:pt x="274" y="1"/>
                      <a:pt x="183" y="61"/>
                      <a:pt x="122" y="122"/>
                    </a:cubicBezTo>
                    <a:cubicBezTo>
                      <a:pt x="61" y="183"/>
                      <a:pt x="0" y="274"/>
                      <a:pt x="0" y="365"/>
                    </a:cubicBezTo>
                    <a:cubicBezTo>
                      <a:pt x="31" y="456"/>
                      <a:pt x="61" y="578"/>
                      <a:pt x="122" y="639"/>
                    </a:cubicBezTo>
                    <a:cubicBezTo>
                      <a:pt x="183" y="700"/>
                      <a:pt x="274" y="730"/>
                      <a:pt x="365" y="730"/>
                    </a:cubicBezTo>
                    <a:cubicBezTo>
                      <a:pt x="487" y="730"/>
                      <a:pt x="608" y="730"/>
                      <a:pt x="699" y="669"/>
                    </a:cubicBezTo>
                    <a:cubicBezTo>
                      <a:pt x="760" y="639"/>
                      <a:pt x="790" y="608"/>
                      <a:pt x="821" y="548"/>
                    </a:cubicBezTo>
                    <a:cubicBezTo>
                      <a:pt x="851" y="487"/>
                      <a:pt x="882" y="426"/>
                      <a:pt x="882" y="365"/>
                    </a:cubicBezTo>
                    <a:cubicBezTo>
                      <a:pt x="882" y="305"/>
                      <a:pt x="851" y="244"/>
                      <a:pt x="821" y="213"/>
                    </a:cubicBezTo>
                    <a:cubicBezTo>
                      <a:pt x="790" y="153"/>
                      <a:pt x="760" y="122"/>
                      <a:pt x="699" y="92"/>
                    </a:cubicBezTo>
                    <a:cubicBezTo>
                      <a:pt x="608" y="31"/>
                      <a:pt x="487" y="31"/>
                      <a:pt x="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Google Shape;2392;p16"/>
              <p:cNvSpPr/>
              <p:nvPr/>
            </p:nvSpPr>
            <p:spPr>
              <a:xfrm>
                <a:off x="1117300" y="4402325"/>
                <a:ext cx="2662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217" extrusionOk="0">
                    <a:moveTo>
                      <a:pt x="518" y="1"/>
                    </a:moveTo>
                    <a:cubicBezTo>
                      <a:pt x="396" y="1"/>
                      <a:pt x="244" y="62"/>
                      <a:pt x="153" y="153"/>
                    </a:cubicBezTo>
                    <a:lnTo>
                      <a:pt x="92" y="274"/>
                    </a:lnTo>
                    <a:cubicBezTo>
                      <a:pt x="31" y="335"/>
                      <a:pt x="31" y="426"/>
                      <a:pt x="1" y="517"/>
                    </a:cubicBezTo>
                    <a:lnTo>
                      <a:pt x="1" y="669"/>
                    </a:lnTo>
                    <a:cubicBezTo>
                      <a:pt x="1" y="761"/>
                      <a:pt x="31" y="821"/>
                      <a:pt x="62" y="882"/>
                    </a:cubicBezTo>
                    <a:cubicBezTo>
                      <a:pt x="62" y="943"/>
                      <a:pt x="122" y="1004"/>
                      <a:pt x="153" y="1065"/>
                    </a:cubicBezTo>
                    <a:cubicBezTo>
                      <a:pt x="214" y="1095"/>
                      <a:pt x="274" y="1125"/>
                      <a:pt x="335" y="1156"/>
                    </a:cubicBezTo>
                    <a:cubicBezTo>
                      <a:pt x="396" y="1186"/>
                      <a:pt x="457" y="1217"/>
                      <a:pt x="548" y="1217"/>
                    </a:cubicBezTo>
                    <a:cubicBezTo>
                      <a:pt x="670" y="1217"/>
                      <a:pt x="822" y="1156"/>
                      <a:pt x="913" y="1065"/>
                    </a:cubicBezTo>
                    <a:cubicBezTo>
                      <a:pt x="1004" y="943"/>
                      <a:pt x="1065" y="821"/>
                      <a:pt x="1065" y="669"/>
                    </a:cubicBezTo>
                    <a:lnTo>
                      <a:pt x="1034" y="517"/>
                    </a:lnTo>
                    <a:cubicBezTo>
                      <a:pt x="1034" y="396"/>
                      <a:pt x="1004" y="244"/>
                      <a:pt x="882" y="153"/>
                    </a:cubicBezTo>
                    <a:cubicBezTo>
                      <a:pt x="852" y="122"/>
                      <a:pt x="791" y="62"/>
                      <a:pt x="730" y="62"/>
                    </a:cubicBezTo>
                    <a:cubicBezTo>
                      <a:pt x="670" y="31"/>
                      <a:pt x="609" y="1"/>
                      <a:pt x="5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Google Shape;2393;p16"/>
              <p:cNvSpPr/>
              <p:nvPr/>
            </p:nvSpPr>
            <p:spPr>
              <a:xfrm>
                <a:off x="1246500" y="4413725"/>
                <a:ext cx="13700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427" extrusionOk="0">
                    <a:moveTo>
                      <a:pt x="274" y="1"/>
                    </a:moveTo>
                    <a:cubicBezTo>
                      <a:pt x="0" y="1"/>
                      <a:pt x="0" y="426"/>
                      <a:pt x="274" y="426"/>
                    </a:cubicBezTo>
                    <a:cubicBezTo>
                      <a:pt x="547" y="426"/>
                      <a:pt x="547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16"/>
              <p:cNvSpPr/>
              <p:nvPr/>
            </p:nvSpPr>
            <p:spPr>
              <a:xfrm>
                <a:off x="1307275" y="4412975"/>
                <a:ext cx="1980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821" extrusionOk="0">
                    <a:moveTo>
                      <a:pt x="396" y="0"/>
                    </a:moveTo>
                    <a:lnTo>
                      <a:pt x="335" y="31"/>
                    </a:lnTo>
                    <a:cubicBezTo>
                      <a:pt x="274" y="31"/>
                      <a:pt x="244" y="61"/>
                      <a:pt x="183" y="91"/>
                    </a:cubicBezTo>
                    <a:cubicBezTo>
                      <a:pt x="153" y="122"/>
                      <a:pt x="122" y="183"/>
                      <a:pt x="92" y="243"/>
                    </a:cubicBezTo>
                    <a:cubicBezTo>
                      <a:pt x="1" y="365"/>
                      <a:pt x="31" y="517"/>
                      <a:pt x="92" y="608"/>
                    </a:cubicBezTo>
                    <a:cubicBezTo>
                      <a:pt x="153" y="730"/>
                      <a:pt x="274" y="821"/>
                      <a:pt x="396" y="821"/>
                    </a:cubicBezTo>
                    <a:cubicBezTo>
                      <a:pt x="548" y="821"/>
                      <a:pt x="669" y="730"/>
                      <a:pt x="730" y="608"/>
                    </a:cubicBezTo>
                    <a:cubicBezTo>
                      <a:pt x="791" y="517"/>
                      <a:pt x="791" y="365"/>
                      <a:pt x="730" y="243"/>
                    </a:cubicBezTo>
                    <a:cubicBezTo>
                      <a:pt x="700" y="183"/>
                      <a:pt x="669" y="152"/>
                      <a:pt x="609" y="91"/>
                    </a:cubicBezTo>
                    <a:cubicBezTo>
                      <a:pt x="548" y="61"/>
                      <a:pt x="487" y="0"/>
                      <a:pt x="3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16"/>
              <p:cNvSpPr/>
              <p:nvPr/>
            </p:nvSpPr>
            <p:spPr>
              <a:xfrm>
                <a:off x="1170500" y="4397775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6" y="0"/>
                    </a:moveTo>
                    <a:cubicBezTo>
                      <a:pt x="1" y="0"/>
                      <a:pt x="1" y="639"/>
                      <a:pt x="396" y="639"/>
                    </a:cubicBezTo>
                    <a:cubicBezTo>
                      <a:pt x="821" y="639"/>
                      <a:pt x="821" y="0"/>
                      <a:pt x="3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16"/>
              <p:cNvSpPr/>
              <p:nvPr/>
            </p:nvSpPr>
            <p:spPr>
              <a:xfrm>
                <a:off x="1332350" y="4273625"/>
                <a:ext cx="21300" cy="180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23" extrusionOk="0">
                    <a:moveTo>
                      <a:pt x="491" y="0"/>
                    </a:moveTo>
                    <a:cubicBezTo>
                      <a:pt x="459" y="0"/>
                      <a:pt x="426" y="4"/>
                      <a:pt x="396" y="12"/>
                    </a:cubicBezTo>
                    <a:lnTo>
                      <a:pt x="305" y="12"/>
                    </a:lnTo>
                    <a:cubicBezTo>
                      <a:pt x="305" y="12"/>
                      <a:pt x="274" y="42"/>
                      <a:pt x="274" y="42"/>
                    </a:cubicBezTo>
                    <a:cubicBezTo>
                      <a:pt x="214" y="42"/>
                      <a:pt x="153" y="73"/>
                      <a:pt x="122" y="133"/>
                    </a:cubicBezTo>
                    <a:cubicBezTo>
                      <a:pt x="92" y="133"/>
                      <a:pt x="92" y="164"/>
                      <a:pt x="62" y="194"/>
                    </a:cubicBezTo>
                    <a:cubicBezTo>
                      <a:pt x="1" y="285"/>
                      <a:pt x="1" y="437"/>
                      <a:pt x="62" y="529"/>
                    </a:cubicBezTo>
                    <a:cubicBezTo>
                      <a:pt x="92" y="559"/>
                      <a:pt x="92" y="559"/>
                      <a:pt x="122" y="589"/>
                    </a:cubicBezTo>
                    <a:cubicBezTo>
                      <a:pt x="153" y="620"/>
                      <a:pt x="214" y="650"/>
                      <a:pt x="274" y="681"/>
                    </a:cubicBezTo>
                    <a:lnTo>
                      <a:pt x="305" y="681"/>
                    </a:lnTo>
                    <a:lnTo>
                      <a:pt x="396" y="711"/>
                    </a:lnTo>
                    <a:cubicBezTo>
                      <a:pt x="426" y="719"/>
                      <a:pt x="459" y="722"/>
                      <a:pt x="491" y="722"/>
                    </a:cubicBezTo>
                    <a:cubicBezTo>
                      <a:pt x="590" y="722"/>
                      <a:pt x="692" y="688"/>
                      <a:pt x="761" y="620"/>
                    </a:cubicBezTo>
                    <a:cubicBezTo>
                      <a:pt x="821" y="559"/>
                      <a:pt x="852" y="468"/>
                      <a:pt x="852" y="346"/>
                    </a:cubicBezTo>
                    <a:cubicBezTo>
                      <a:pt x="852" y="255"/>
                      <a:pt x="821" y="164"/>
                      <a:pt x="761" y="103"/>
                    </a:cubicBezTo>
                    <a:cubicBezTo>
                      <a:pt x="692" y="35"/>
                      <a:pt x="590" y="0"/>
                      <a:pt x="4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16"/>
              <p:cNvSpPr/>
              <p:nvPr/>
            </p:nvSpPr>
            <p:spPr>
              <a:xfrm>
                <a:off x="1464575" y="4210850"/>
                <a:ext cx="1597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08" extrusionOk="0">
                    <a:moveTo>
                      <a:pt x="433" y="52"/>
                    </a:moveTo>
                    <a:cubicBezTo>
                      <a:pt x="438" y="52"/>
                      <a:pt x="446" y="56"/>
                      <a:pt x="453" y="61"/>
                    </a:cubicBezTo>
                    <a:lnTo>
                      <a:pt x="426" y="61"/>
                    </a:lnTo>
                    <a:cubicBezTo>
                      <a:pt x="426" y="54"/>
                      <a:pt x="429" y="52"/>
                      <a:pt x="433" y="52"/>
                    </a:cubicBezTo>
                    <a:close/>
                    <a:moveTo>
                      <a:pt x="305" y="0"/>
                    </a:moveTo>
                    <a:cubicBezTo>
                      <a:pt x="274" y="0"/>
                      <a:pt x="213" y="0"/>
                      <a:pt x="183" y="61"/>
                    </a:cubicBezTo>
                    <a:cubicBezTo>
                      <a:pt x="61" y="122"/>
                      <a:pt x="1" y="274"/>
                      <a:pt x="31" y="395"/>
                    </a:cubicBezTo>
                    <a:cubicBezTo>
                      <a:pt x="61" y="517"/>
                      <a:pt x="183" y="608"/>
                      <a:pt x="305" y="608"/>
                    </a:cubicBezTo>
                    <a:cubicBezTo>
                      <a:pt x="426" y="608"/>
                      <a:pt x="548" y="547"/>
                      <a:pt x="578" y="426"/>
                    </a:cubicBezTo>
                    <a:cubicBezTo>
                      <a:pt x="639" y="304"/>
                      <a:pt x="578" y="152"/>
                      <a:pt x="457" y="61"/>
                    </a:cubicBezTo>
                    <a:cubicBezTo>
                      <a:pt x="426" y="30"/>
                      <a:pt x="365" y="0"/>
                      <a:pt x="3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16"/>
              <p:cNvSpPr/>
              <p:nvPr/>
            </p:nvSpPr>
            <p:spPr>
              <a:xfrm>
                <a:off x="1466850" y="4112050"/>
                <a:ext cx="198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1" extrusionOk="0">
                    <a:moveTo>
                      <a:pt x="396" y="1"/>
                    </a:moveTo>
                    <a:cubicBezTo>
                      <a:pt x="335" y="1"/>
                      <a:pt x="274" y="31"/>
                      <a:pt x="214" y="92"/>
                    </a:cubicBezTo>
                    <a:cubicBezTo>
                      <a:pt x="153" y="122"/>
                      <a:pt x="122" y="183"/>
                      <a:pt x="92" y="244"/>
                    </a:cubicBezTo>
                    <a:cubicBezTo>
                      <a:pt x="31" y="365"/>
                      <a:pt x="1" y="517"/>
                      <a:pt x="92" y="609"/>
                    </a:cubicBezTo>
                    <a:cubicBezTo>
                      <a:pt x="153" y="730"/>
                      <a:pt x="274" y="791"/>
                      <a:pt x="396" y="791"/>
                    </a:cubicBezTo>
                    <a:cubicBezTo>
                      <a:pt x="548" y="791"/>
                      <a:pt x="670" y="730"/>
                      <a:pt x="730" y="609"/>
                    </a:cubicBezTo>
                    <a:cubicBezTo>
                      <a:pt x="791" y="517"/>
                      <a:pt x="791" y="365"/>
                      <a:pt x="730" y="244"/>
                    </a:cubicBezTo>
                    <a:cubicBezTo>
                      <a:pt x="700" y="183"/>
                      <a:pt x="670" y="122"/>
                      <a:pt x="609" y="92"/>
                    </a:cubicBezTo>
                    <a:cubicBezTo>
                      <a:pt x="548" y="31"/>
                      <a:pt x="487" y="1"/>
                      <a:pt x="3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16"/>
              <p:cNvSpPr/>
              <p:nvPr/>
            </p:nvSpPr>
            <p:spPr>
              <a:xfrm>
                <a:off x="1364275" y="4180450"/>
                <a:ext cx="6100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65" extrusionOk="0">
                    <a:moveTo>
                      <a:pt x="122" y="0"/>
                    </a:moveTo>
                    <a:cubicBezTo>
                      <a:pt x="61" y="0"/>
                      <a:pt x="31" y="61"/>
                      <a:pt x="31" y="122"/>
                    </a:cubicBezTo>
                    <a:cubicBezTo>
                      <a:pt x="31" y="152"/>
                      <a:pt x="31" y="213"/>
                      <a:pt x="0" y="243"/>
                    </a:cubicBezTo>
                    <a:cubicBezTo>
                      <a:pt x="0" y="304"/>
                      <a:pt x="61" y="365"/>
                      <a:pt x="122" y="365"/>
                    </a:cubicBezTo>
                    <a:cubicBezTo>
                      <a:pt x="183" y="365"/>
                      <a:pt x="244" y="304"/>
                      <a:pt x="244" y="243"/>
                    </a:cubicBezTo>
                    <a:lnTo>
                      <a:pt x="244" y="122"/>
                    </a:lnTo>
                    <a:cubicBezTo>
                      <a:pt x="213" y="61"/>
                      <a:pt x="213" y="0"/>
                      <a:pt x="1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16"/>
              <p:cNvSpPr/>
              <p:nvPr/>
            </p:nvSpPr>
            <p:spPr>
              <a:xfrm>
                <a:off x="1332350" y="4094200"/>
                <a:ext cx="16000" cy="17875"/>
              </a:xfrm>
              <a:custGeom>
                <a:avLst/>
                <a:gdLst/>
                <a:ahLst/>
                <a:cxnLst/>
                <a:rect l="l" t="t" r="r" b="b"/>
                <a:pathLst>
                  <a:path w="640" h="715" extrusionOk="0">
                    <a:moveTo>
                      <a:pt x="320" y="0"/>
                    </a:moveTo>
                    <a:cubicBezTo>
                      <a:pt x="229" y="0"/>
                      <a:pt x="138" y="46"/>
                      <a:pt x="92" y="137"/>
                    </a:cubicBezTo>
                    <a:cubicBezTo>
                      <a:pt x="62" y="198"/>
                      <a:pt x="31" y="259"/>
                      <a:pt x="31" y="350"/>
                    </a:cubicBezTo>
                    <a:cubicBezTo>
                      <a:pt x="1" y="441"/>
                      <a:pt x="1" y="563"/>
                      <a:pt x="92" y="623"/>
                    </a:cubicBezTo>
                    <a:cubicBezTo>
                      <a:pt x="153" y="684"/>
                      <a:pt x="214" y="715"/>
                      <a:pt x="305" y="715"/>
                    </a:cubicBezTo>
                    <a:cubicBezTo>
                      <a:pt x="396" y="715"/>
                      <a:pt x="487" y="684"/>
                      <a:pt x="518" y="623"/>
                    </a:cubicBezTo>
                    <a:cubicBezTo>
                      <a:pt x="609" y="563"/>
                      <a:pt x="639" y="441"/>
                      <a:pt x="609" y="350"/>
                    </a:cubicBezTo>
                    <a:cubicBezTo>
                      <a:pt x="609" y="259"/>
                      <a:pt x="578" y="198"/>
                      <a:pt x="548" y="137"/>
                    </a:cubicBezTo>
                    <a:cubicBezTo>
                      <a:pt x="502" y="46"/>
                      <a:pt x="411" y="0"/>
                      <a:pt x="3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16"/>
              <p:cNvSpPr/>
              <p:nvPr/>
            </p:nvSpPr>
            <p:spPr>
              <a:xfrm>
                <a:off x="1436475" y="4036825"/>
                <a:ext cx="1825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70" extrusionOk="0">
                    <a:moveTo>
                      <a:pt x="395" y="0"/>
                    </a:moveTo>
                    <a:cubicBezTo>
                      <a:pt x="274" y="0"/>
                      <a:pt x="152" y="31"/>
                      <a:pt x="91" y="152"/>
                    </a:cubicBezTo>
                    <a:cubicBezTo>
                      <a:pt x="0" y="244"/>
                      <a:pt x="0" y="365"/>
                      <a:pt x="30" y="487"/>
                    </a:cubicBezTo>
                    <a:cubicBezTo>
                      <a:pt x="91" y="578"/>
                      <a:pt x="182" y="669"/>
                      <a:pt x="304" y="669"/>
                    </a:cubicBezTo>
                    <a:lnTo>
                      <a:pt x="486" y="669"/>
                    </a:lnTo>
                    <a:cubicBezTo>
                      <a:pt x="547" y="639"/>
                      <a:pt x="608" y="578"/>
                      <a:pt x="638" y="517"/>
                    </a:cubicBezTo>
                    <a:cubicBezTo>
                      <a:pt x="638" y="487"/>
                      <a:pt x="669" y="456"/>
                      <a:pt x="669" y="426"/>
                    </a:cubicBezTo>
                    <a:cubicBezTo>
                      <a:pt x="730" y="396"/>
                      <a:pt x="730" y="304"/>
                      <a:pt x="669" y="244"/>
                    </a:cubicBezTo>
                    <a:cubicBezTo>
                      <a:pt x="669" y="244"/>
                      <a:pt x="669" y="213"/>
                      <a:pt x="638" y="213"/>
                    </a:cubicBezTo>
                    <a:cubicBezTo>
                      <a:pt x="608" y="92"/>
                      <a:pt x="517" y="31"/>
                      <a:pt x="3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16"/>
              <p:cNvSpPr/>
              <p:nvPr/>
            </p:nvSpPr>
            <p:spPr>
              <a:xfrm>
                <a:off x="1380225" y="4238200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6" y="0"/>
                    </a:moveTo>
                    <a:cubicBezTo>
                      <a:pt x="1" y="0"/>
                      <a:pt x="1" y="639"/>
                      <a:pt x="396" y="639"/>
                    </a:cubicBezTo>
                    <a:cubicBezTo>
                      <a:pt x="821" y="639"/>
                      <a:pt x="821" y="0"/>
                      <a:pt x="3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16"/>
              <p:cNvSpPr/>
              <p:nvPr/>
            </p:nvSpPr>
            <p:spPr>
              <a:xfrm>
                <a:off x="1239650" y="4210850"/>
                <a:ext cx="1902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8" extrusionOk="0">
                    <a:moveTo>
                      <a:pt x="365" y="0"/>
                    </a:moveTo>
                    <a:cubicBezTo>
                      <a:pt x="1" y="0"/>
                      <a:pt x="1" y="608"/>
                      <a:pt x="365" y="608"/>
                    </a:cubicBezTo>
                    <a:cubicBezTo>
                      <a:pt x="760" y="608"/>
                      <a:pt x="760" y="0"/>
                      <a:pt x="3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16"/>
              <p:cNvSpPr/>
              <p:nvPr/>
            </p:nvSpPr>
            <p:spPr>
              <a:xfrm>
                <a:off x="1238125" y="4104450"/>
                <a:ext cx="1220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396" extrusionOk="0">
                    <a:moveTo>
                      <a:pt x="244" y="1"/>
                    </a:moveTo>
                    <a:cubicBezTo>
                      <a:pt x="1" y="1"/>
                      <a:pt x="1" y="396"/>
                      <a:pt x="244" y="396"/>
                    </a:cubicBezTo>
                    <a:cubicBezTo>
                      <a:pt x="487" y="396"/>
                      <a:pt x="487" y="1"/>
                      <a:pt x="2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16"/>
              <p:cNvSpPr/>
              <p:nvPr/>
            </p:nvSpPr>
            <p:spPr>
              <a:xfrm>
                <a:off x="1130975" y="4248075"/>
                <a:ext cx="17525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548" extrusionOk="0">
                    <a:moveTo>
                      <a:pt x="335" y="0"/>
                    </a:moveTo>
                    <a:cubicBezTo>
                      <a:pt x="1" y="0"/>
                      <a:pt x="1" y="548"/>
                      <a:pt x="335" y="548"/>
                    </a:cubicBezTo>
                    <a:cubicBezTo>
                      <a:pt x="700" y="548"/>
                      <a:pt x="700" y="0"/>
                      <a:pt x="33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16"/>
              <p:cNvSpPr/>
              <p:nvPr/>
            </p:nvSpPr>
            <p:spPr>
              <a:xfrm>
                <a:off x="1232800" y="4240475"/>
                <a:ext cx="137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426" extrusionOk="0">
                    <a:moveTo>
                      <a:pt x="275" y="0"/>
                    </a:moveTo>
                    <a:cubicBezTo>
                      <a:pt x="1" y="0"/>
                      <a:pt x="1" y="426"/>
                      <a:pt x="275" y="426"/>
                    </a:cubicBezTo>
                    <a:cubicBezTo>
                      <a:pt x="548" y="426"/>
                      <a:pt x="548" y="0"/>
                      <a:pt x="27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16"/>
              <p:cNvSpPr/>
              <p:nvPr/>
            </p:nvSpPr>
            <p:spPr>
              <a:xfrm>
                <a:off x="1152275" y="42974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0"/>
                    </a:moveTo>
                    <a:cubicBezTo>
                      <a:pt x="0" y="0"/>
                      <a:pt x="0" y="608"/>
                      <a:pt x="395" y="608"/>
                    </a:cubicBezTo>
                    <a:cubicBezTo>
                      <a:pt x="790" y="608"/>
                      <a:pt x="790" y="0"/>
                      <a:pt x="3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16"/>
              <p:cNvSpPr/>
              <p:nvPr/>
            </p:nvSpPr>
            <p:spPr>
              <a:xfrm>
                <a:off x="1052725" y="4302775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60" y="578"/>
                      <a:pt x="760" y="1"/>
                      <a:pt x="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Google Shape;2409;p16"/>
              <p:cNvSpPr/>
              <p:nvPr/>
            </p:nvSpPr>
            <p:spPr>
              <a:xfrm>
                <a:off x="1102100" y="4360975"/>
                <a:ext cx="18275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45" extrusionOk="0">
                    <a:moveTo>
                      <a:pt x="425" y="1"/>
                    </a:moveTo>
                    <a:cubicBezTo>
                      <a:pt x="404" y="1"/>
                      <a:pt x="383" y="4"/>
                      <a:pt x="366" y="13"/>
                    </a:cubicBezTo>
                    <a:cubicBezTo>
                      <a:pt x="305" y="13"/>
                      <a:pt x="214" y="44"/>
                      <a:pt x="183" y="105"/>
                    </a:cubicBezTo>
                    <a:lnTo>
                      <a:pt x="122" y="165"/>
                    </a:lnTo>
                    <a:cubicBezTo>
                      <a:pt x="1" y="226"/>
                      <a:pt x="1" y="408"/>
                      <a:pt x="122" y="500"/>
                    </a:cubicBezTo>
                    <a:cubicBezTo>
                      <a:pt x="153" y="500"/>
                      <a:pt x="153" y="500"/>
                      <a:pt x="183" y="530"/>
                    </a:cubicBezTo>
                    <a:lnTo>
                      <a:pt x="122" y="500"/>
                    </a:lnTo>
                    <a:lnTo>
                      <a:pt x="183" y="560"/>
                    </a:lnTo>
                    <a:lnTo>
                      <a:pt x="244" y="591"/>
                    </a:lnTo>
                    <a:lnTo>
                      <a:pt x="335" y="621"/>
                    </a:lnTo>
                    <a:cubicBezTo>
                      <a:pt x="366" y="636"/>
                      <a:pt x="396" y="644"/>
                      <a:pt x="426" y="644"/>
                    </a:cubicBezTo>
                    <a:cubicBezTo>
                      <a:pt x="457" y="644"/>
                      <a:pt x="487" y="636"/>
                      <a:pt x="518" y="621"/>
                    </a:cubicBezTo>
                    <a:cubicBezTo>
                      <a:pt x="639" y="560"/>
                      <a:pt x="730" y="439"/>
                      <a:pt x="730" y="317"/>
                    </a:cubicBezTo>
                    <a:cubicBezTo>
                      <a:pt x="730" y="226"/>
                      <a:pt x="670" y="105"/>
                      <a:pt x="578" y="44"/>
                    </a:cubicBezTo>
                    <a:cubicBezTo>
                      <a:pt x="535" y="22"/>
                      <a:pt x="477" y="1"/>
                      <a:pt x="4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Google Shape;2410;p16"/>
              <p:cNvSpPr/>
              <p:nvPr/>
            </p:nvSpPr>
            <p:spPr>
              <a:xfrm>
                <a:off x="1041325" y="4397900"/>
                <a:ext cx="16725" cy="153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612" extrusionOk="0">
                    <a:moveTo>
                      <a:pt x="279" y="1"/>
                    </a:moveTo>
                    <a:cubicBezTo>
                      <a:pt x="205" y="1"/>
                      <a:pt x="126" y="44"/>
                      <a:pt x="61" y="87"/>
                    </a:cubicBezTo>
                    <a:cubicBezTo>
                      <a:pt x="31" y="147"/>
                      <a:pt x="0" y="208"/>
                      <a:pt x="0" y="299"/>
                    </a:cubicBezTo>
                    <a:cubicBezTo>
                      <a:pt x="0" y="390"/>
                      <a:pt x="31" y="451"/>
                      <a:pt x="61" y="512"/>
                    </a:cubicBezTo>
                    <a:cubicBezTo>
                      <a:pt x="136" y="562"/>
                      <a:pt x="230" y="611"/>
                      <a:pt x="312" y="611"/>
                    </a:cubicBezTo>
                    <a:cubicBezTo>
                      <a:pt x="331" y="611"/>
                      <a:pt x="348" y="609"/>
                      <a:pt x="365" y="603"/>
                    </a:cubicBezTo>
                    <a:lnTo>
                      <a:pt x="487" y="542"/>
                    </a:lnTo>
                    <a:cubicBezTo>
                      <a:pt x="547" y="512"/>
                      <a:pt x="578" y="512"/>
                      <a:pt x="608" y="451"/>
                    </a:cubicBezTo>
                    <a:cubicBezTo>
                      <a:pt x="639" y="421"/>
                      <a:pt x="669" y="360"/>
                      <a:pt x="669" y="299"/>
                    </a:cubicBezTo>
                    <a:cubicBezTo>
                      <a:pt x="669" y="269"/>
                      <a:pt x="669" y="208"/>
                      <a:pt x="639" y="178"/>
                    </a:cubicBezTo>
                    <a:cubicBezTo>
                      <a:pt x="608" y="117"/>
                      <a:pt x="547" y="87"/>
                      <a:pt x="487" y="56"/>
                    </a:cubicBezTo>
                    <a:lnTo>
                      <a:pt x="365" y="26"/>
                    </a:lnTo>
                    <a:cubicBezTo>
                      <a:pt x="338" y="8"/>
                      <a:pt x="309" y="1"/>
                      <a:pt x="27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Google Shape;2411;p16"/>
              <p:cNvSpPr/>
              <p:nvPr/>
            </p:nvSpPr>
            <p:spPr>
              <a:xfrm>
                <a:off x="1077025" y="4421325"/>
                <a:ext cx="612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183" extrusionOk="0">
                    <a:moveTo>
                      <a:pt x="122" y="1"/>
                    </a:moveTo>
                    <a:cubicBezTo>
                      <a:pt x="1" y="1"/>
                      <a:pt x="1" y="183"/>
                      <a:pt x="122" y="183"/>
                    </a:cubicBezTo>
                    <a:cubicBezTo>
                      <a:pt x="244" y="183"/>
                      <a:pt x="244" y="1"/>
                      <a:pt x="1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Google Shape;2412;p16"/>
              <p:cNvSpPr/>
              <p:nvPr/>
            </p:nvSpPr>
            <p:spPr>
              <a:xfrm>
                <a:off x="1198625" y="4435000"/>
                <a:ext cx="1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365" y="1"/>
                    </a:moveTo>
                    <a:cubicBezTo>
                      <a:pt x="0" y="1"/>
                      <a:pt x="0" y="548"/>
                      <a:pt x="365" y="548"/>
                    </a:cubicBezTo>
                    <a:cubicBezTo>
                      <a:pt x="730" y="548"/>
                      <a:pt x="730" y="1"/>
                      <a:pt x="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Google Shape;2413;p16"/>
              <p:cNvSpPr/>
              <p:nvPr/>
            </p:nvSpPr>
            <p:spPr>
              <a:xfrm>
                <a:off x="1455450" y="4427400"/>
                <a:ext cx="15225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457" extrusionOk="0">
                    <a:moveTo>
                      <a:pt x="305" y="1"/>
                    </a:moveTo>
                    <a:cubicBezTo>
                      <a:pt x="1" y="1"/>
                      <a:pt x="1" y="457"/>
                      <a:pt x="305" y="457"/>
                    </a:cubicBezTo>
                    <a:cubicBezTo>
                      <a:pt x="609" y="457"/>
                      <a:pt x="609" y="1"/>
                      <a:pt x="3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16"/>
              <p:cNvSpPr/>
              <p:nvPr/>
            </p:nvSpPr>
            <p:spPr>
              <a:xfrm>
                <a:off x="1594525" y="4429675"/>
                <a:ext cx="205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0" extrusionOk="0">
                    <a:moveTo>
                      <a:pt x="395" y="1"/>
                    </a:moveTo>
                    <a:cubicBezTo>
                      <a:pt x="0" y="1"/>
                      <a:pt x="0" y="639"/>
                      <a:pt x="395" y="639"/>
                    </a:cubicBezTo>
                    <a:cubicBezTo>
                      <a:pt x="821" y="639"/>
                      <a:pt x="821" y="1"/>
                      <a:pt x="3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16"/>
              <p:cNvSpPr/>
              <p:nvPr/>
            </p:nvSpPr>
            <p:spPr>
              <a:xfrm>
                <a:off x="1768525" y="4433475"/>
                <a:ext cx="21325" cy="1772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709" extrusionOk="0">
                    <a:moveTo>
                      <a:pt x="366" y="1"/>
                    </a:moveTo>
                    <a:cubicBezTo>
                      <a:pt x="275" y="1"/>
                      <a:pt x="183" y="31"/>
                      <a:pt x="123" y="92"/>
                    </a:cubicBezTo>
                    <a:cubicBezTo>
                      <a:pt x="62" y="153"/>
                      <a:pt x="1" y="274"/>
                      <a:pt x="1" y="366"/>
                    </a:cubicBezTo>
                    <a:cubicBezTo>
                      <a:pt x="31" y="457"/>
                      <a:pt x="62" y="548"/>
                      <a:pt x="123" y="609"/>
                    </a:cubicBezTo>
                    <a:cubicBezTo>
                      <a:pt x="172" y="658"/>
                      <a:pt x="242" y="708"/>
                      <a:pt x="316" y="708"/>
                    </a:cubicBezTo>
                    <a:cubicBezTo>
                      <a:pt x="332" y="708"/>
                      <a:pt x="349" y="706"/>
                      <a:pt x="366" y="700"/>
                    </a:cubicBezTo>
                    <a:lnTo>
                      <a:pt x="487" y="700"/>
                    </a:lnTo>
                    <a:cubicBezTo>
                      <a:pt x="609" y="700"/>
                      <a:pt x="670" y="670"/>
                      <a:pt x="761" y="609"/>
                    </a:cubicBezTo>
                    <a:cubicBezTo>
                      <a:pt x="822" y="548"/>
                      <a:pt x="852" y="426"/>
                      <a:pt x="852" y="335"/>
                    </a:cubicBezTo>
                    <a:cubicBezTo>
                      <a:pt x="852" y="274"/>
                      <a:pt x="822" y="153"/>
                      <a:pt x="761" y="92"/>
                    </a:cubicBezTo>
                    <a:cubicBezTo>
                      <a:pt x="670" y="31"/>
                      <a:pt x="609" y="1"/>
                      <a:pt x="4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16"/>
              <p:cNvSpPr/>
              <p:nvPr/>
            </p:nvSpPr>
            <p:spPr>
              <a:xfrm>
                <a:off x="1961550" y="4438425"/>
                <a:ext cx="182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39" extrusionOk="0">
                    <a:moveTo>
                      <a:pt x="308" y="1"/>
                    </a:moveTo>
                    <a:cubicBezTo>
                      <a:pt x="251" y="1"/>
                      <a:pt x="198" y="16"/>
                      <a:pt x="152" y="46"/>
                    </a:cubicBezTo>
                    <a:cubicBezTo>
                      <a:pt x="61" y="107"/>
                      <a:pt x="0" y="228"/>
                      <a:pt x="0" y="320"/>
                    </a:cubicBezTo>
                    <a:cubicBezTo>
                      <a:pt x="0" y="441"/>
                      <a:pt x="61" y="563"/>
                      <a:pt x="152" y="593"/>
                    </a:cubicBezTo>
                    <a:cubicBezTo>
                      <a:pt x="198" y="624"/>
                      <a:pt x="251" y="639"/>
                      <a:pt x="308" y="639"/>
                    </a:cubicBezTo>
                    <a:cubicBezTo>
                      <a:pt x="365" y="639"/>
                      <a:pt x="426" y="624"/>
                      <a:pt x="487" y="593"/>
                    </a:cubicBezTo>
                    <a:cubicBezTo>
                      <a:pt x="487" y="593"/>
                      <a:pt x="517" y="593"/>
                      <a:pt x="548" y="563"/>
                    </a:cubicBezTo>
                    <a:cubicBezTo>
                      <a:pt x="730" y="472"/>
                      <a:pt x="730" y="198"/>
                      <a:pt x="548" y="76"/>
                    </a:cubicBezTo>
                    <a:cubicBezTo>
                      <a:pt x="517" y="76"/>
                      <a:pt x="487" y="76"/>
                      <a:pt x="487" y="46"/>
                    </a:cubicBezTo>
                    <a:cubicBezTo>
                      <a:pt x="426" y="16"/>
                      <a:pt x="365" y="1"/>
                      <a:pt x="30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16"/>
              <p:cNvSpPr/>
              <p:nvPr/>
            </p:nvSpPr>
            <p:spPr>
              <a:xfrm>
                <a:off x="1988900" y="4250350"/>
                <a:ext cx="25100" cy="1902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761" extrusionOk="0">
                    <a:moveTo>
                      <a:pt x="487" y="1"/>
                    </a:moveTo>
                    <a:cubicBezTo>
                      <a:pt x="1" y="1"/>
                      <a:pt x="1" y="760"/>
                      <a:pt x="487" y="760"/>
                    </a:cubicBezTo>
                    <a:cubicBezTo>
                      <a:pt x="1004" y="760"/>
                      <a:pt x="1004" y="1"/>
                      <a:pt x="4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16"/>
              <p:cNvSpPr/>
              <p:nvPr/>
            </p:nvSpPr>
            <p:spPr>
              <a:xfrm>
                <a:off x="1912150" y="4195650"/>
                <a:ext cx="2357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943" h="730" extrusionOk="0">
                    <a:moveTo>
                      <a:pt x="457" y="0"/>
                    </a:moveTo>
                    <a:cubicBezTo>
                      <a:pt x="1" y="0"/>
                      <a:pt x="1" y="730"/>
                      <a:pt x="457" y="730"/>
                    </a:cubicBezTo>
                    <a:cubicBezTo>
                      <a:pt x="943" y="730"/>
                      <a:pt x="943" y="0"/>
                      <a:pt x="4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16"/>
              <p:cNvSpPr/>
              <p:nvPr/>
            </p:nvSpPr>
            <p:spPr>
              <a:xfrm>
                <a:off x="1995750" y="41834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1" y="609"/>
                      <a:pt x="791" y="1"/>
                      <a:pt x="3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16"/>
              <p:cNvSpPr/>
              <p:nvPr/>
            </p:nvSpPr>
            <p:spPr>
              <a:xfrm>
                <a:off x="1900000" y="413332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6" y="1"/>
                    </a:moveTo>
                    <a:cubicBezTo>
                      <a:pt x="0" y="1"/>
                      <a:pt x="0" y="609"/>
                      <a:pt x="396" y="609"/>
                    </a:cubicBezTo>
                    <a:cubicBezTo>
                      <a:pt x="791" y="609"/>
                      <a:pt x="791" y="1"/>
                      <a:pt x="3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16"/>
              <p:cNvSpPr/>
              <p:nvPr/>
            </p:nvSpPr>
            <p:spPr>
              <a:xfrm>
                <a:off x="1792100" y="4112800"/>
                <a:ext cx="258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22" extrusionOk="0">
                    <a:moveTo>
                      <a:pt x="517" y="1"/>
                    </a:moveTo>
                    <a:cubicBezTo>
                      <a:pt x="0" y="1"/>
                      <a:pt x="0" y="822"/>
                      <a:pt x="517" y="822"/>
                    </a:cubicBezTo>
                    <a:cubicBezTo>
                      <a:pt x="1034" y="822"/>
                      <a:pt x="1034" y="1"/>
                      <a:pt x="5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16"/>
              <p:cNvSpPr/>
              <p:nvPr/>
            </p:nvSpPr>
            <p:spPr>
              <a:xfrm>
                <a:off x="1659100" y="4109150"/>
                <a:ext cx="20550" cy="183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33" extrusionOk="0">
                    <a:moveTo>
                      <a:pt x="373" y="1"/>
                    </a:moveTo>
                    <a:cubicBezTo>
                      <a:pt x="189" y="1"/>
                      <a:pt x="1" y="155"/>
                      <a:pt x="1" y="360"/>
                    </a:cubicBezTo>
                    <a:cubicBezTo>
                      <a:pt x="1" y="574"/>
                      <a:pt x="206" y="733"/>
                      <a:pt x="398" y="733"/>
                    </a:cubicBezTo>
                    <a:cubicBezTo>
                      <a:pt x="450" y="733"/>
                      <a:pt x="502" y="720"/>
                      <a:pt x="548" y="694"/>
                    </a:cubicBezTo>
                    <a:lnTo>
                      <a:pt x="639" y="633"/>
                    </a:lnTo>
                    <a:cubicBezTo>
                      <a:pt x="730" y="573"/>
                      <a:pt x="822" y="481"/>
                      <a:pt x="822" y="360"/>
                    </a:cubicBezTo>
                    <a:cubicBezTo>
                      <a:pt x="822" y="238"/>
                      <a:pt x="730" y="147"/>
                      <a:pt x="639" y="117"/>
                    </a:cubicBezTo>
                    <a:lnTo>
                      <a:pt x="548" y="56"/>
                    </a:lnTo>
                    <a:cubicBezTo>
                      <a:pt x="495" y="18"/>
                      <a:pt x="434" y="1"/>
                      <a:pt x="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Google Shape;2423;p16"/>
              <p:cNvSpPr/>
              <p:nvPr/>
            </p:nvSpPr>
            <p:spPr>
              <a:xfrm>
                <a:off x="1631000" y="4060375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5" y="1"/>
                    </a:moveTo>
                    <a:cubicBezTo>
                      <a:pt x="0" y="1"/>
                      <a:pt x="0" y="639"/>
                      <a:pt x="395" y="639"/>
                    </a:cubicBezTo>
                    <a:cubicBezTo>
                      <a:pt x="821" y="639"/>
                      <a:pt x="821" y="1"/>
                      <a:pt x="3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Google Shape;2424;p16"/>
              <p:cNvSpPr/>
              <p:nvPr/>
            </p:nvSpPr>
            <p:spPr>
              <a:xfrm>
                <a:off x="1527650" y="4117375"/>
                <a:ext cx="258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1" extrusionOk="0">
                    <a:moveTo>
                      <a:pt x="517" y="0"/>
                    </a:moveTo>
                    <a:cubicBezTo>
                      <a:pt x="1" y="0"/>
                      <a:pt x="1" y="791"/>
                      <a:pt x="517" y="791"/>
                    </a:cubicBezTo>
                    <a:cubicBezTo>
                      <a:pt x="1034" y="79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16"/>
              <p:cNvSpPr/>
              <p:nvPr/>
            </p:nvSpPr>
            <p:spPr>
              <a:xfrm>
                <a:off x="1508650" y="4223750"/>
                <a:ext cx="9900" cy="84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36" extrusionOk="0">
                    <a:moveTo>
                      <a:pt x="183" y="1"/>
                    </a:moveTo>
                    <a:cubicBezTo>
                      <a:pt x="1" y="1"/>
                      <a:pt x="1" y="335"/>
                      <a:pt x="183" y="335"/>
                    </a:cubicBezTo>
                    <a:cubicBezTo>
                      <a:pt x="396" y="335"/>
                      <a:pt x="396" y="1"/>
                      <a:pt x="1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16"/>
              <p:cNvSpPr/>
              <p:nvPr/>
            </p:nvSpPr>
            <p:spPr>
              <a:xfrm>
                <a:off x="1590725" y="4143200"/>
                <a:ext cx="18250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30" y="578"/>
                      <a:pt x="730" y="1"/>
                      <a:pt x="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16"/>
              <p:cNvSpPr/>
              <p:nvPr/>
            </p:nvSpPr>
            <p:spPr>
              <a:xfrm>
                <a:off x="1551200" y="4055825"/>
                <a:ext cx="1902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9" extrusionOk="0">
                    <a:moveTo>
                      <a:pt x="244" y="0"/>
                    </a:moveTo>
                    <a:cubicBezTo>
                      <a:pt x="183" y="31"/>
                      <a:pt x="122" y="61"/>
                      <a:pt x="92" y="92"/>
                    </a:cubicBezTo>
                    <a:cubicBezTo>
                      <a:pt x="31" y="152"/>
                      <a:pt x="1" y="213"/>
                      <a:pt x="1" y="304"/>
                    </a:cubicBezTo>
                    <a:cubicBezTo>
                      <a:pt x="1" y="395"/>
                      <a:pt x="31" y="456"/>
                      <a:pt x="92" y="517"/>
                    </a:cubicBezTo>
                    <a:cubicBezTo>
                      <a:pt x="122" y="578"/>
                      <a:pt x="183" y="578"/>
                      <a:pt x="244" y="608"/>
                    </a:cubicBezTo>
                    <a:lnTo>
                      <a:pt x="396" y="608"/>
                    </a:lnTo>
                    <a:lnTo>
                      <a:pt x="548" y="578"/>
                    </a:lnTo>
                    <a:lnTo>
                      <a:pt x="639" y="547"/>
                    </a:lnTo>
                    <a:cubicBezTo>
                      <a:pt x="669" y="547"/>
                      <a:pt x="700" y="517"/>
                      <a:pt x="700" y="487"/>
                    </a:cubicBezTo>
                    <a:cubicBezTo>
                      <a:pt x="730" y="426"/>
                      <a:pt x="761" y="365"/>
                      <a:pt x="761" y="304"/>
                    </a:cubicBezTo>
                    <a:cubicBezTo>
                      <a:pt x="761" y="274"/>
                      <a:pt x="761" y="213"/>
                      <a:pt x="730" y="152"/>
                    </a:cubicBezTo>
                    <a:cubicBezTo>
                      <a:pt x="700" y="122"/>
                      <a:pt x="609" y="31"/>
                      <a:pt x="548" y="31"/>
                    </a:cubicBezTo>
                    <a:lnTo>
                      <a:pt x="39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16"/>
              <p:cNvSpPr/>
              <p:nvPr/>
            </p:nvSpPr>
            <p:spPr>
              <a:xfrm>
                <a:off x="1744225" y="3967675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43" y="0"/>
                    </a:moveTo>
                    <a:cubicBezTo>
                      <a:pt x="0" y="0"/>
                      <a:pt x="0" y="396"/>
                      <a:pt x="243" y="396"/>
                    </a:cubicBezTo>
                    <a:cubicBezTo>
                      <a:pt x="517" y="396"/>
                      <a:pt x="517" y="0"/>
                      <a:pt x="2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16"/>
              <p:cNvSpPr/>
              <p:nvPr/>
            </p:nvSpPr>
            <p:spPr>
              <a:xfrm>
                <a:off x="1864275" y="4079375"/>
                <a:ext cx="1827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579" extrusionOk="0">
                    <a:moveTo>
                      <a:pt x="366" y="1"/>
                    </a:moveTo>
                    <a:cubicBezTo>
                      <a:pt x="1" y="1"/>
                      <a:pt x="1" y="578"/>
                      <a:pt x="366" y="578"/>
                    </a:cubicBezTo>
                    <a:cubicBezTo>
                      <a:pt x="730" y="578"/>
                      <a:pt x="730" y="1"/>
                      <a:pt x="36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30" name="Google Shape;2430;p16"/>
          <p:cNvSpPr txBox="1">
            <a:spLocks noGrp="1"/>
          </p:cNvSpPr>
          <p:nvPr>
            <p:ph type="title"/>
          </p:nvPr>
        </p:nvSpPr>
        <p:spPr>
          <a:xfrm>
            <a:off x="4201800" y="1068525"/>
            <a:ext cx="3519600" cy="158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31" name="Google Shape;2431;p16"/>
          <p:cNvSpPr txBox="1">
            <a:spLocks noGrp="1"/>
          </p:cNvSpPr>
          <p:nvPr>
            <p:ph type="subTitle" idx="1"/>
          </p:nvPr>
        </p:nvSpPr>
        <p:spPr>
          <a:xfrm>
            <a:off x="4201797" y="2653875"/>
            <a:ext cx="35196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2" name="Google Shape;2432;p16"/>
          <p:cNvSpPr>
            <a:spLocks noGrp="1"/>
          </p:cNvSpPr>
          <p:nvPr>
            <p:ph type="pic" idx="2"/>
          </p:nvPr>
        </p:nvSpPr>
        <p:spPr>
          <a:xfrm>
            <a:off x="0" y="0"/>
            <a:ext cx="34053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6">
    <p:spTree>
      <p:nvGrpSpPr>
        <p:cNvPr id="1" name="Shape 2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0" name="Google Shape;288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81" name="Google Shape;2881;p20"/>
          <p:cNvSpPr txBox="1">
            <a:spLocks noGrp="1"/>
          </p:cNvSpPr>
          <p:nvPr>
            <p:ph type="subTitle" idx="1"/>
          </p:nvPr>
        </p:nvSpPr>
        <p:spPr>
          <a:xfrm>
            <a:off x="720000" y="1168100"/>
            <a:ext cx="7704000" cy="3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882" name="Google Shape;2882;p20"/>
          <p:cNvGrpSpPr/>
          <p:nvPr/>
        </p:nvGrpSpPr>
        <p:grpSpPr>
          <a:xfrm>
            <a:off x="-139870" y="4275358"/>
            <a:ext cx="9320967" cy="1373971"/>
            <a:chOff x="-139870" y="4275358"/>
            <a:chExt cx="9320967" cy="1373971"/>
          </a:xfrm>
        </p:grpSpPr>
        <p:sp>
          <p:nvSpPr>
            <p:cNvPr id="2883" name="Google Shape;2883;p20"/>
            <p:cNvSpPr/>
            <p:nvPr/>
          </p:nvSpPr>
          <p:spPr>
            <a:xfrm rot="10800000" flipH="1">
              <a:off x="1170072" y="4657003"/>
              <a:ext cx="407482" cy="509190"/>
            </a:xfrm>
            <a:custGeom>
              <a:avLst/>
              <a:gdLst/>
              <a:ahLst/>
              <a:cxnLst/>
              <a:rect l="l" t="t" r="r" b="b"/>
              <a:pathLst>
                <a:path w="18694" h="23360" extrusionOk="0">
                  <a:moveTo>
                    <a:pt x="12289" y="0"/>
                  </a:moveTo>
                  <a:cubicBezTo>
                    <a:pt x="11699" y="0"/>
                    <a:pt x="11111" y="277"/>
                    <a:pt x="10548" y="411"/>
                  </a:cubicBezTo>
                  <a:cubicBezTo>
                    <a:pt x="8542" y="958"/>
                    <a:pt x="5928" y="472"/>
                    <a:pt x="4833" y="2235"/>
                  </a:cubicBezTo>
                  <a:cubicBezTo>
                    <a:pt x="4499" y="2812"/>
                    <a:pt x="4408" y="3481"/>
                    <a:pt x="4347" y="4150"/>
                  </a:cubicBezTo>
                  <a:cubicBezTo>
                    <a:pt x="4104" y="6429"/>
                    <a:pt x="3830" y="8679"/>
                    <a:pt x="3587" y="10958"/>
                  </a:cubicBezTo>
                  <a:cubicBezTo>
                    <a:pt x="3496" y="11688"/>
                    <a:pt x="3405" y="12478"/>
                    <a:pt x="2888" y="13025"/>
                  </a:cubicBezTo>
                  <a:cubicBezTo>
                    <a:pt x="2493" y="13481"/>
                    <a:pt x="1915" y="13694"/>
                    <a:pt x="1459" y="14059"/>
                  </a:cubicBezTo>
                  <a:cubicBezTo>
                    <a:pt x="0" y="15214"/>
                    <a:pt x="92" y="17584"/>
                    <a:pt x="1216" y="19074"/>
                  </a:cubicBezTo>
                  <a:cubicBezTo>
                    <a:pt x="2311" y="20563"/>
                    <a:pt x="4134" y="21323"/>
                    <a:pt x="5897" y="21901"/>
                  </a:cubicBezTo>
                  <a:cubicBezTo>
                    <a:pt x="7809" y="22506"/>
                    <a:pt x="9932" y="23359"/>
                    <a:pt x="11901" y="23359"/>
                  </a:cubicBezTo>
                  <a:cubicBezTo>
                    <a:pt x="13094" y="23359"/>
                    <a:pt x="14231" y="23046"/>
                    <a:pt x="15229" y="22174"/>
                  </a:cubicBezTo>
                  <a:cubicBezTo>
                    <a:pt x="17964" y="19803"/>
                    <a:pt x="18694" y="14879"/>
                    <a:pt x="18420" y="11536"/>
                  </a:cubicBezTo>
                  <a:cubicBezTo>
                    <a:pt x="18116" y="8010"/>
                    <a:pt x="16718" y="4606"/>
                    <a:pt x="14682" y="1688"/>
                  </a:cubicBezTo>
                  <a:cubicBezTo>
                    <a:pt x="14165" y="928"/>
                    <a:pt x="13466" y="107"/>
                    <a:pt x="12524" y="16"/>
                  </a:cubicBezTo>
                  <a:cubicBezTo>
                    <a:pt x="12445" y="5"/>
                    <a:pt x="12367" y="0"/>
                    <a:pt x="122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20"/>
            <p:cNvSpPr/>
            <p:nvPr/>
          </p:nvSpPr>
          <p:spPr>
            <a:xfrm rot="-5275467">
              <a:off x="6791831" y="4346666"/>
              <a:ext cx="1024349" cy="1293915"/>
            </a:xfrm>
            <a:custGeom>
              <a:avLst/>
              <a:gdLst/>
              <a:ahLst/>
              <a:cxnLst/>
              <a:rect l="l" t="t" r="r" b="b"/>
              <a:pathLst>
                <a:path w="52069" h="96014" extrusionOk="0">
                  <a:moveTo>
                    <a:pt x="12303" y="1"/>
                  </a:moveTo>
                  <a:cubicBezTo>
                    <a:pt x="11636" y="1"/>
                    <a:pt x="11013" y="72"/>
                    <a:pt x="10457" y="237"/>
                  </a:cubicBezTo>
                  <a:cubicBezTo>
                    <a:pt x="6414" y="1453"/>
                    <a:pt x="5685" y="7137"/>
                    <a:pt x="4834" y="10663"/>
                  </a:cubicBezTo>
                  <a:cubicBezTo>
                    <a:pt x="2341" y="20845"/>
                    <a:pt x="1825" y="31362"/>
                    <a:pt x="1338" y="41818"/>
                  </a:cubicBezTo>
                  <a:cubicBezTo>
                    <a:pt x="578" y="57715"/>
                    <a:pt x="1" y="73977"/>
                    <a:pt x="4651" y="89205"/>
                  </a:cubicBezTo>
                  <a:cubicBezTo>
                    <a:pt x="4986" y="90299"/>
                    <a:pt x="5350" y="91424"/>
                    <a:pt x="6171" y="92244"/>
                  </a:cubicBezTo>
                  <a:cubicBezTo>
                    <a:pt x="7113" y="93217"/>
                    <a:pt x="8542" y="93582"/>
                    <a:pt x="9879" y="93886"/>
                  </a:cubicBezTo>
                  <a:cubicBezTo>
                    <a:pt x="16214" y="95305"/>
                    <a:pt x="22719" y="96014"/>
                    <a:pt x="29222" y="96014"/>
                  </a:cubicBezTo>
                  <a:cubicBezTo>
                    <a:pt x="32611" y="96014"/>
                    <a:pt x="36000" y="95821"/>
                    <a:pt x="39363" y="95436"/>
                  </a:cubicBezTo>
                  <a:cubicBezTo>
                    <a:pt x="43588" y="94980"/>
                    <a:pt x="48269" y="93825"/>
                    <a:pt x="50397" y="90178"/>
                  </a:cubicBezTo>
                  <a:cubicBezTo>
                    <a:pt x="52069" y="87351"/>
                    <a:pt x="51674" y="83825"/>
                    <a:pt x="51248" y="80603"/>
                  </a:cubicBezTo>
                  <a:cubicBezTo>
                    <a:pt x="50336" y="73794"/>
                    <a:pt x="49394" y="66834"/>
                    <a:pt x="46263" y="60755"/>
                  </a:cubicBezTo>
                  <a:cubicBezTo>
                    <a:pt x="44379" y="57077"/>
                    <a:pt x="41673" y="53581"/>
                    <a:pt x="41521" y="49478"/>
                  </a:cubicBezTo>
                  <a:cubicBezTo>
                    <a:pt x="41369" y="44554"/>
                    <a:pt x="44895" y="40298"/>
                    <a:pt x="45959" y="35496"/>
                  </a:cubicBezTo>
                  <a:cubicBezTo>
                    <a:pt x="46871" y="31332"/>
                    <a:pt x="45838" y="27016"/>
                    <a:pt x="44683" y="22943"/>
                  </a:cubicBezTo>
                  <a:cubicBezTo>
                    <a:pt x="43831" y="19994"/>
                    <a:pt x="42616" y="16711"/>
                    <a:pt x="39789" y="15496"/>
                  </a:cubicBezTo>
                  <a:cubicBezTo>
                    <a:pt x="38269" y="14857"/>
                    <a:pt x="36536" y="14888"/>
                    <a:pt x="35047" y="14189"/>
                  </a:cubicBezTo>
                  <a:cubicBezTo>
                    <a:pt x="31187" y="12304"/>
                    <a:pt x="31096" y="6347"/>
                    <a:pt x="27479" y="4006"/>
                  </a:cubicBezTo>
                  <a:cubicBezTo>
                    <a:pt x="26384" y="3337"/>
                    <a:pt x="25138" y="3033"/>
                    <a:pt x="23892" y="2760"/>
                  </a:cubicBezTo>
                  <a:cubicBezTo>
                    <a:pt x="20913" y="2118"/>
                    <a:pt x="15938" y="1"/>
                    <a:pt x="123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20"/>
            <p:cNvSpPr/>
            <p:nvPr/>
          </p:nvSpPr>
          <p:spPr>
            <a:xfrm flipH="1">
              <a:off x="8281965" y="4345884"/>
              <a:ext cx="366712" cy="566038"/>
            </a:xfrm>
            <a:custGeom>
              <a:avLst/>
              <a:gdLst/>
              <a:ahLst/>
              <a:cxnLst/>
              <a:rect l="l" t="t" r="r" b="b"/>
              <a:pathLst>
                <a:path w="11217" h="17314" extrusionOk="0">
                  <a:moveTo>
                    <a:pt x="3682" y="0"/>
                  </a:moveTo>
                  <a:cubicBezTo>
                    <a:pt x="3334" y="0"/>
                    <a:pt x="2991" y="82"/>
                    <a:pt x="2676" y="272"/>
                  </a:cubicBezTo>
                  <a:cubicBezTo>
                    <a:pt x="1825" y="758"/>
                    <a:pt x="1521" y="1822"/>
                    <a:pt x="1308" y="2795"/>
                  </a:cubicBezTo>
                  <a:cubicBezTo>
                    <a:pt x="913" y="4436"/>
                    <a:pt x="518" y="6077"/>
                    <a:pt x="153" y="7749"/>
                  </a:cubicBezTo>
                  <a:cubicBezTo>
                    <a:pt x="62" y="8083"/>
                    <a:pt x="1" y="8418"/>
                    <a:pt x="31" y="8752"/>
                  </a:cubicBezTo>
                  <a:lnTo>
                    <a:pt x="31" y="8722"/>
                  </a:lnTo>
                  <a:cubicBezTo>
                    <a:pt x="244" y="10211"/>
                    <a:pt x="2281" y="11001"/>
                    <a:pt x="2858" y="12430"/>
                  </a:cubicBezTo>
                  <a:cubicBezTo>
                    <a:pt x="3284" y="13524"/>
                    <a:pt x="2828" y="14831"/>
                    <a:pt x="3436" y="15834"/>
                  </a:cubicBezTo>
                  <a:cubicBezTo>
                    <a:pt x="4073" y="16893"/>
                    <a:pt x="4918" y="17314"/>
                    <a:pt x="5808" y="17314"/>
                  </a:cubicBezTo>
                  <a:cubicBezTo>
                    <a:pt x="7803" y="17314"/>
                    <a:pt x="10020" y="15199"/>
                    <a:pt x="10609" y="13433"/>
                  </a:cubicBezTo>
                  <a:cubicBezTo>
                    <a:pt x="11217" y="11640"/>
                    <a:pt x="11126" y="9694"/>
                    <a:pt x="10943" y="7810"/>
                  </a:cubicBezTo>
                  <a:cubicBezTo>
                    <a:pt x="10852" y="6685"/>
                    <a:pt x="10700" y="5469"/>
                    <a:pt x="9910" y="4679"/>
                  </a:cubicBezTo>
                  <a:cubicBezTo>
                    <a:pt x="9484" y="4284"/>
                    <a:pt x="8968" y="4010"/>
                    <a:pt x="8481" y="3676"/>
                  </a:cubicBezTo>
                  <a:cubicBezTo>
                    <a:pt x="7509" y="2977"/>
                    <a:pt x="6870" y="1883"/>
                    <a:pt x="5989" y="1062"/>
                  </a:cubicBezTo>
                  <a:cubicBezTo>
                    <a:pt x="5369" y="463"/>
                    <a:pt x="4508" y="0"/>
                    <a:pt x="36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86" name="Google Shape;2886;p20"/>
            <p:cNvGrpSpPr/>
            <p:nvPr/>
          </p:nvGrpSpPr>
          <p:grpSpPr>
            <a:xfrm rot="10800000" flipH="1">
              <a:off x="593665" y="4899824"/>
              <a:ext cx="1378006" cy="704067"/>
              <a:chOff x="1041325" y="3967675"/>
              <a:chExt cx="974200" cy="497750"/>
            </a:xfrm>
          </p:grpSpPr>
          <p:sp>
            <p:nvSpPr>
              <p:cNvPr id="2887" name="Google Shape;2887;p20"/>
              <p:cNvSpPr/>
              <p:nvPr/>
            </p:nvSpPr>
            <p:spPr>
              <a:xfrm>
                <a:off x="1901525" y="4241225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95" y="1"/>
                    </a:moveTo>
                    <a:cubicBezTo>
                      <a:pt x="0" y="1"/>
                      <a:pt x="0" y="578"/>
                      <a:pt x="395" y="578"/>
                    </a:cubicBezTo>
                    <a:cubicBezTo>
                      <a:pt x="760" y="578"/>
                      <a:pt x="760" y="1"/>
                      <a:pt x="3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20"/>
              <p:cNvSpPr/>
              <p:nvPr/>
            </p:nvSpPr>
            <p:spPr>
              <a:xfrm>
                <a:off x="1801975" y="4314175"/>
                <a:ext cx="41050" cy="39850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1594" extrusionOk="0">
                    <a:moveTo>
                      <a:pt x="669" y="1"/>
                    </a:moveTo>
                    <a:cubicBezTo>
                      <a:pt x="517" y="1"/>
                      <a:pt x="335" y="62"/>
                      <a:pt x="213" y="183"/>
                    </a:cubicBezTo>
                    <a:cubicBezTo>
                      <a:pt x="92" y="305"/>
                      <a:pt x="0" y="487"/>
                      <a:pt x="31" y="639"/>
                    </a:cubicBezTo>
                    <a:lnTo>
                      <a:pt x="61" y="822"/>
                    </a:lnTo>
                    <a:cubicBezTo>
                      <a:pt x="92" y="943"/>
                      <a:pt x="122" y="1034"/>
                      <a:pt x="213" y="1125"/>
                    </a:cubicBezTo>
                    <a:cubicBezTo>
                      <a:pt x="277" y="1190"/>
                      <a:pt x="357" y="1239"/>
                      <a:pt x="441" y="1273"/>
                    </a:cubicBezTo>
                    <a:lnTo>
                      <a:pt x="441" y="1273"/>
                    </a:lnTo>
                    <a:cubicBezTo>
                      <a:pt x="474" y="1295"/>
                      <a:pt x="495" y="1317"/>
                      <a:pt x="517" y="1338"/>
                    </a:cubicBezTo>
                    <a:cubicBezTo>
                      <a:pt x="568" y="1372"/>
                      <a:pt x="619" y="1397"/>
                      <a:pt x="670" y="1417"/>
                    </a:cubicBezTo>
                    <a:lnTo>
                      <a:pt x="670" y="1417"/>
                    </a:lnTo>
                    <a:cubicBezTo>
                      <a:pt x="720" y="1449"/>
                      <a:pt x="771" y="1495"/>
                      <a:pt x="821" y="1521"/>
                    </a:cubicBezTo>
                    <a:cubicBezTo>
                      <a:pt x="894" y="1569"/>
                      <a:pt x="986" y="1594"/>
                      <a:pt x="1081" y="1594"/>
                    </a:cubicBezTo>
                    <a:cubicBezTo>
                      <a:pt x="1222" y="1594"/>
                      <a:pt x="1368" y="1539"/>
                      <a:pt x="1459" y="1429"/>
                    </a:cubicBezTo>
                    <a:cubicBezTo>
                      <a:pt x="1520" y="1369"/>
                      <a:pt x="1581" y="1277"/>
                      <a:pt x="1611" y="1217"/>
                    </a:cubicBezTo>
                    <a:cubicBezTo>
                      <a:pt x="1642" y="1095"/>
                      <a:pt x="1611" y="882"/>
                      <a:pt x="1551" y="791"/>
                    </a:cubicBezTo>
                    <a:cubicBezTo>
                      <a:pt x="1525" y="741"/>
                      <a:pt x="1479" y="690"/>
                      <a:pt x="1447" y="640"/>
                    </a:cubicBezTo>
                    <a:lnTo>
                      <a:pt x="1447" y="640"/>
                    </a:lnTo>
                    <a:cubicBezTo>
                      <a:pt x="1427" y="589"/>
                      <a:pt x="1402" y="538"/>
                      <a:pt x="1368" y="487"/>
                    </a:cubicBezTo>
                    <a:cubicBezTo>
                      <a:pt x="1346" y="465"/>
                      <a:pt x="1325" y="444"/>
                      <a:pt x="1303" y="411"/>
                    </a:cubicBezTo>
                    <a:lnTo>
                      <a:pt x="1303" y="411"/>
                    </a:lnTo>
                    <a:cubicBezTo>
                      <a:pt x="1269" y="327"/>
                      <a:pt x="1220" y="248"/>
                      <a:pt x="1155" y="183"/>
                    </a:cubicBezTo>
                    <a:cubicBezTo>
                      <a:pt x="1003" y="62"/>
                      <a:pt x="882" y="1"/>
                      <a:pt x="6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2889;p20"/>
              <p:cNvSpPr/>
              <p:nvPr/>
            </p:nvSpPr>
            <p:spPr>
              <a:xfrm>
                <a:off x="1731300" y="4183425"/>
                <a:ext cx="38775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098" extrusionOk="0">
                    <a:moveTo>
                      <a:pt x="654" y="0"/>
                    </a:moveTo>
                    <a:cubicBezTo>
                      <a:pt x="553" y="0"/>
                      <a:pt x="459" y="26"/>
                      <a:pt x="365" y="64"/>
                    </a:cubicBezTo>
                    <a:cubicBezTo>
                      <a:pt x="1" y="246"/>
                      <a:pt x="1" y="854"/>
                      <a:pt x="365" y="1006"/>
                    </a:cubicBezTo>
                    <a:cubicBezTo>
                      <a:pt x="473" y="1049"/>
                      <a:pt x="580" y="1092"/>
                      <a:pt x="698" y="1092"/>
                    </a:cubicBezTo>
                    <a:cubicBezTo>
                      <a:pt x="709" y="1092"/>
                      <a:pt x="720" y="1091"/>
                      <a:pt x="731" y="1091"/>
                    </a:cubicBezTo>
                    <a:lnTo>
                      <a:pt x="731" y="1091"/>
                    </a:lnTo>
                    <a:lnTo>
                      <a:pt x="700" y="1097"/>
                    </a:lnTo>
                    <a:lnTo>
                      <a:pt x="700" y="1097"/>
                    </a:lnTo>
                    <a:lnTo>
                      <a:pt x="737" y="1090"/>
                    </a:lnTo>
                    <a:lnTo>
                      <a:pt x="737" y="1090"/>
                    </a:lnTo>
                    <a:cubicBezTo>
                      <a:pt x="767" y="1088"/>
                      <a:pt x="798" y="1082"/>
                      <a:pt x="830" y="1073"/>
                    </a:cubicBezTo>
                    <a:lnTo>
                      <a:pt x="830" y="1073"/>
                    </a:lnTo>
                    <a:lnTo>
                      <a:pt x="1034" y="1036"/>
                    </a:lnTo>
                    <a:cubicBezTo>
                      <a:pt x="1186" y="1036"/>
                      <a:pt x="1308" y="1006"/>
                      <a:pt x="1399" y="915"/>
                    </a:cubicBezTo>
                    <a:cubicBezTo>
                      <a:pt x="1490" y="823"/>
                      <a:pt x="1551" y="671"/>
                      <a:pt x="1551" y="550"/>
                    </a:cubicBezTo>
                    <a:cubicBezTo>
                      <a:pt x="1551" y="428"/>
                      <a:pt x="1490" y="276"/>
                      <a:pt x="1399" y="185"/>
                    </a:cubicBezTo>
                    <a:cubicBezTo>
                      <a:pt x="1308" y="94"/>
                      <a:pt x="1186" y="64"/>
                      <a:pt x="1034" y="33"/>
                    </a:cubicBezTo>
                    <a:lnTo>
                      <a:pt x="742" y="7"/>
                    </a:lnTo>
                    <a:lnTo>
                      <a:pt x="742" y="7"/>
                    </a:lnTo>
                    <a:cubicBezTo>
                      <a:pt x="712" y="2"/>
                      <a:pt x="683" y="0"/>
                      <a:pt x="6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20"/>
              <p:cNvSpPr/>
              <p:nvPr/>
            </p:nvSpPr>
            <p:spPr>
              <a:xfrm>
                <a:off x="1722175" y="4257200"/>
                <a:ext cx="28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913" extrusionOk="0">
                    <a:moveTo>
                      <a:pt x="578" y="0"/>
                    </a:moveTo>
                    <a:cubicBezTo>
                      <a:pt x="1" y="0"/>
                      <a:pt x="1" y="912"/>
                      <a:pt x="578" y="912"/>
                    </a:cubicBezTo>
                    <a:cubicBezTo>
                      <a:pt x="1156" y="912"/>
                      <a:pt x="1156" y="0"/>
                      <a:pt x="5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20"/>
              <p:cNvSpPr/>
              <p:nvPr/>
            </p:nvSpPr>
            <p:spPr>
              <a:xfrm>
                <a:off x="1638600" y="4324675"/>
                <a:ext cx="41050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1259" extrusionOk="0">
                    <a:moveTo>
                      <a:pt x="851" y="37"/>
                    </a:moveTo>
                    <a:cubicBezTo>
                      <a:pt x="865" y="37"/>
                      <a:pt x="879" y="38"/>
                      <a:pt x="892" y="41"/>
                    </a:cubicBezTo>
                    <a:lnTo>
                      <a:pt x="892" y="41"/>
                    </a:lnTo>
                    <a:lnTo>
                      <a:pt x="882" y="37"/>
                    </a:lnTo>
                    <a:close/>
                    <a:moveTo>
                      <a:pt x="926" y="1204"/>
                    </a:moveTo>
                    <a:lnTo>
                      <a:pt x="882" y="1222"/>
                    </a:lnTo>
                    <a:lnTo>
                      <a:pt x="730" y="1222"/>
                    </a:lnTo>
                    <a:lnTo>
                      <a:pt x="926" y="1204"/>
                    </a:lnTo>
                    <a:close/>
                    <a:moveTo>
                      <a:pt x="577" y="0"/>
                    </a:moveTo>
                    <a:cubicBezTo>
                      <a:pt x="440" y="0"/>
                      <a:pt x="292" y="83"/>
                      <a:pt x="213" y="189"/>
                    </a:cubicBezTo>
                    <a:cubicBezTo>
                      <a:pt x="91" y="280"/>
                      <a:pt x="0" y="462"/>
                      <a:pt x="0" y="645"/>
                    </a:cubicBezTo>
                    <a:cubicBezTo>
                      <a:pt x="31" y="797"/>
                      <a:pt x="61" y="979"/>
                      <a:pt x="213" y="1070"/>
                    </a:cubicBezTo>
                    <a:cubicBezTo>
                      <a:pt x="319" y="1176"/>
                      <a:pt x="447" y="1258"/>
                      <a:pt x="579" y="1258"/>
                    </a:cubicBezTo>
                    <a:cubicBezTo>
                      <a:pt x="599" y="1258"/>
                      <a:pt x="619" y="1257"/>
                      <a:pt x="639" y="1253"/>
                    </a:cubicBezTo>
                    <a:lnTo>
                      <a:pt x="851" y="1253"/>
                    </a:lnTo>
                    <a:cubicBezTo>
                      <a:pt x="885" y="1236"/>
                      <a:pt x="919" y="1219"/>
                      <a:pt x="953" y="1202"/>
                    </a:cubicBezTo>
                    <a:lnTo>
                      <a:pt x="953" y="1202"/>
                    </a:lnTo>
                    <a:lnTo>
                      <a:pt x="1064" y="1192"/>
                    </a:lnTo>
                    <a:cubicBezTo>
                      <a:pt x="1216" y="1192"/>
                      <a:pt x="1338" y="1161"/>
                      <a:pt x="1459" y="1040"/>
                    </a:cubicBezTo>
                    <a:cubicBezTo>
                      <a:pt x="1581" y="949"/>
                      <a:pt x="1642" y="766"/>
                      <a:pt x="1642" y="614"/>
                    </a:cubicBezTo>
                    <a:cubicBezTo>
                      <a:pt x="1642" y="493"/>
                      <a:pt x="1581" y="310"/>
                      <a:pt x="1459" y="219"/>
                    </a:cubicBezTo>
                    <a:cubicBezTo>
                      <a:pt x="1338" y="98"/>
                      <a:pt x="1216" y="67"/>
                      <a:pt x="1064" y="37"/>
                    </a:cubicBezTo>
                    <a:lnTo>
                      <a:pt x="1064" y="67"/>
                    </a:lnTo>
                    <a:lnTo>
                      <a:pt x="944" y="56"/>
                    </a:lnTo>
                    <a:lnTo>
                      <a:pt x="944" y="56"/>
                    </a:lnTo>
                    <a:cubicBezTo>
                      <a:pt x="927" y="50"/>
                      <a:pt x="910" y="44"/>
                      <a:pt x="892" y="41"/>
                    </a:cubicBezTo>
                    <a:lnTo>
                      <a:pt x="892" y="41"/>
                    </a:lnTo>
                    <a:lnTo>
                      <a:pt x="926" y="55"/>
                    </a:lnTo>
                    <a:lnTo>
                      <a:pt x="926" y="55"/>
                    </a:lnTo>
                    <a:lnTo>
                      <a:pt x="730" y="37"/>
                    </a:lnTo>
                    <a:lnTo>
                      <a:pt x="851" y="37"/>
                    </a:lnTo>
                    <a:cubicBezTo>
                      <a:pt x="791" y="6"/>
                      <a:pt x="730" y="6"/>
                      <a:pt x="639" y="6"/>
                    </a:cubicBezTo>
                    <a:cubicBezTo>
                      <a:pt x="619" y="2"/>
                      <a:pt x="598" y="0"/>
                      <a:pt x="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20"/>
              <p:cNvSpPr/>
              <p:nvPr/>
            </p:nvSpPr>
            <p:spPr>
              <a:xfrm>
                <a:off x="1579325" y="4214650"/>
                <a:ext cx="2815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1490" extrusionOk="0">
                    <a:moveTo>
                      <a:pt x="548" y="0"/>
                    </a:moveTo>
                    <a:cubicBezTo>
                      <a:pt x="244" y="0"/>
                      <a:pt x="31" y="243"/>
                      <a:pt x="0" y="547"/>
                    </a:cubicBezTo>
                    <a:cubicBezTo>
                      <a:pt x="0" y="699"/>
                      <a:pt x="0" y="821"/>
                      <a:pt x="31" y="942"/>
                    </a:cubicBezTo>
                    <a:cubicBezTo>
                      <a:pt x="31" y="1094"/>
                      <a:pt x="61" y="1216"/>
                      <a:pt x="183" y="1307"/>
                    </a:cubicBezTo>
                    <a:cubicBezTo>
                      <a:pt x="274" y="1429"/>
                      <a:pt x="426" y="1489"/>
                      <a:pt x="548" y="1489"/>
                    </a:cubicBezTo>
                    <a:cubicBezTo>
                      <a:pt x="882" y="1459"/>
                      <a:pt x="1064" y="1246"/>
                      <a:pt x="1095" y="942"/>
                    </a:cubicBezTo>
                    <a:cubicBezTo>
                      <a:pt x="1095" y="821"/>
                      <a:pt x="1125" y="669"/>
                      <a:pt x="1125" y="547"/>
                    </a:cubicBezTo>
                    <a:cubicBezTo>
                      <a:pt x="1095" y="395"/>
                      <a:pt x="1064" y="274"/>
                      <a:pt x="943" y="152"/>
                    </a:cubicBezTo>
                    <a:cubicBezTo>
                      <a:pt x="851" y="61"/>
                      <a:pt x="700" y="0"/>
                      <a:pt x="5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20"/>
              <p:cNvSpPr/>
              <p:nvPr/>
            </p:nvSpPr>
            <p:spPr>
              <a:xfrm>
                <a:off x="1644675" y="4281500"/>
                <a:ext cx="205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0" extrusionOk="0">
                    <a:moveTo>
                      <a:pt x="396" y="1"/>
                    </a:moveTo>
                    <a:cubicBezTo>
                      <a:pt x="0" y="1"/>
                      <a:pt x="0" y="639"/>
                      <a:pt x="396" y="639"/>
                    </a:cubicBezTo>
                    <a:cubicBezTo>
                      <a:pt x="821" y="639"/>
                      <a:pt x="821" y="1"/>
                      <a:pt x="3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20"/>
              <p:cNvSpPr/>
              <p:nvPr/>
            </p:nvSpPr>
            <p:spPr>
              <a:xfrm>
                <a:off x="1647725" y="4152325"/>
                <a:ext cx="34975" cy="27375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095" extrusionOk="0">
                    <a:moveTo>
                      <a:pt x="699" y="1"/>
                    </a:moveTo>
                    <a:cubicBezTo>
                      <a:pt x="0" y="1"/>
                      <a:pt x="0" y="1095"/>
                      <a:pt x="699" y="1095"/>
                    </a:cubicBezTo>
                    <a:cubicBezTo>
                      <a:pt x="1398" y="1095"/>
                      <a:pt x="1398" y="1"/>
                      <a:pt x="6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20"/>
              <p:cNvSpPr/>
              <p:nvPr/>
            </p:nvSpPr>
            <p:spPr>
              <a:xfrm>
                <a:off x="1537525" y="4326900"/>
                <a:ext cx="29675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498" extrusionOk="0">
                    <a:moveTo>
                      <a:pt x="593" y="1"/>
                    </a:moveTo>
                    <a:cubicBezTo>
                      <a:pt x="457" y="1"/>
                      <a:pt x="320" y="54"/>
                      <a:pt x="213" y="161"/>
                    </a:cubicBezTo>
                    <a:lnTo>
                      <a:pt x="183" y="161"/>
                    </a:lnTo>
                    <a:cubicBezTo>
                      <a:pt x="31" y="313"/>
                      <a:pt x="1" y="525"/>
                      <a:pt x="31" y="738"/>
                    </a:cubicBezTo>
                    <a:lnTo>
                      <a:pt x="31" y="616"/>
                    </a:lnTo>
                    <a:lnTo>
                      <a:pt x="61" y="951"/>
                    </a:lnTo>
                    <a:cubicBezTo>
                      <a:pt x="61" y="1103"/>
                      <a:pt x="122" y="1224"/>
                      <a:pt x="213" y="1346"/>
                    </a:cubicBezTo>
                    <a:cubicBezTo>
                      <a:pt x="305" y="1437"/>
                      <a:pt x="457" y="1498"/>
                      <a:pt x="609" y="1498"/>
                    </a:cubicBezTo>
                    <a:cubicBezTo>
                      <a:pt x="730" y="1498"/>
                      <a:pt x="882" y="1437"/>
                      <a:pt x="973" y="1346"/>
                    </a:cubicBezTo>
                    <a:cubicBezTo>
                      <a:pt x="1065" y="1224"/>
                      <a:pt x="1125" y="1103"/>
                      <a:pt x="1125" y="951"/>
                    </a:cubicBezTo>
                    <a:lnTo>
                      <a:pt x="1144" y="750"/>
                    </a:lnTo>
                    <a:lnTo>
                      <a:pt x="1144" y="750"/>
                    </a:lnTo>
                    <a:lnTo>
                      <a:pt x="1156" y="738"/>
                    </a:lnTo>
                    <a:cubicBezTo>
                      <a:pt x="1186" y="556"/>
                      <a:pt x="1156" y="313"/>
                      <a:pt x="1004" y="161"/>
                    </a:cubicBezTo>
                    <a:lnTo>
                      <a:pt x="973" y="161"/>
                    </a:lnTo>
                    <a:cubicBezTo>
                      <a:pt x="867" y="54"/>
                      <a:pt x="730" y="1"/>
                      <a:pt x="59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20"/>
              <p:cNvSpPr/>
              <p:nvPr/>
            </p:nvSpPr>
            <p:spPr>
              <a:xfrm>
                <a:off x="1704700" y="4362050"/>
                <a:ext cx="228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31" extrusionOk="0">
                    <a:moveTo>
                      <a:pt x="457" y="1"/>
                    </a:moveTo>
                    <a:cubicBezTo>
                      <a:pt x="1" y="1"/>
                      <a:pt x="1" y="730"/>
                      <a:pt x="457" y="730"/>
                    </a:cubicBezTo>
                    <a:cubicBezTo>
                      <a:pt x="913" y="730"/>
                      <a:pt x="913" y="1"/>
                      <a:pt x="4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20"/>
              <p:cNvSpPr/>
              <p:nvPr/>
            </p:nvSpPr>
            <p:spPr>
              <a:xfrm>
                <a:off x="1862000" y="4406125"/>
                <a:ext cx="167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18" extrusionOk="0">
                    <a:moveTo>
                      <a:pt x="335" y="1"/>
                    </a:moveTo>
                    <a:cubicBezTo>
                      <a:pt x="1" y="1"/>
                      <a:pt x="1" y="517"/>
                      <a:pt x="335" y="517"/>
                    </a:cubicBezTo>
                    <a:cubicBezTo>
                      <a:pt x="669" y="517"/>
                      <a:pt x="669" y="1"/>
                      <a:pt x="3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20"/>
              <p:cNvSpPr/>
              <p:nvPr/>
            </p:nvSpPr>
            <p:spPr>
              <a:xfrm>
                <a:off x="1889350" y="4228700"/>
                <a:ext cx="2360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234" extrusionOk="0">
                    <a:moveTo>
                      <a:pt x="472" y="0"/>
                    </a:moveTo>
                    <a:cubicBezTo>
                      <a:pt x="312" y="0"/>
                      <a:pt x="153" y="76"/>
                      <a:pt x="92" y="228"/>
                    </a:cubicBezTo>
                    <a:cubicBezTo>
                      <a:pt x="31" y="289"/>
                      <a:pt x="31" y="380"/>
                      <a:pt x="1" y="471"/>
                    </a:cubicBezTo>
                    <a:cubicBezTo>
                      <a:pt x="1" y="502"/>
                      <a:pt x="1" y="532"/>
                      <a:pt x="1" y="593"/>
                    </a:cubicBezTo>
                    <a:cubicBezTo>
                      <a:pt x="1" y="654"/>
                      <a:pt x="1" y="715"/>
                      <a:pt x="1" y="775"/>
                    </a:cubicBezTo>
                    <a:cubicBezTo>
                      <a:pt x="30" y="1005"/>
                      <a:pt x="193" y="1234"/>
                      <a:pt x="441" y="1234"/>
                    </a:cubicBezTo>
                    <a:cubicBezTo>
                      <a:pt x="456" y="1234"/>
                      <a:pt x="472" y="1233"/>
                      <a:pt x="487" y="1231"/>
                    </a:cubicBezTo>
                    <a:cubicBezTo>
                      <a:pt x="730" y="1231"/>
                      <a:pt x="913" y="1049"/>
                      <a:pt x="943" y="775"/>
                    </a:cubicBezTo>
                    <a:lnTo>
                      <a:pt x="913" y="775"/>
                    </a:lnTo>
                    <a:cubicBezTo>
                      <a:pt x="913" y="715"/>
                      <a:pt x="943" y="654"/>
                      <a:pt x="943" y="593"/>
                    </a:cubicBezTo>
                    <a:cubicBezTo>
                      <a:pt x="943" y="563"/>
                      <a:pt x="943" y="502"/>
                      <a:pt x="913" y="471"/>
                    </a:cubicBezTo>
                    <a:cubicBezTo>
                      <a:pt x="913" y="380"/>
                      <a:pt x="882" y="319"/>
                      <a:pt x="852" y="228"/>
                    </a:cubicBezTo>
                    <a:cubicBezTo>
                      <a:pt x="791" y="76"/>
                      <a:pt x="632" y="0"/>
                      <a:pt x="47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20"/>
              <p:cNvSpPr/>
              <p:nvPr/>
            </p:nvSpPr>
            <p:spPr>
              <a:xfrm>
                <a:off x="1948625" y="4338500"/>
                <a:ext cx="27375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399" extrusionOk="0">
                    <a:moveTo>
                      <a:pt x="548" y="0"/>
                    </a:moveTo>
                    <a:cubicBezTo>
                      <a:pt x="335" y="31"/>
                      <a:pt x="122" y="183"/>
                      <a:pt x="62" y="396"/>
                    </a:cubicBezTo>
                    <a:cubicBezTo>
                      <a:pt x="1" y="548"/>
                      <a:pt x="31" y="730"/>
                      <a:pt x="62" y="912"/>
                    </a:cubicBezTo>
                    <a:cubicBezTo>
                      <a:pt x="62" y="1034"/>
                      <a:pt x="92" y="1156"/>
                      <a:pt x="214" y="1277"/>
                    </a:cubicBezTo>
                    <a:cubicBezTo>
                      <a:pt x="305" y="1338"/>
                      <a:pt x="426" y="1399"/>
                      <a:pt x="548" y="1399"/>
                    </a:cubicBezTo>
                    <a:cubicBezTo>
                      <a:pt x="852" y="1399"/>
                      <a:pt x="1034" y="1186"/>
                      <a:pt x="1065" y="912"/>
                    </a:cubicBezTo>
                    <a:cubicBezTo>
                      <a:pt x="1065" y="730"/>
                      <a:pt x="1095" y="548"/>
                      <a:pt x="1065" y="396"/>
                    </a:cubicBezTo>
                    <a:cubicBezTo>
                      <a:pt x="973" y="183"/>
                      <a:pt x="791" y="0"/>
                      <a:pt x="5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Google Shape;2900;p20"/>
              <p:cNvSpPr/>
              <p:nvPr/>
            </p:nvSpPr>
            <p:spPr>
              <a:xfrm>
                <a:off x="1886325" y="4441850"/>
                <a:ext cx="29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943" extrusionOk="0">
                    <a:moveTo>
                      <a:pt x="578" y="0"/>
                    </a:moveTo>
                    <a:cubicBezTo>
                      <a:pt x="0" y="0"/>
                      <a:pt x="0" y="943"/>
                      <a:pt x="578" y="943"/>
                    </a:cubicBezTo>
                    <a:cubicBezTo>
                      <a:pt x="1186" y="943"/>
                      <a:pt x="1186" y="0"/>
                      <a:pt x="5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Google Shape;2901;p20"/>
              <p:cNvSpPr/>
              <p:nvPr/>
            </p:nvSpPr>
            <p:spPr>
              <a:xfrm>
                <a:off x="1745750" y="4380475"/>
                <a:ext cx="2510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898" extrusionOk="0">
                    <a:moveTo>
                      <a:pt x="559" y="1"/>
                    </a:moveTo>
                    <a:cubicBezTo>
                      <a:pt x="517" y="1"/>
                      <a:pt x="471" y="8"/>
                      <a:pt x="426" y="24"/>
                    </a:cubicBezTo>
                    <a:lnTo>
                      <a:pt x="334" y="54"/>
                    </a:lnTo>
                    <a:cubicBezTo>
                      <a:pt x="243" y="84"/>
                      <a:pt x="182" y="115"/>
                      <a:pt x="122" y="145"/>
                    </a:cubicBezTo>
                    <a:cubicBezTo>
                      <a:pt x="91" y="206"/>
                      <a:pt x="61" y="267"/>
                      <a:pt x="30" y="358"/>
                    </a:cubicBezTo>
                    <a:cubicBezTo>
                      <a:pt x="0" y="449"/>
                      <a:pt x="0" y="449"/>
                      <a:pt x="30" y="571"/>
                    </a:cubicBezTo>
                    <a:cubicBezTo>
                      <a:pt x="61" y="632"/>
                      <a:pt x="91" y="692"/>
                      <a:pt x="122" y="753"/>
                    </a:cubicBezTo>
                    <a:cubicBezTo>
                      <a:pt x="182" y="814"/>
                      <a:pt x="243" y="844"/>
                      <a:pt x="334" y="844"/>
                    </a:cubicBezTo>
                    <a:lnTo>
                      <a:pt x="426" y="875"/>
                    </a:lnTo>
                    <a:cubicBezTo>
                      <a:pt x="471" y="890"/>
                      <a:pt x="517" y="898"/>
                      <a:pt x="559" y="898"/>
                    </a:cubicBezTo>
                    <a:cubicBezTo>
                      <a:pt x="600" y="898"/>
                      <a:pt x="638" y="890"/>
                      <a:pt x="669" y="875"/>
                    </a:cubicBezTo>
                    <a:cubicBezTo>
                      <a:pt x="760" y="844"/>
                      <a:pt x="821" y="814"/>
                      <a:pt x="882" y="753"/>
                    </a:cubicBezTo>
                    <a:cubicBezTo>
                      <a:pt x="942" y="692"/>
                      <a:pt x="1003" y="571"/>
                      <a:pt x="1003" y="449"/>
                    </a:cubicBezTo>
                    <a:cubicBezTo>
                      <a:pt x="1003" y="328"/>
                      <a:pt x="942" y="206"/>
                      <a:pt x="882" y="145"/>
                    </a:cubicBezTo>
                    <a:cubicBezTo>
                      <a:pt x="821" y="84"/>
                      <a:pt x="760" y="54"/>
                      <a:pt x="669" y="24"/>
                    </a:cubicBezTo>
                    <a:cubicBezTo>
                      <a:pt x="638" y="8"/>
                      <a:pt x="600" y="1"/>
                      <a:pt x="5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Google Shape;2902;p20"/>
              <p:cNvSpPr/>
              <p:nvPr/>
            </p:nvSpPr>
            <p:spPr>
              <a:xfrm>
                <a:off x="1786775" y="4239725"/>
                <a:ext cx="28150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852" extrusionOk="0">
                    <a:moveTo>
                      <a:pt x="548" y="0"/>
                    </a:moveTo>
                    <a:cubicBezTo>
                      <a:pt x="0" y="0"/>
                      <a:pt x="0" y="851"/>
                      <a:pt x="548" y="851"/>
                    </a:cubicBezTo>
                    <a:cubicBezTo>
                      <a:pt x="1125" y="851"/>
                      <a:pt x="1125" y="0"/>
                      <a:pt x="5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Google Shape;2903;p20"/>
              <p:cNvSpPr/>
              <p:nvPr/>
            </p:nvSpPr>
            <p:spPr>
              <a:xfrm>
                <a:off x="1842250" y="4155375"/>
                <a:ext cx="26625" cy="26600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64" extrusionOk="0">
                    <a:moveTo>
                      <a:pt x="517" y="0"/>
                    </a:moveTo>
                    <a:cubicBezTo>
                      <a:pt x="395" y="0"/>
                      <a:pt x="243" y="61"/>
                      <a:pt x="152" y="152"/>
                    </a:cubicBezTo>
                    <a:cubicBezTo>
                      <a:pt x="92" y="213"/>
                      <a:pt x="61" y="243"/>
                      <a:pt x="31" y="335"/>
                    </a:cubicBezTo>
                    <a:cubicBezTo>
                      <a:pt x="0" y="395"/>
                      <a:pt x="0" y="456"/>
                      <a:pt x="0" y="517"/>
                    </a:cubicBezTo>
                    <a:cubicBezTo>
                      <a:pt x="0" y="669"/>
                      <a:pt x="61" y="790"/>
                      <a:pt x="152" y="882"/>
                    </a:cubicBezTo>
                    <a:cubicBezTo>
                      <a:pt x="274" y="1003"/>
                      <a:pt x="395" y="1064"/>
                      <a:pt x="517" y="1064"/>
                    </a:cubicBezTo>
                    <a:cubicBezTo>
                      <a:pt x="669" y="1064"/>
                      <a:pt x="791" y="1003"/>
                      <a:pt x="882" y="882"/>
                    </a:cubicBezTo>
                    <a:cubicBezTo>
                      <a:pt x="943" y="851"/>
                      <a:pt x="973" y="790"/>
                      <a:pt x="1003" y="730"/>
                    </a:cubicBezTo>
                    <a:cubicBezTo>
                      <a:pt x="1034" y="669"/>
                      <a:pt x="1064" y="608"/>
                      <a:pt x="1064" y="517"/>
                    </a:cubicBezTo>
                    <a:cubicBezTo>
                      <a:pt x="1034" y="395"/>
                      <a:pt x="1003" y="243"/>
                      <a:pt x="882" y="152"/>
                    </a:cubicBezTo>
                    <a:cubicBezTo>
                      <a:pt x="791" y="61"/>
                      <a:pt x="669" y="0"/>
                      <a:pt x="5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20"/>
              <p:cNvSpPr/>
              <p:nvPr/>
            </p:nvSpPr>
            <p:spPr>
              <a:xfrm>
                <a:off x="1740425" y="4040625"/>
                <a:ext cx="4790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490" extrusionOk="0">
                    <a:moveTo>
                      <a:pt x="943" y="0"/>
                    </a:moveTo>
                    <a:cubicBezTo>
                      <a:pt x="0" y="0"/>
                      <a:pt x="0" y="1490"/>
                      <a:pt x="943" y="1490"/>
                    </a:cubicBezTo>
                    <a:cubicBezTo>
                      <a:pt x="1915" y="1490"/>
                      <a:pt x="1915" y="0"/>
                      <a:pt x="9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20"/>
              <p:cNvSpPr/>
              <p:nvPr/>
            </p:nvSpPr>
            <p:spPr>
              <a:xfrm>
                <a:off x="1673550" y="4226800"/>
                <a:ext cx="258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1" extrusionOk="0">
                    <a:moveTo>
                      <a:pt x="517" y="0"/>
                    </a:moveTo>
                    <a:cubicBezTo>
                      <a:pt x="0" y="0"/>
                      <a:pt x="0" y="791"/>
                      <a:pt x="517" y="791"/>
                    </a:cubicBezTo>
                    <a:cubicBezTo>
                      <a:pt x="1034" y="79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20"/>
              <p:cNvSpPr/>
              <p:nvPr/>
            </p:nvSpPr>
            <p:spPr>
              <a:xfrm>
                <a:off x="1740425" y="4324825"/>
                <a:ext cx="20525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1" h="639" extrusionOk="0">
                    <a:moveTo>
                      <a:pt x="395" y="0"/>
                    </a:moveTo>
                    <a:cubicBezTo>
                      <a:pt x="0" y="0"/>
                      <a:pt x="0" y="639"/>
                      <a:pt x="395" y="639"/>
                    </a:cubicBezTo>
                    <a:cubicBezTo>
                      <a:pt x="821" y="639"/>
                      <a:pt x="821" y="0"/>
                      <a:pt x="3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20"/>
              <p:cNvSpPr/>
              <p:nvPr/>
            </p:nvSpPr>
            <p:spPr>
              <a:xfrm>
                <a:off x="1908350" y="4286150"/>
                <a:ext cx="20550" cy="199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96" extrusionOk="0">
                    <a:moveTo>
                      <a:pt x="409" y="0"/>
                    </a:moveTo>
                    <a:cubicBezTo>
                      <a:pt x="345" y="0"/>
                      <a:pt x="285" y="17"/>
                      <a:pt x="244" y="58"/>
                    </a:cubicBezTo>
                    <a:cubicBezTo>
                      <a:pt x="214" y="88"/>
                      <a:pt x="214" y="88"/>
                      <a:pt x="183" y="88"/>
                    </a:cubicBezTo>
                    <a:cubicBezTo>
                      <a:pt x="122" y="119"/>
                      <a:pt x="92" y="180"/>
                      <a:pt x="62" y="240"/>
                    </a:cubicBezTo>
                    <a:cubicBezTo>
                      <a:pt x="31" y="271"/>
                      <a:pt x="1" y="332"/>
                      <a:pt x="1" y="392"/>
                    </a:cubicBezTo>
                    <a:cubicBezTo>
                      <a:pt x="1" y="453"/>
                      <a:pt x="31" y="514"/>
                      <a:pt x="62" y="575"/>
                    </a:cubicBezTo>
                    <a:cubicBezTo>
                      <a:pt x="92" y="635"/>
                      <a:pt x="122" y="666"/>
                      <a:pt x="183" y="696"/>
                    </a:cubicBezTo>
                    <a:cubicBezTo>
                      <a:pt x="183" y="727"/>
                      <a:pt x="214" y="727"/>
                      <a:pt x="244" y="727"/>
                    </a:cubicBezTo>
                    <a:cubicBezTo>
                      <a:pt x="305" y="772"/>
                      <a:pt x="373" y="795"/>
                      <a:pt x="441" y="795"/>
                    </a:cubicBezTo>
                    <a:cubicBezTo>
                      <a:pt x="510" y="795"/>
                      <a:pt x="578" y="772"/>
                      <a:pt x="639" y="727"/>
                    </a:cubicBezTo>
                    <a:cubicBezTo>
                      <a:pt x="761" y="666"/>
                      <a:pt x="821" y="544"/>
                      <a:pt x="821" y="392"/>
                    </a:cubicBezTo>
                    <a:cubicBezTo>
                      <a:pt x="821" y="271"/>
                      <a:pt x="761" y="119"/>
                      <a:pt x="639" y="58"/>
                    </a:cubicBezTo>
                    <a:cubicBezTo>
                      <a:pt x="572" y="25"/>
                      <a:pt x="487" y="0"/>
                      <a:pt x="4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20"/>
              <p:cNvSpPr/>
              <p:nvPr/>
            </p:nvSpPr>
            <p:spPr>
              <a:xfrm>
                <a:off x="1878725" y="4359025"/>
                <a:ext cx="2585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21" extrusionOk="0">
                    <a:moveTo>
                      <a:pt x="517" y="0"/>
                    </a:moveTo>
                    <a:cubicBezTo>
                      <a:pt x="0" y="0"/>
                      <a:pt x="0" y="821"/>
                      <a:pt x="517" y="821"/>
                    </a:cubicBezTo>
                    <a:cubicBezTo>
                      <a:pt x="1034" y="82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20"/>
              <p:cNvSpPr/>
              <p:nvPr/>
            </p:nvSpPr>
            <p:spPr>
              <a:xfrm>
                <a:off x="1822500" y="435672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0" y="609"/>
                      <a:pt x="790" y="1"/>
                      <a:pt x="3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Google Shape;2910;p20"/>
              <p:cNvSpPr/>
              <p:nvPr/>
            </p:nvSpPr>
            <p:spPr>
              <a:xfrm>
                <a:off x="1796650" y="4400050"/>
                <a:ext cx="2587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822" extrusionOk="0">
                    <a:moveTo>
                      <a:pt x="517" y="1"/>
                    </a:moveTo>
                    <a:cubicBezTo>
                      <a:pt x="1" y="1"/>
                      <a:pt x="1" y="821"/>
                      <a:pt x="517" y="821"/>
                    </a:cubicBezTo>
                    <a:cubicBezTo>
                      <a:pt x="1034" y="821"/>
                      <a:pt x="1034" y="1"/>
                      <a:pt x="5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20"/>
              <p:cNvSpPr/>
              <p:nvPr/>
            </p:nvSpPr>
            <p:spPr>
              <a:xfrm>
                <a:off x="1703175" y="4423600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44" y="1"/>
                    </a:moveTo>
                    <a:cubicBezTo>
                      <a:pt x="1" y="1"/>
                      <a:pt x="1" y="396"/>
                      <a:pt x="244" y="396"/>
                    </a:cubicBezTo>
                    <a:cubicBezTo>
                      <a:pt x="518" y="396"/>
                      <a:pt x="518" y="1"/>
                      <a:pt x="2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20"/>
              <p:cNvSpPr/>
              <p:nvPr/>
            </p:nvSpPr>
            <p:spPr>
              <a:xfrm>
                <a:off x="1645425" y="4391700"/>
                <a:ext cx="1902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730" extrusionOk="0">
                    <a:moveTo>
                      <a:pt x="366" y="0"/>
                    </a:moveTo>
                    <a:cubicBezTo>
                      <a:pt x="274" y="0"/>
                      <a:pt x="183" y="61"/>
                      <a:pt x="122" y="122"/>
                    </a:cubicBezTo>
                    <a:cubicBezTo>
                      <a:pt x="31" y="183"/>
                      <a:pt x="1" y="274"/>
                      <a:pt x="1" y="365"/>
                    </a:cubicBezTo>
                    <a:cubicBezTo>
                      <a:pt x="1" y="456"/>
                      <a:pt x="31" y="578"/>
                      <a:pt x="122" y="638"/>
                    </a:cubicBezTo>
                    <a:cubicBezTo>
                      <a:pt x="183" y="699"/>
                      <a:pt x="274" y="730"/>
                      <a:pt x="366" y="730"/>
                    </a:cubicBezTo>
                    <a:cubicBezTo>
                      <a:pt x="457" y="730"/>
                      <a:pt x="578" y="699"/>
                      <a:pt x="639" y="638"/>
                    </a:cubicBezTo>
                    <a:cubicBezTo>
                      <a:pt x="700" y="578"/>
                      <a:pt x="761" y="456"/>
                      <a:pt x="730" y="365"/>
                    </a:cubicBezTo>
                    <a:cubicBezTo>
                      <a:pt x="730" y="274"/>
                      <a:pt x="700" y="183"/>
                      <a:pt x="639" y="122"/>
                    </a:cubicBezTo>
                    <a:cubicBezTo>
                      <a:pt x="548" y="31"/>
                      <a:pt x="487" y="0"/>
                      <a:pt x="3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Google Shape;2913;p20"/>
              <p:cNvSpPr/>
              <p:nvPr/>
            </p:nvSpPr>
            <p:spPr>
              <a:xfrm>
                <a:off x="1563375" y="4405375"/>
                <a:ext cx="19000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730" extrusionOk="0">
                    <a:moveTo>
                      <a:pt x="365" y="0"/>
                    </a:moveTo>
                    <a:cubicBezTo>
                      <a:pt x="274" y="0"/>
                      <a:pt x="182" y="61"/>
                      <a:pt x="122" y="122"/>
                    </a:cubicBezTo>
                    <a:cubicBezTo>
                      <a:pt x="31" y="183"/>
                      <a:pt x="0" y="274"/>
                      <a:pt x="0" y="365"/>
                    </a:cubicBezTo>
                    <a:cubicBezTo>
                      <a:pt x="0" y="456"/>
                      <a:pt x="31" y="578"/>
                      <a:pt x="122" y="639"/>
                    </a:cubicBezTo>
                    <a:cubicBezTo>
                      <a:pt x="182" y="699"/>
                      <a:pt x="274" y="730"/>
                      <a:pt x="365" y="730"/>
                    </a:cubicBezTo>
                    <a:cubicBezTo>
                      <a:pt x="456" y="730"/>
                      <a:pt x="578" y="699"/>
                      <a:pt x="638" y="639"/>
                    </a:cubicBezTo>
                    <a:cubicBezTo>
                      <a:pt x="699" y="578"/>
                      <a:pt x="760" y="456"/>
                      <a:pt x="730" y="365"/>
                    </a:cubicBezTo>
                    <a:cubicBezTo>
                      <a:pt x="730" y="274"/>
                      <a:pt x="699" y="183"/>
                      <a:pt x="638" y="122"/>
                    </a:cubicBezTo>
                    <a:cubicBezTo>
                      <a:pt x="578" y="31"/>
                      <a:pt x="486" y="0"/>
                      <a:pt x="3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20"/>
              <p:cNvSpPr/>
              <p:nvPr/>
            </p:nvSpPr>
            <p:spPr>
              <a:xfrm>
                <a:off x="1442550" y="4379950"/>
                <a:ext cx="27375" cy="231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927" extrusionOk="0">
                    <a:moveTo>
                      <a:pt x="608" y="1"/>
                    </a:moveTo>
                    <a:cubicBezTo>
                      <a:pt x="588" y="1"/>
                      <a:pt x="568" y="4"/>
                      <a:pt x="547" y="14"/>
                    </a:cubicBezTo>
                    <a:lnTo>
                      <a:pt x="456" y="14"/>
                    </a:lnTo>
                    <a:cubicBezTo>
                      <a:pt x="395" y="14"/>
                      <a:pt x="335" y="14"/>
                      <a:pt x="304" y="45"/>
                    </a:cubicBezTo>
                    <a:cubicBezTo>
                      <a:pt x="243" y="75"/>
                      <a:pt x="183" y="105"/>
                      <a:pt x="152" y="136"/>
                    </a:cubicBezTo>
                    <a:cubicBezTo>
                      <a:pt x="61" y="227"/>
                      <a:pt x="0" y="349"/>
                      <a:pt x="31" y="470"/>
                    </a:cubicBezTo>
                    <a:cubicBezTo>
                      <a:pt x="31" y="592"/>
                      <a:pt x="61" y="713"/>
                      <a:pt x="152" y="805"/>
                    </a:cubicBezTo>
                    <a:lnTo>
                      <a:pt x="243" y="865"/>
                    </a:lnTo>
                    <a:cubicBezTo>
                      <a:pt x="304" y="896"/>
                      <a:pt x="395" y="926"/>
                      <a:pt x="456" y="926"/>
                    </a:cubicBezTo>
                    <a:lnTo>
                      <a:pt x="730" y="926"/>
                    </a:lnTo>
                    <a:lnTo>
                      <a:pt x="851" y="865"/>
                    </a:lnTo>
                    <a:cubicBezTo>
                      <a:pt x="912" y="835"/>
                      <a:pt x="942" y="805"/>
                      <a:pt x="973" y="744"/>
                    </a:cubicBezTo>
                    <a:cubicBezTo>
                      <a:pt x="1034" y="683"/>
                      <a:pt x="1094" y="561"/>
                      <a:pt x="1064" y="470"/>
                    </a:cubicBezTo>
                    <a:cubicBezTo>
                      <a:pt x="1064" y="379"/>
                      <a:pt x="1064" y="318"/>
                      <a:pt x="1003" y="227"/>
                    </a:cubicBezTo>
                    <a:cubicBezTo>
                      <a:pt x="973" y="136"/>
                      <a:pt x="851" y="75"/>
                      <a:pt x="730" y="14"/>
                    </a:cubicBezTo>
                    <a:cubicBezTo>
                      <a:pt x="689" y="14"/>
                      <a:pt x="649" y="1"/>
                      <a:pt x="60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20"/>
              <p:cNvSpPr/>
              <p:nvPr/>
            </p:nvSpPr>
            <p:spPr>
              <a:xfrm>
                <a:off x="1448625" y="4254350"/>
                <a:ext cx="26625" cy="264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57" extrusionOk="0">
                    <a:moveTo>
                      <a:pt x="441" y="0"/>
                    </a:moveTo>
                    <a:cubicBezTo>
                      <a:pt x="403" y="0"/>
                      <a:pt x="365" y="8"/>
                      <a:pt x="335" y="23"/>
                    </a:cubicBezTo>
                    <a:cubicBezTo>
                      <a:pt x="274" y="53"/>
                      <a:pt x="183" y="84"/>
                      <a:pt x="152" y="114"/>
                    </a:cubicBezTo>
                    <a:cubicBezTo>
                      <a:pt x="92" y="175"/>
                      <a:pt x="61" y="236"/>
                      <a:pt x="31" y="327"/>
                    </a:cubicBezTo>
                    <a:cubicBezTo>
                      <a:pt x="0" y="388"/>
                      <a:pt x="31" y="479"/>
                      <a:pt x="31" y="540"/>
                    </a:cubicBezTo>
                    <a:cubicBezTo>
                      <a:pt x="61" y="600"/>
                      <a:pt x="61" y="661"/>
                      <a:pt x="92" y="692"/>
                    </a:cubicBezTo>
                    <a:lnTo>
                      <a:pt x="183" y="813"/>
                    </a:lnTo>
                    <a:cubicBezTo>
                      <a:pt x="244" y="874"/>
                      <a:pt x="274" y="935"/>
                      <a:pt x="365" y="965"/>
                    </a:cubicBezTo>
                    <a:cubicBezTo>
                      <a:pt x="426" y="1026"/>
                      <a:pt x="517" y="1056"/>
                      <a:pt x="578" y="1056"/>
                    </a:cubicBezTo>
                    <a:cubicBezTo>
                      <a:pt x="730" y="1056"/>
                      <a:pt x="821" y="996"/>
                      <a:pt x="912" y="904"/>
                    </a:cubicBezTo>
                    <a:cubicBezTo>
                      <a:pt x="1003" y="813"/>
                      <a:pt x="1064" y="692"/>
                      <a:pt x="1064" y="570"/>
                    </a:cubicBezTo>
                    <a:cubicBezTo>
                      <a:pt x="1064" y="479"/>
                      <a:pt x="1034" y="418"/>
                      <a:pt x="1003" y="327"/>
                    </a:cubicBezTo>
                    <a:cubicBezTo>
                      <a:pt x="943" y="266"/>
                      <a:pt x="882" y="205"/>
                      <a:pt x="821" y="175"/>
                    </a:cubicBezTo>
                    <a:lnTo>
                      <a:pt x="699" y="84"/>
                    </a:lnTo>
                    <a:cubicBezTo>
                      <a:pt x="699" y="84"/>
                      <a:pt x="669" y="53"/>
                      <a:pt x="639" y="53"/>
                    </a:cubicBezTo>
                    <a:cubicBezTo>
                      <a:pt x="608" y="23"/>
                      <a:pt x="578" y="23"/>
                      <a:pt x="547" y="23"/>
                    </a:cubicBezTo>
                    <a:cubicBezTo>
                      <a:pt x="517" y="8"/>
                      <a:pt x="479" y="0"/>
                      <a:pt x="44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20"/>
              <p:cNvSpPr/>
              <p:nvPr/>
            </p:nvSpPr>
            <p:spPr>
              <a:xfrm>
                <a:off x="1602875" y="4293675"/>
                <a:ext cx="30425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943" extrusionOk="0">
                    <a:moveTo>
                      <a:pt x="609" y="0"/>
                    </a:moveTo>
                    <a:cubicBezTo>
                      <a:pt x="1" y="0"/>
                      <a:pt x="1" y="942"/>
                      <a:pt x="609" y="942"/>
                    </a:cubicBezTo>
                    <a:cubicBezTo>
                      <a:pt x="1217" y="942"/>
                      <a:pt x="1217" y="0"/>
                      <a:pt x="6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20"/>
              <p:cNvSpPr/>
              <p:nvPr/>
            </p:nvSpPr>
            <p:spPr>
              <a:xfrm>
                <a:off x="1483575" y="4300500"/>
                <a:ext cx="228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31" extrusionOk="0">
                    <a:moveTo>
                      <a:pt x="456" y="1"/>
                    </a:moveTo>
                    <a:cubicBezTo>
                      <a:pt x="1" y="1"/>
                      <a:pt x="1" y="730"/>
                      <a:pt x="456" y="730"/>
                    </a:cubicBezTo>
                    <a:cubicBezTo>
                      <a:pt x="912" y="730"/>
                      <a:pt x="912" y="1"/>
                      <a:pt x="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20"/>
              <p:cNvSpPr/>
              <p:nvPr/>
            </p:nvSpPr>
            <p:spPr>
              <a:xfrm>
                <a:off x="1498025" y="4364325"/>
                <a:ext cx="12175" cy="91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366" extrusionOk="0">
                    <a:moveTo>
                      <a:pt x="243" y="1"/>
                    </a:moveTo>
                    <a:cubicBezTo>
                      <a:pt x="0" y="1"/>
                      <a:pt x="0" y="366"/>
                      <a:pt x="243" y="366"/>
                    </a:cubicBezTo>
                    <a:cubicBezTo>
                      <a:pt x="486" y="366"/>
                      <a:pt x="486" y="1"/>
                      <a:pt x="2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20"/>
              <p:cNvSpPr/>
              <p:nvPr/>
            </p:nvSpPr>
            <p:spPr>
              <a:xfrm>
                <a:off x="1504100" y="4419050"/>
                <a:ext cx="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" extrusionOk="0">
                    <a:moveTo>
                      <a:pt x="0" y="0"/>
                    </a:moveTo>
                    <a:cubicBezTo>
                      <a:pt x="0" y="0"/>
                      <a:pt x="3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20"/>
              <p:cNvSpPr/>
              <p:nvPr/>
            </p:nvSpPr>
            <p:spPr>
              <a:xfrm>
                <a:off x="1364275" y="4404600"/>
                <a:ext cx="24350" cy="26625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65" extrusionOk="0">
                    <a:moveTo>
                      <a:pt x="487" y="1"/>
                    </a:moveTo>
                    <a:cubicBezTo>
                      <a:pt x="396" y="1"/>
                      <a:pt x="244" y="31"/>
                      <a:pt x="183" y="122"/>
                    </a:cubicBezTo>
                    <a:cubicBezTo>
                      <a:pt x="122" y="214"/>
                      <a:pt x="61" y="274"/>
                      <a:pt x="61" y="366"/>
                    </a:cubicBezTo>
                    <a:lnTo>
                      <a:pt x="31" y="457"/>
                    </a:lnTo>
                    <a:cubicBezTo>
                      <a:pt x="0" y="548"/>
                      <a:pt x="0" y="609"/>
                      <a:pt x="31" y="700"/>
                    </a:cubicBezTo>
                    <a:cubicBezTo>
                      <a:pt x="61" y="791"/>
                      <a:pt x="92" y="852"/>
                      <a:pt x="152" y="913"/>
                    </a:cubicBezTo>
                    <a:cubicBezTo>
                      <a:pt x="244" y="1004"/>
                      <a:pt x="365" y="1065"/>
                      <a:pt x="487" y="1065"/>
                    </a:cubicBezTo>
                    <a:cubicBezTo>
                      <a:pt x="608" y="1065"/>
                      <a:pt x="730" y="1004"/>
                      <a:pt x="821" y="913"/>
                    </a:cubicBezTo>
                    <a:cubicBezTo>
                      <a:pt x="882" y="852"/>
                      <a:pt x="943" y="791"/>
                      <a:pt x="943" y="700"/>
                    </a:cubicBezTo>
                    <a:cubicBezTo>
                      <a:pt x="973" y="639"/>
                      <a:pt x="973" y="548"/>
                      <a:pt x="943" y="457"/>
                    </a:cubicBezTo>
                    <a:lnTo>
                      <a:pt x="943" y="366"/>
                    </a:lnTo>
                    <a:cubicBezTo>
                      <a:pt x="912" y="274"/>
                      <a:pt x="882" y="214"/>
                      <a:pt x="821" y="122"/>
                    </a:cubicBezTo>
                    <a:cubicBezTo>
                      <a:pt x="760" y="92"/>
                      <a:pt x="730" y="62"/>
                      <a:pt x="669" y="31"/>
                    </a:cubicBezTo>
                    <a:cubicBezTo>
                      <a:pt x="608" y="1"/>
                      <a:pt x="548" y="1"/>
                      <a:pt x="4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20"/>
              <p:cNvSpPr/>
              <p:nvPr/>
            </p:nvSpPr>
            <p:spPr>
              <a:xfrm>
                <a:off x="1339200" y="4316475"/>
                <a:ext cx="28900" cy="228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912" extrusionOk="0">
                    <a:moveTo>
                      <a:pt x="578" y="0"/>
                    </a:moveTo>
                    <a:cubicBezTo>
                      <a:pt x="0" y="0"/>
                      <a:pt x="0" y="912"/>
                      <a:pt x="578" y="912"/>
                    </a:cubicBezTo>
                    <a:cubicBezTo>
                      <a:pt x="1155" y="912"/>
                      <a:pt x="1155" y="0"/>
                      <a:pt x="5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20"/>
              <p:cNvSpPr/>
              <p:nvPr/>
            </p:nvSpPr>
            <p:spPr>
              <a:xfrm>
                <a:off x="1409875" y="4352600"/>
                <a:ext cx="24325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940" extrusionOk="0">
                    <a:moveTo>
                      <a:pt x="487" y="0"/>
                    </a:moveTo>
                    <a:cubicBezTo>
                      <a:pt x="466" y="0"/>
                      <a:pt x="446" y="4"/>
                      <a:pt x="426" y="14"/>
                    </a:cubicBezTo>
                    <a:cubicBezTo>
                      <a:pt x="395" y="14"/>
                      <a:pt x="365" y="14"/>
                      <a:pt x="304" y="44"/>
                    </a:cubicBezTo>
                    <a:cubicBezTo>
                      <a:pt x="274" y="75"/>
                      <a:pt x="213" y="105"/>
                      <a:pt x="183" y="136"/>
                    </a:cubicBezTo>
                    <a:cubicBezTo>
                      <a:pt x="91" y="227"/>
                      <a:pt x="0" y="348"/>
                      <a:pt x="0" y="470"/>
                    </a:cubicBezTo>
                    <a:cubicBezTo>
                      <a:pt x="0" y="622"/>
                      <a:pt x="61" y="713"/>
                      <a:pt x="183" y="804"/>
                    </a:cubicBezTo>
                    <a:cubicBezTo>
                      <a:pt x="213" y="865"/>
                      <a:pt x="304" y="895"/>
                      <a:pt x="365" y="926"/>
                    </a:cubicBezTo>
                    <a:cubicBezTo>
                      <a:pt x="405" y="926"/>
                      <a:pt x="446" y="939"/>
                      <a:pt x="487" y="939"/>
                    </a:cubicBezTo>
                    <a:cubicBezTo>
                      <a:pt x="507" y="939"/>
                      <a:pt x="527" y="936"/>
                      <a:pt x="547" y="926"/>
                    </a:cubicBezTo>
                    <a:cubicBezTo>
                      <a:pt x="608" y="926"/>
                      <a:pt x="638" y="926"/>
                      <a:pt x="669" y="895"/>
                    </a:cubicBezTo>
                    <a:cubicBezTo>
                      <a:pt x="730" y="895"/>
                      <a:pt x="760" y="865"/>
                      <a:pt x="790" y="835"/>
                    </a:cubicBezTo>
                    <a:cubicBezTo>
                      <a:pt x="821" y="804"/>
                      <a:pt x="851" y="774"/>
                      <a:pt x="851" y="743"/>
                    </a:cubicBezTo>
                    <a:cubicBezTo>
                      <a:pt x="912" y="683"/>
                      <a:pt x="973" y="561"/>
                      <a:pt x="973" y="470"/>
                    </a:cubicBezTo>
                    <a:cubicBezTo>
                      <a:pt x="973" y="379"/>
                      <a:pt x="942" y="318"/>
                      <a:pt x="912" y="227"/>
                    </a:cubicBezTo>
                    <a:cubicBezTo>
                      <a:pt x="851" y="166"/>
                      <a:pt x="790" y="105"/>
                      <a:pt x="730" y="75"/>
                    </a:cubicBezTo>
                    <a:lnTo>
                      <a:pt x="608" y="14"/>
                    </a:lnTo>
                    <a:cubicBezTo>
                      <a:pt x="568" y="14"/>
                      <a:pt x="527" y="0"/>
                      <a:pt x="4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20"/>
              <p:cNvSpPr/>
              <p:nvPr/>
            </p:nvSpPr>
            <p:spPr>
              <a:xfrm>
                <a:off x="1526900" y="4417525"/>
                <a:ext cx="27375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852" extrusionOk="0">
                    <a:moveTo>
                      <a:pt x="547" y="1"/>
                    </a:moveTo>
                    <a:cubicBezTo>
                      <a:pt x="0" y="1"/>
                      <a:pt x="0" y="852"/>
                      <a:pt x="547" y="852"/>
                    </a:cubicBezTo>
                    <a:cubicBezTo>
                      <a:pt x="1094" y="852"/>
                      <a:pt x="1094" y="1"/>
                      <a:pt x="5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20"/>
              <p:cNvSpPr/>
              <p:nvPr/>
            </p:nvSpPr>
            <p:spPr>
              <a:xfrm>
                <a:off x="1322475" y="4389925"/>
                <a:ext cx="22075" cy="24325"/>
              </a:xfrm>
              <a:custGeom>
                <a:avLst/>
                <a:gdLst/>
                <a:ahLst/>
                <a:cxnLst/>
                <a:rect l="l" t="t" r="r" b="b"/>
                <a:pathLst>
                  <a:path w="883" h="973" extrusionOk="0">
                    <a:moveTo>
                      <a:pt x="355" y="1"/>
                    </a:moveTo>
                    <a:cubicBezTo>
                      <a:pt x="294" y="1"/>
                      <a:pt x="233" y="16"/>
                      <a:pt x="183" y="41"/>
                    </a:cubicBezTo>
                    <a:cubicBezTo>
                      <a:pt x="61" y="132"/>
                      <a:pt x="1" y="254"/>
                      <a:pt x="31" y="406"/>
                    </a:cubicBezTo>
                    <a:cubicBezTo>
                      <a:pt x="61" y="497"/>
                      <a:pt x="92" y="558"/>
                      <a:pt x="122" y="649"/>
                    </a:cubicBezTo>
                    <a:lnTo>
                      <a:pt x="213" y="801"/>
                    </a:lnTo>
                    <a:cubicBezTo>
                      <a:pt x="252" y="918"/>
                      <a:pt x="379" y="972"/>
                      <a:pt x="497" y="972"/>
                    </a:cubicBezTo>
                    <a:cubicBezTo>
                      <a:pt x="563" y="972"/>
                      <a:pt x="626" y="955"/>
                      <a:pt x="669" y="922"/>
                    </a:cubicBezTo>
                    <a:cubicBezTo>
                      <a:pt x="852" y="831"/>
                      <a:pt x="882" y="618"/>
                      <a:pt x="791" y="466"/>
                    </a:cubicBezTo>
                    <a:lnTo>
                      <a:pt x="821" y="466"/>
                    </a:lnTo>
                    <a:cubicBezTo>
                      <a:pt x="730" y="345"/>
                      <a:pt x="669" y="193"/>
                      <a:pt x="578" y="102"/>
                    </a:cubicBezTo>
                    <a:cubicBezTo>
                      <a:pt x="525" y="30"/>
                      <a:pt x="440" y="1"/>
                      <a:pt x="3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20"/>
              <p:cNvSpPr/>
              <p:nvPr/>
            </p:nvSpPr>
            <p:spPr>
              <a:xfrm>
                <a:off x="1239650" y="4373875"/>
                <a:ext cx="18275" cy="17500"/>
              </a:xfrm>
              <a:custGeom>
                <a:avLst/>
                <a:gdLst/>
                <a:ahLst/>
                <a:cxnLst/>
                <a:rect l="l" t="t" r="r" b="b"/>
                <a:pathLst>
                  <a:path w="731" h="700" extrusionOk="0">
                    <a:moveTo>
                      <a:pt x="235" y="1"/>
                    </a:moveTo>
                    <a:cubicBezTo>
                      <a:pt x="220" y="1"/>
                      <a:pt x="203" y="4"/>
                      <a:pt x="183" y="14"/>
                    </a:cubicBezTo>
                    <a:cubicBezTo>
                      <a:pt x="153" y="14"/>
                      <a:pt x="122" y="44"/>
                      <a:pt x="92" y="75"/>
                    </a:cubicBezTo>
                    <a:cubicBezTo>
                      <a:pt x="61" y="105"/>
                      <a:pt x="31" y="136"/>
                      <a:pt x="31" y="166"/>
                    </a:cubicBezTo>
                    <a:cubicBezTo>
                      <a:pt x="31" y="196"/>
                      <a:pt x="1" y="257"/>
                      <a:pt x="31" y="288"/>
                    </a:cubicBezTo>
                    <a:cubicBezTo>
                      <a:pt x="31" y="318"/>
                      <a:pt x="31" y="318"/>
                      <a:pt x="31" y="348"/>
                    </a:cubicBezTo>
                    <a:cubicBezTo>
                      <a:pt x="31" y="379"/>
                      <a:pt x="31" y="409"/>
                      <a:pt x="31" y="440"/>
                    </a:cubicBezTo>
                    <a:lnTo>
                      <a:pt x="92" y="531"/>
                    </a:lnTo>
                    <a:cubicBezTo>
                      <a:pt x="122" y="592"/>
                      <a:pt x="183" y="652"/>
                      <a:pt x="244" y="683"/>
                    </a:cubicBezTo>
                    <a:cubicBezTo>
                      <a:pt x="284" y="693"/>
                      <a:pt x="328" y="700"/>
                      <a:pt x="372" y="700"/>
                    </a:cubicBezTo>
                    <a:cubicBezTo>
                      <a:pt x="460" y="700"/>
                      <a:pt x="548" y="673"/>
                      <a:pt x="608" y="592"/>
                    </a:cubicBezTo>
                    <a:cubicBezTo>
                      <a:pt x="700" y="500"/>
                      <a:pt x="730" y="379"/>
                      <a:pt x="700" y="257"/>
                    </a:cubicBezTo>
                    <a:cubicBezTo>
                      <a:pt x="700" y="196"/>
                      <a:pt x="639" y="136"/>
                      <a:pt x="578" y="75"/>
                    </a:cubicBezTo>
                    <a:cubicBezTo>
                      <a:pt x="517" y="44"/>
                      <a:pt x="456" y="14"/>
                      <a:pt x="365" y="14"/>
                    </a:cubicBezTo>
                    <a:lnTo>
                      <a:pt x="304" y="14"/>
                    </a:lnTo>
                    <a:cubicBezTo>
                      <a:pt x="284" y="14"/>
                      <a:pt x="264" y="1"/>
                      <a:pt x="2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20"/>
              <p:cNvSpPr/>
              <p:nvPr/>
            </p:nvSpPr>
            <p:spPr>
              <a:xfrm>
                <a:off x="1235100" y="4293675"/>
                <a:ext cx="1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365" y="0"/>
                    </a:moveTo>
                    <a:cubicBezTo>
                      <a:pt x="0" y="0"/>
                      <a:pt x="0" y="547"/>
                      <a:pt x="365" y="547"/>
                    </a:cubicBezTo>
                    <a:cubicBezTo>
                      <a:pt x="730" y="547"/>
                      <a:pt x="730" y="0"/>
                      <a:pt x="3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20"/>
              <p:cNvSpPr/>
              <p:nvPr/>
            </p:nvSpPr>
            <p:spPr>
              <a:xfrm>
                <a:off x="1268525" y="4340775"/>
                <a:ext cx="251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791" extrusionOk="0">
                    <a:moveTo>
                      <a:pt x="487" y="1"/>
                    </a:moveTo>
                    <a:cubicBezTo>
                      <a:pt x="1" y="1"/>
                      <a:pt x="1" y="791"/>
                      <a:pt x="487" y="791"/>
                    </a:cubicBezTo>
                    <a:cubicBezTo>
                      <a:pt x="1004" y="791"/>
                      <a:pt x="1004" y="1"/>
                      <a:pt x="4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20"/>
              <p:cNvSpPr/>
              <p:nvPr/>
            </p:nvSpPr>
            <p:spPr>
              <a:xfrm>
                <a:off x="1162150" y="4359775"/>
                <a:ext cx="22050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882" h="731" extrusionOk="0">
                    <a:moveTo>
                      <a:pt x="365" y="1"/>
                    </a:moveTo>
                    <a:cubicBezTo>
                      <a:pt x="274" y="1"/>
                      <a:pt x="183" y="61"/>
                      <a:pt x="122" y="122"/>
                    </a:cubicBezTo>
                    <a:cubicBezTo>
                      <a:pt x="61" y="183"/>
                      <a:pt x="0" y="274"/>
                      <a:pt x="0" y="365"/>
                    </a:cubicBezTo>
                    <a:cubicBezTo>
                      <a:pt x="31" y="456"/>
                      <a:pt x="61" y="578"/>
                      <a:pt x="122" y="639"/>
                    </a:cubicBezTo>
                    <a:cubicBezTo>
                      <a:pt x="183" y="700"/>
                      <a:pt x="274" y="730"/>
                      <a:pt x="365" y="730"/>
                    </a:cubicBezTo>
                    <a:cubicBezTo>
                      <a:pt x="487" y="730"/>
                      <a:pt x="608" y="730"/>
                      <a:pt x="699" y="669"/>
                    </a:cubicBezTo>
                    <a:cubicBezTo>
                      <a:pt x="760" y="639"/>
                      <a:pt x="790" y="608"/>
                      <a:pt x="821" y="548"/>
                    </a:cubicBezTo>
                    <a:cubicBezTo>
                      <a:pt x="851" y="487"/>
                      <a:pt x="882" y="426"/>
                      <a:pt x="882" y="365"/>
                    </a:cubicBezTo>
                    <a:cubicBezTo>
                      <a:pt x="882" y="305"/>
                      <a:pt x="851" y="244"/>
                      <a:pt x="821" y="213"/>
                    </a:cubicBezTo>
                    <a:cubicBezTo>
                      <a:pt x="790" y="153"/>
                      <a:pt x="760" y="122"/>
                      <a:pt x="699" y="92"/>
                    </a:cubicBezTo>
                    <a:cubicBezTo>
                      <a:pt x="608" y="31"/>
                      <a:pt x="487" y="31"/>
                      <a:pt x="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20"/>
              <p:cNvSpPr/>
              <p:nvPr/>
            </p:nvSpPr>
            <p:spPr>
              <a:xfrm>
                <a:off x="1117300" y="4402325"/>
                <a:ext cx="2662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217" extrusionOk="0">
                    <a:moveTo>
                      <a:pt x="518" y="1"/>
                    </a:moveTo>
                    <a:cubicBezTo>
                      <a:pt x="396" y="1"/>
                      <a:pt x="244" y="62"/>
                      <a:pt x="153" y="153"/>
                    </a:cubicBezTo>
                    <a:lnTo>
                      <a:pt x="92" y="274"/>
                    </a:lnTo>
                    <a:cubicBezTo>
                      <a:pt x="31" y="335"/>
                      <a:pt x="31" y="426"/>
                      <a:pt x="1" y="517"/>
                    </a:cubicBezTo>
                    <a:lnTo>
                      <a:pt x="1" y="669"/>
                    </a:lnTo>
                    <a:cubicBezTo>
                      <a:pt x="1" y="761"/>
                      <a:pt x="31" y="821"/>
                      <a:pt x="62" y="882"/>
                    </a:cubicBezTo>
                    <a:cubicBezTo>
                      <a:pt x="62" y="943"/>
                      <a:pt x="122" y="1004"/>
                      <a:pt x="153" y="1065"/>
                    </a:cubicBezTo>
                    <a:cubicBezTo>
                      <a:pt x="214" y="1095"/>
                      <a:pt x="274" y="1125"/>
                      <a:pt x="335" y="1156"/>
                    </a:cubicBezTo>
                    <a:cubicBezTo>
                      <a:pt x="396" y="1186"/>
                      <a:pt x="457" y="1217"/>
                      <a:pt x="548" y="1217"/>
                    </a:cubicBezTo>
                    <a:cubicBezTo>
                      <a:pt x="670" y="1217"/>
                      <a:pt x="822" y="1156"/>
                      <a:pt x="913" y="1065"/>
                    </a:cubicBezTo>
                    <a:cubicBezTo>
                      <a:pt x="1004" y="943"/>
                      <a:pt x="1065" y="821"/>
                      <a:pt x="1065" y="669"/>
                    </a:cubicBezTo>
                    <a:lnTo>
                      <a:pt x="1034" y="517"/>
                    </a:lnTo>
                    <a:cubicBezTo>
                      <a:pt x="1034" y="396"/>
                      <a:pt x="1004" y="244"/>
                      <a:pt x="882" y="153"/>
                    </a:cubicBezTo>
                    <a:cubicBezTo>
                      <a:pt x="852" y="122"/>
                      <a:pt x="791" y="62"/>
                      <a:pt x="730" y="62"/>
                    </a:cubicBezTo>
                    <a:cubicBezTo>
                      <a:pt x="670" y="31"/>
                      <a:pt x="609" y="1"/>
                      <a:pt x="5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20"/>
              <p:cNvSpPr/>
              <p:nvPr/>
            </p:nvSpPr>
            <p:spPr>
              <a:xfrm>
                <a:off x="1246500" y="4413725"/>
                <a:ext cx="13700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427" extrusionOk="0">
                    <a:moveTo>
                      <a:pt x="274" y="1"/>
                    </a:moveTo>
                    <a:cubicBezTo>
                      <a:pt x="0" y="1"/>
                      <a:pt x="0" y="426"/>
                      <a:pt x="274" y="426"/>
                    </a:cubicBezTo>
                    <a:cubicBezTo>
                      <a:pt x="547" y="426"/>
                      <a:pt x="547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20"/>
              <p:cNvSpPr/>
              <p:nvPr/>
            </p:nvSpPr>
            <p:spPr>
              <a:xfrm>
                <a:off x="1307275" y="4412975"/>
                <a:ext cx="1980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821" extrusionOk="0">
                    <a:moveTo>
                      <a:pt x="396" y="0"/>
                    </a:moveTo>
                    <a:lnTo>
                      <a:pt x="335" y="31"/>
                    </a:lnTo>
                    <a:cubicBezTo>
                      <a:pt x="274" y="31"/>
                      <a:pt x="244" y="61"/>
                      <a:pt x="183" y="91"/>
                    </a:cubicBezTo>
                    <a:cubicBezTo>
                      <a:pt x="153" y="122"/>
                      <a:pt x="122" y="183"/>
                      <a:pt x="92" y="243"/>
                    </a:cubicBezTo>
                    <a:cubicBezTo>
                      <a:pt x="1" y="365"/>
                      <a:pt x="31" y="517"/>
                      <a:pt x="92" y="608"/>
                    </a:cubicBezTo>
                    <a:cubicBezTo>
                      <a:pt x="153" y="730"/>
                      <a:pt x="274" y="821"/>
                      <a:pt x="396" y="821"/>
                    </a:cubicBezTo>
                    <a:cubicBezTo>
                      <a:pt x="548" y="821"/>
                      <a:pt x="669" y="730"/>
                      <a:pt x="730" y="608"/>
                    </a:cubicBezTo>
                    <a:cubicBezTo>
                      <a:pt x="791" y="517"/>
                      <a:pt x="791" y="365"/>
                      <a:pt x="730" y="243"/>
                    </a:cubicBezTo>
                    <a:cubicBezTo>
                      <a:pt x="700" y="183"/>
                      <a:pt x="669" y="152"/>
                      <a:pt x="609" y="91"/>
                    </a:cubicBezTo>
                    <a:cubicBezTo>
                      <a:pt x="548" y="61"/>
                      <a:pt x="487" y="0"/>
                      <a:pt x="3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20"/>
              <p:cNvSpPr/>
              <p:nvPr/>
            </p:nvSpPr>
            <p:spPr>
              <a:xfrm>
                <a:off x="1170500" y="4397775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6" y="0"/>
                    </a:moveTo>
                    <a:cubicBezTo>
                      <a:pt x="1" y="0"/>
                      <a:pt x="1" y="639"/>
                      <a:pt x="396" y="639"/>
                    </a:cubicBezTo>
                    <a:cubicBezTo>
                      <a:pt x="821" y="639"/>
                      <a:pt x="821" y="0"/>
                      <a:pt x="3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20"/>
              <p:cNvSpPr/>
              <p:nvPr/>
            </p:nvSpPr>
            <p:spPr>
              <a:xfrm>
                <a:off x="1332350" y="4273625"/>
                <a:ext cx="21300" cy="180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23" extrusionOk="0">
                    <a:moveTo>
                      <a:pt x="491" y="0"/>
                    </a:moveTo>
                    <a:cubicBezTo>
                      <a:pt x="459" y="0"/>
                      <a:pt x="426" y="4"/>
                      <a:pt x="396" y="12"/>
                    </a:cubicBezTo>
                    <a:lnTo>
                      <a:pt x="305" y="12"/>
                    </a:lnTo>
                    <a:cubicBezTo>
                      <a:pt x="305" y="12"/>
                      <a:pt x="274" y="42"/>
                      <a:pt x="274" y="42"/>
                    </a:cubicBezTo>
                    <a:cubicBezTo>
                      <a:pt x="214" y="42"/>
                      <a:pt x="153" y="73"/>
                      <a:pt x="122" y="133"/>
                    </a:cubicBezTo>
                    <a:cubicBezTo>
                      <a:pt x="92" y="133"/>
                      <a:pt x="92" y="164"/>
                      <a:pt x="62" y="194"/>
                    </a:cubicBezTo>
                    <a:cubicBezTo>
                      <a:pt x="1" y="285"/>
                      <a:pt x="1" y="437"/>
                      <a:pt x="62" y="529"/>
                    </a:cubicBezTo>
                    <a:cubicBezTo>
                      <a:pt x="92" y="559"/>
                      <a:pt x="92" y="559"/>
                      <a:pt x="122" y="589"/>
                    </a:cubicBezTo>
                    <a:cubicBezTo>
                      <a:pt x="153" y="620"/>
                      <a:pt x="214" y="650"/>
                      <a:pt x="274" y="681"/>
                    </a:cubicBezTo>
                    <a:lnTo>
                      <a:pt x="305" y="681"/>
                    </a:lnTo>
                    <a:lnTo>
                      <a:pt x="396" y="711"/>
                    </a:lnTo>
                    <a:cubicBezTo>
                      <a:pt x="426" y="719"/>
                      <a:pt x="459" y="722"/>
                      <a:pt x="491" y="722"/>
                    </a:cubicBezTo>
                    <a:cubicBezTo>
                      <a:pt x="590" y="722"/>
                      <a:pt x="692" y="688"/>
                      <a:pt x="761" y="620"/>
                    </a:cubicBezTo>
                    <a:cubicBezTo>
                      <a:pt x="821" y="559"/>
                      <a:pt x="852" y="468"/>
                      <a:pt x="852" y="346"/>
                    </a:cubicBezTo>
                    <a:cubicBezTo>
                      <a:pt x="852" y="255"/>
                      <a:pt x="821" y="164"/>
                      <a:pt x="761" y="103"/>
                    </a:cubicBezTo>
                    <a:cubicBezTo>
                      <a:pt x="692" y="35"/>
                      <a:pt x="590" y="0"/>
                      <a:pt x="4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20"/>
              <p:cNvSpPr/>
              <p:nvPr/>
            </p:nvSpPr>
            <p:spPr>
              <a:xfrm>
                <a:off x="1464575" y="4210850"/>
                <a:ext cx="1597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08" extrusionOk="0">
                    <a:moveTo>
                      <a:pt x="433" y="52"/>
                    </a:moveTo>
                    <a:cubicBezTo>
                      <a:pt x="438" y="52"/>
                      <a:pt x="446" y="56"/>
                      <a:pt x="453" y="61"/>
                    </a:cubicBezTo>
                    <a:lnTo>
                      <a:pt x="426" y="61"/>
                    </a:lnTo>
                    <a:cubicBezTo>
                      <a:pt x="426" y="54"/>
                      <a:pt x="429" y="52"/>
                      <a:pt x="433" y="52"/>
                    </a:cubicBezTo>
                    <a:close/>
                    <a:moveTo>
                      <a:pt x="305" y="0"/>
                    </a:moveTo>
                    <a:cubicBezTo>
                      <a:pt x="274" y="0"/>
                      <a:pt x="213" y="0"/>
                      <a:pt x="183" y="61"/>
                    </a:cubicBezTo>
                    <a:cubicBezTo>
                      <a:pt x="61" y="122"/>
                      <a:pt x="1" y="274"/>
                      <a:pt x="31" y="395"/>
                    </a:cubicBezTo>
                    <a:cubicBezTo>
                      <a:pt x="61" y="517"/>
                      <a:pt x="183" y="608"/>
                      <a:pt x="305" y="608"/>
                    </a:cubicBezTo>
                    <a:cubicBezTo>
                      <a:pt x="426" y="608"/>
                      <a:pt x="548" y="547"/>
                      <a:pt x="578" y="426"/>
                    </a:cubicBezTo>
                    <a:cubicBezTo>
                      <a:pt x="639" y="304"/>
                      <a:pt x="578" y="152"/>
                      <a:pt x="457" y="61"/>
                    </a:cubicBezTo>
                    <a:cubicBezTo>
                      <a:pt x="426" y="30"/>
                      <a:pt x="365" y="0"/>
                      <a:pt x="3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20"/>
              <p:cNvSpPr/>
              <p:nvPr/>
            </p:nvSpPr>
            <p:spPr>
              <a:xfrm>
                <a:off x="1466850" y="4112050"/>
                <a:ext cx="198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1" extrusionOk="0">
                    <a:moveTo>
                      <a:pt x="396" y="1"/>
                    </a:moveTo>
                    <a:cubicBezTo>
                      <a:pt x="335" y="1"/>
                      <a:pt x="274" y="31"/>
                      <a:pt x="214" y="92"/>
                    </a:cubicBezTo>
                    <a:cubicBezTo>
                      <a:pt x="153" y="122"/>
                      <a:pt x="122" y="183"/>
                      <a:pt x="92" y="244"/>
                    </a:cubicBezTo>
                    <a:cubicBezTo>
                      <a:pt x="31" y="365"/>
                      <a:pt x="1" y="517"/>
                      <a:pt x="92" y="609"/>
                    </a:cubicBezTo>
                    <a:cubicBezTo>
                      <a:pt x="153" y="730"/>
                      <a:pt x="274" y="791"/>
                      <a:pt x="396" y="791"/>
                    </a:cubicBezTo>
                    <a:cubicBezTo>
                      <a:pt x="548" y="791"/>
                      <a:pt x="670" y="730"/>
                      <a:pt x="730" y="609"/>
                    </a:cubicBezTo>
                    <a:cubicBezTo>
                      <a:pt x="791" y="517"/>
                      <a:pt x="791" y="365"/>
                      <a:pt x="730" y="244"/>
                    </a:cubicBezTo>
                    <a:cubicBezTo>
                      <a:pt x="700" y="183"/>
                      <a:pt x="670" y="122"/>
                      <a:pt x="609" y="92"/>
                    </a:cubicBezTo>
                    <a:cubicBezTo>
                      <a:pt x="548" y="31"/>
                      <a:pt x="487" y="1"/>
                      <a:pt x="3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20"/>
              <p:cNvSpPr/>
              <p:nvPr/>
            </p:nvSpPr>
            <p:spPr>
              <a:xfrm>
                <a:off x="1364275" y="4180450"/>
                <a:ext cx="6100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65" extrusionOk="0">
                    <a:moveTo>
                      <a:pt x="122" y="0"/>
                    </a:moveTo>
                    <a:cubicBezTo>
                      <a:pt x="61" y="0"/>
                      <a:pt x="31" y="61"/>
                      <a:pt x="31" y="122"/>
                    </a:cubicBezTo>
                    <a:cubicBezTo>
                      <a:pt x="31" y="152"/>
                      <a:pt x="31" y="213"/>
                      <a:pt x="0" y="243"/>
                    </a:cubicBezTo>
                    <a:cubicBezTo>
                      <a:pt x="0" y="304"/>
                      <a:pt x="61" y="365"/>
                      <a:pt x="122" y="365"/>
                    </a:cubicBezTo>
                    <a:cubicBezTo>
                      <a:pt x="183" y="365"/>
                      <a:pt x="244" y="304"/>
                      <a:pt x="244" y="243"/>
                    </a:cubicBezTo>
                    <a:lnTo>
                      <a:pt x="244" y="122"/>
                    </a:lnTo>
                    <a:cubicBezTo>
                      <a:pt x="213" y="61"/>
                      <a:pt x="213" y="0"/>
                      <a:pt x="1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20"/>
              <p:cNvSpPr/>
              <p:nvPr/>
            </p:nvSpPr>
            <p:spPr>
              <a:xfrm>
                <a:off x="1332350" y="4094200"/>
                <a:ext cx="16000" cy="17875"/>
              </a:xfrm>
              <a:custGeom>
                <a:avLst/>
                <a:gdLst/>
                <a:ahLst/>
                <a:cxnLst/>
                <a:rect l="l" t="t" r="r" b="b"/>
                <a:pathLst>
                  <a:path w="640" h="715" extrusionOk="0">
                    <a:moveTo>
                      <a:pt x="320" y="0"/>
                    </a:moveTo>
                    <a:cubicBezTo>
                      <a:pt x="229" y="0"/>
                      <a:pt x="138" y="46"/>
                      <a:pt x="92" y="137"/>
                    </a:cubicBezTo>
                    <a:cubicBezTo>
                      <a:pt x="62" y="198"/>
                      <a:pt x="31" y="259"/>
                      <a:pt x="31" y="350"/>
                    </a:cubicBezTo>
                    <a:cubicBezTo>
                      <a:pt x="1" y="441"/>
                      <a:pt x="1" y="563"/>
                      <a:pt x="92" y="623"/>
                    </a:cubicBezTo>
                    <a:cubicBezTo>
                      <a:pt x="153" y="684"/>
                      <a:pt x="214" y="715"/>
                      <a:pt x="305" y="715"/>
                    </a:cubicBezTo>
                    <a:cubicBezTo>
                      <a:pt x="396" y="715"/>
                      <a:pt x="487" y="684"/>
                      <a:pt x="518" y="623"/>
                    </a:cubicBezTo>
                    <a:cubicBezTo>
                      <a:pt x="609" y="563"/>
                      <a:pt x="639" y="441"/>
                      <a:pt x="609" y="350"/>
                    </a:cubicBezTo>
                    <a:cubicBezTo>
                      <a:pt x="609" y="259"/>
                      <a:pt x="578" y="198"/>
                      <a:pt x="548" y="137"/>
                    </a:cubicBezTo>
                    <a:cubicBezTo>
                      <a:pt x="502" y="46"/>
                      <a:pt x="411" y="0"/>
                      <a:pt x="3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20"/>
              <p:cNvSpPr/>
              <p:nvPr/>
            </p:nvSpPr>
            <p:spPr>
              <a:xfrm>
                <a:off x="1436475" y="4036825"/>
                <a:ext cx="1825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70" extrusionOk="0">
                    <a:moveTo>
                      <a:pt x="395" y="0"/>
                    </a:moveTo>
                    <a:cubicBezTo>
                      <a:pt x="274" y="0"/>
                      <a:pt x="152" y="31"/>
                      <a:pt x="91" y="152"/>
                    </a:cubicBezTo>
                    <a:cubicBezTo>
                      <a:pt x="0" y="244"/>
                      <a:pt x="0" y="365"/>
                      <a:pt x="30" y="487"/>
                    </a:cubicBezTo>
                    <a:cubicBezTo>
                      <a:pt x="91" y="578"/>
                      <a:pt x="182" y="669"/>
                      <a:pt x="304" y="669"/>
                    </a:cubicBezTo>
                    <a:lnTo>
                      <a:pt x="486" y="669"/>
                    </a:lnTo>
                    <a:cubicBezTo>
                      <a:pt x="547" y="639"/>
                      <a:pt x="608" y="578"/>
                      <a:pt x="638" y="517"/>
                    </a:cubicBezTo>
                    <a:cubicBezTo>
                      <a:pt x="638" y="487"/>
                      <a:pt x="669" y="456"/>
                      <a:pt x="669" y="426"/>
                    </a:cubicBezTo>
                    <a:cubicBezTo>
                      <a:pt x="730" y="396"/>
                      <a:pt x="730" y="304"/>
                      <a:pt x="669" y="244"/>
                    </a:cubicBezTo>
                    <a:cubicBezTo>
                      <a:pt x="669" y="244"/>
                      <a:pt x="669" y="213"/>
                      <a:pt x="638" y="213"/>
                    </a:cubicBezTo>
                    <a:cubicBezTo>
                      <a:pt x="608" y="92"/>
                      <a:pt x="517" y="31"/>
                      <a:pt x="3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20"/>
              <p:cNvSpPr/>
              <p:nvPr/>
            </p:nvSpPr>
            <p:spPr>
              <a:xfrm>
                <a:off x="1380225" y="4238200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6" y="0"/>
                    </a:moveTo>
                    <a:cubicBezTo>
                      <a:pt x="1" y="0"/>
                      <a:pt x="1" y="639"/>
                      <a:pt x="396" y="639"/>
                    </a:cubicBezTo>
                    <a:cubicBezTo>
                      <a:pt x="821" y="639"/>
                      <a:pt x="821" y="0"/>
                      <a:pt x="3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20"/>
              <p:cNvSpPr/>
              <p:nvPr/>
            </p:nvSpPr>
            <p:spPr>
              <a:xfrm>
                <a:off x="1239650" y="4210850"/>
                <a:ext cx="1902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8" extrusionOk="0">
                    <a:moveTo>
                      <a:pt x="365" y="0"/>
                    </a:moveTo>
                    <a:cubicBezTo>
                      <a:pt x="1" y="0"/>
                      <a:pt x="1" y="608"/>
                      <a:pt x="365" y="608"/>
                    </a:cubicBezTo>
                    <a:cubicBezTo>
                      <a:pt x="760" y="608"/>
                      <a:pt x="760" y="0"/>
                      <a:pt x="3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20"/>
              <p:cNvSpPr/>
              <p:nvPr/>
            </p:nvSpPr>
            <p:spPr>
              <a:xfrm>
                <a:off x="1238125" y="4104450"/>
                <a:ext cx="1220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396" extrusionOk="0">
                    <a:moveTo>
                      <a:pt x="244" y="1"/>
                    </a:moveTo>
                    <a:cubicBezTo>
                      <a:pt x="1" y="1"/>
                      <a:pt x="1" y="396"/>
                      <a:pt x="244" y="396"/>
                    </a:cubicBezTo>
                    <a:cubicBezTo>
                      <a:pt x="487" y="396"/>
                      <a:pt x="487" y="1"/>
                      <a:pt x="2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20"/>
              <p:cNvSpPr/>
              <p:nvPr/>
            </p:nvSpPr>
            <p:spPr>
              <a:xfrm>
                <a:off x="1130975" y="4248075"/>
                <a:ext cx="17525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548" extrusionOk="0">
                    <a:moveTo>
                      <a:pt x="335" y="0"/>
                    </a:moveTo>
                    <a:cubicBezTo>
                      <a:pt x="1" y="0"/>
                      <a:pt x="1" y="548"/>
                      <a:pt x="335" y="548"/>
                    </a:cubicBezTo>
                    <a:cubicBezTo>
                      <a:pt x="700" y="548"/>
                      <a:pt x="700" y="0"/>
                      <a:pt x="33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20"/>
              <p:cNvSpPr/>
              <p:nvPr/>
            </p:nvSpPr>
            <p:spPr>
              <a:xfrm>
                <a:off x="1232800" y="4240475"/>
                <a:ext cx="137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426" extrusionOk="0">
                    <a:moveTo>
                      <a:pt x="275" y="0"/>
                    </a:moveTo>
                    <a:cubicBezTo>
                      <a:pt x="1" y="0"/>
                      <a:pt x="1" y="426"/>
                      <a:pt x="275" y="426"/>
                    </a:cubicBezTo>
                    <a:cubicBezTo>
                      <a:pt x="548" y="426"/>
                      <a:pt x="548" y="0"/>
                      <a:pt x="27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20"/>
              <p:cNvSpPr/>
              <p:nvPr/>
            </p:nvSpPr>
            <p:spPr>
              <a:xfrm>
                <a:off x="1152275" y="42974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0"/>
                    </a:moveTo>
                    <a:cubicBezTo>
                      <a:pt x="0" y="0"/>
                      <a:pt x="0" y="608"/>
                      <a:pt x="395" y="608"/>
                    </a:cubicBezTo>
                    <a:cubicBezTo>
                      <a:pt x="790" y="608"/>
                      <a:pt x="790" y="0"/>
                      <a:pt x="3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20"/>
              <p:cNvSpPr/>
              <p:nvPr/>
            </p:nvSpPr>
            <p:spPr>
              <a:xfrm>
                <a:off x="1052725" y="4302775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60" y="578"/>
                      <a:pt x="760" y="1"/>
                      <a:pt x="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20"/>
              <p:cNvSpPr/>
              <p:nvPr/>
            </p:nvSpPr>
            <p:spPr>
              <a:xfrm>
                <a:off x="1102100" y="4360975"/>
                <a:ext cx="18275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45" extrusionOk="0">
                    <a:moveTo>
                      <a:pt x="425" y="1"/>
                    </a:moveTo>
                    <a:cubicBezTo>
                      <a:pt x="404" y="1"/>
                      <a:pt x="383" y="4"/>
                      <a:pt x="366" y="13"/>
                    </a:cubicBezTo>
                    <a:cubicBezTo>
                      <a:pt x="305" y="13"/>
                      <a:pt x="214" y="44"/>
                      <a:pt x="183" y="105"/>
                    </a:cubicBezTo>
                    <a:lnTo>
                      <a:pt x="122" y="165"/>
                    </a:lnTo>
                    <a:cubicBezTo>
                      <a:pt x="1" y="226"/>
                      <a:pt x="1" y="408"/>
                      <a:pt x="122" y="500"/>
                    </a:cubicBezTo>
                    <a:cubicBezTo>
                      <a:pt x="153" y="500"/>
                      <a:pt x="153" y="500"/>
                      <a:pt x="183" y="530"/>
                    </a:cubicBezTo>
                    <a:lnTo>
                      <a:pt x="122" y="500"/>
                    </a:lnTo>
                    <a:lnTo>
                      <a:pt x="183" y="560"/>
                    </a:lnTo>
                    <a:lnTo>
                      <a:pt x="244" y="591"/>
                    </a:lnTo>
                    <a:lnTo>
                      <a:pt x="335" y="621"/>
                    </a:lnTo>
                    <a:cubicBezTo>
                      <a:pt x="366" y="636"/>
                      <a:pt x="396" y="644"/>
                      <a:pt x="426" y="644"/>
                    </a:cubicBezTo>
                    <a:cubicBezTo>
                      <a:pt x="457" y="644"/>
                      <a:pt x="487" y="636"/>
                      <a:pt x="518" y="621"/>
                    </a:cubicBezTo>
                    <a:cubicBezTo>
                      <a:pt x="639" y="560"/>
                      <a:pt x="730" y="439"/>
                      <a:pt x="730" y="317"/>
                    </a:cubicBezTo>
                    <a:cubicBezTo>
                      <a:pt x="730" y="226"/>
                      <a:pt x="670" y="105"/>
                      <a:pt x="578" y="44"/>
                    </a:cubicBezTo>
                    <a:cubicBezTo>
                      <a:pt x="535" y="22"/>
                      <a:pt x="477" y="1"/>
                      <a:pt x="4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20"/>
              <p:cNvSpPr/>
              <p:nvPr/>
            </p:nvSpPr>
            <p:spPr>
              <a:xfrm>
                <a:off x="1041325" y="4397900"/>
                <a:ext cx="16725" cy="153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612" extrusionOk="0">
                    <a:moveTo>
                      <a:pt x="279" y="1"/>
                    </a:moveTo>
                    <a:cubicBezTo>
                      <a:pt x="205" y="1"/>
                      <a:pt x="126" y="44"/>
                      <a:pt x="61" y="87"/>
                    </a:cubicBezTo>
                    <a:cubicBezTo>
                      <a:pt x="31" y="147"/>
                      <a:pt x="0" y="208"/>
                      <a:pt x="0" y="299"/>
                    </a:cubicBezTo>
                    <a:cubicBezTo>
                      <a:pt x="0" y="390"/>
                      <a:pt x="31" y="451"/>
                      <a:pt x="61" y="512"/>
                    </a:cubicBezTo>
                    <a:cubicBezTo>
                      <a:pt x="136" y="562"/>
                      <a:pt x="230" y="611"/>
                      <a:pt x="312" y="611"/>
                    </a:cubicBezTo>
                    <a:cubicBezTo>
                      <a:pt x="331" y="611"/>
                      <a:pt x="348" y="609"/>
                      <a:pt x="365" y="603"/>
                    </a:cubicBezTo>
                    <a:lnTo>
                      <a:pt x="487" y="542"/>
                    </a:lnTo>
                    <a:cubicBezTo>
                      <a:pt x="547" y="512"/>
                      <a:pt x="578" y="512"/>
                      <a:pt x="608" y="451"/>
                    </a:cubicBezTo>
                    <a:cubicBezTo>
                      <a:pt x="639" y="421"/>
                      <a:pt x="669" y="360"/>
                      <a:pt x="669" y="299"/>
                    </a:cubicBezTo>
                    <a:cubicBezTo>
                      <a:pt x="669" y="269"/>
                      <a:pt x="669" y="208"/>
                      <a:pt x="639" y="178"/>
                    </a:cubicBezTo>
                    <a:cubicBezTo>
                      <a:pt x="608" y="117"/>
                      <a:pt x="547" y="87"/>
                      <a:pt x="487" y="56"/>
                    </a:cubicBezTo>
                    <a:lnTo>
                      <a:pt x="365" y="26"/>
                    </a:lnTo>
                    <a:cubicBezTo>
                      <a:pt x="338" y="8"/>
                      <a:pt x="309" y="1"/>
                      <a:pt x="27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20"/>
              <p:cNvSpPr/>
              <p:nvPr/>
            </p:nvSpPr>
            <p:spPr>
              <a:xfrm>
                <a:off x="1077025" y="4421325"/>
                <a:ext cx="612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183" extrusionOk="0">
                    <a:moveTo>
                      <a:pt x="122" y="1"/>
                    </a:moveTo>
                    <a:cubicBezTo>
                      <a:pt x="1" y="1"/>
                      <a:pt x="1" y="183"/>
                      <a:pt x="122" y="183"/>
                    </a:cubicBezTo>
                    <a:cubicBezTo>
                      <a:pt x="244" y="183"/>
                      <a:pt x="244" y="1"/>
                      <a:pt x="1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20"/>
              <p:cNvSpPr/>
              <p:nvPr/>
            </p:nvSpPr>
            <p:spPr>
              <a:xfrm>
                <a:off x="1198625" y="4435000"/>
                <a:ext cx="1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365" y="1"/>
                    </a:moveTo>
                    <a:cubicBezTo>
                      <a:pt x="0" y="1"/>
                      <a:pt x="0" y="548"/>
                      <a:pt x="365" y="548"/>
                    </a:cubicBezTo>
                    <a:cubicBezTo>
                      <a:pt x="730" y="548"/>
                      <a:pt x="730" y="1"/>
                      <a:pt x="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20"/>
              <p:cNvSpPr/>
              <p:nvPr/>
            </p:nvSpPr>
            <p:spPr>
              <a:xfrm>
                <a:off x="1455450" y="4427400"/>
                <a:ext cx="15225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457" extrusionOk="0">
                    <a:moveTo>
                      <a:pt x="305" y="1"/>
                    </a:moveTo>
                    <a:cubicBezTo>
                      <a:pt x="1" y="1"/>
                      <a:pt x="1" y="457"/>
                      <a:pt x="305" y="457"/>
                    </a:cubicBezTo>
                    <a:cubicBezTo>
                      <a:pt x="609" y="457"/>
                      <a:pt x="609" y="1"/>
                      <a:pt x="3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20"/>
              <p:cNvSpPr/>
              <p:nvPr/>
            </p:nvSpPr>
            <p:spPr>
              <a:xfrm>
                <a:off x="1594525" y="4429675"/>
                <a:ext cx="205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0" extrusionOk="0">
                    <a:moveTo>
                      <a:pt x="395" y="1"/>
                    </a:moveTo>
                    <a:cubicBezTo>
                      <a:pt x="0" y="1"/>
                      <a:pt x="0" y="639"/>
                      <a:pt x="395" y="639"/>
                    </a:cubicBezTo>
                    <a:cubicBezTo>
                      <a:pt x="821" y="639"/>
                      <a:pt x="821" y="1"/>
                      <a:pt x="3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20"/>
              <p:cNvSpPr/>
              <p:nvPr/>
            </p:nvSpPr>
            <p:spPr>
              <a:xfrm>
                <a:off x="1768525" y="4433475"/>
                <a:ext cx="21325" cy="1772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709" extrusionOk="0">
                    <a:moveTo>
                      <a:pt x="366" y="1"/>
                    </a:moveTo>
                    <a:cubicBezTo>
                      <a:pt x="275" y="1"/>
                      <a:pt x="183" y="31"/>
                      <a:pt x="123" y="92"/>
                    </a:cubicBezTo>
                    <a:cubicBezTo>
                      <a:pt x="62" y="153"/>
                      <a:pt x="1" y="274"/>
                      <a:pt x="1" y="366"/>
                    </a:cubicBezTo>
                    <a:cubicBezTo>
                      <a:pt x="31" y="457"/>
                      <a:pt x="62" y="548"/>
                      <a:pt x="123" y="609"/>
                    </a:cubicBezTo>
                    <a:cubicBezTo>
                      <a:pt x="172" y="658"/>
                      <a:pt x="242" y="708"/>
                      <a:pt x="316" y="708"/>
                    </a:cubicBezTo>
                    <a:cubicBezTo>
                      <a:pt x="332" y="708"/>
                      <a:pt x="349" y="706"/>
                      <a:pt x="366" y="700"/>
                    </a:cubicBezTo>
                    <a:lnTo>
                      <a:pt x="487" y="700"/>
                    </a:lnTo>
                    <a:cubicBezTo>
                      <a:pt x="609" y="700"/>
                      <a:pt x="670" y="670"/>
                      <a:pt x="761" y="609"/>
                    </a:cubicBezTo>
                    <a:cubicBezTo>
                      <a:pt x="822" y="548"/>
                      <a:pt x="852" y="426"/>
                      <a:pt x="852" y="335"/>
                    </a:cubicBezTo>
                    <a:cubicBezTo>
                      <a:pt x="852" y="274"/>
                      <a:pt x="822" y="153"/>
                      <a:pt x="761" y="92"/>
                    </a:cubicBezTo>
                    <a:cubicBezTo>
                      <a:pt x="670" y="31"/>
                      <a:pt x="609" y="1"/>
                      <a:pt x="4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20"/>
              <p:cNvSpPr/>
              <p:nvPr/>
            </p:nvSpPr>
            <p:spPr>
              <a:xfrm>
                <a:off x="1961550" y="4438425"/>
                <a:ext cx="182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39" extrusionOk="0">
                    <a:moveTo>
                      <a:pt x="308" y="1"/>
                    </a:moveTo>
                    <a:cubicBezTo>
                      <a:pt x="251" y="1"/>
                      <a:pt x="198" y="16"/>
                      <a:pt x="152" y="46"/>
                    </a:cubicBezTo>
                    <a:cubicBezTo>
                      <a:pt x="61" y="107"/>
                      <a:pt x="0" y="228"/>
                      <a:pt x="0" y="320"/>
                    </a:cubicBezTo>
                    <a:cubicBezTo>
                      <a:pt x="0" y="441"/>
                      <a:pt x="61" y="563"/>
                      <a:pt x="152" y="593"/>
                    </a:cubicBezTo>
                    <a:cubicBezTo>
                      <a:pt x="198" y="624"/>
                      <a:pt x="251" y="639"/>
                      <a:pt x="308" y="639"/>
                    </a:cubicBezTo>
                    <a:cubicBezTo>
                      <a:pt x="365" y="639"/>
                      <a:pt x="426" y="624"/>
                      <a:pt x="487" y="593"/>
                    </a:cubicBezTo>
                    <a:cubicBezTo>
                      <a:pt x="487" y="593"/>
                      <a:pt x="517" y="593"/>
                      <a:pt x="548" y="563"/>
                    </a:cubicBezTo>
                    <a:cubicBezTo>
                      <a:pt x="730" y="472"/>
                      <a:pt x="730" y="198"/>
                      <a:pt x="548" y="76"/>
                    </a:cubicBezTo>
                    <a:cubicBezTo>
                      <a:pt x="517" y="76"/>
                      <a:pt x="487" y="76"/>
                      <a:pt x="487" y="46"/>
                    </a:cubicBezTo>
                    <a:cubicBezTo>
                      <a:pt x="426" y="16"/>
                      <a:pt x="365" y="1"/>
                      <a:pt x="30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20"/>
              <p:cNvSpPr/>
              <p:nvPr/>
            </p:nvSpPr>
            <p:spPr>
              <a:xfrm>
                <a:off x="1988900" y="4250350"/>
                <a:ext cx="25100" cy="1902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761" extrusionOk="0">
                    <a:moveTo>
                      <a:pt x="487" y="1"/>
                    </a:moveTo>
                    <a:cubicBezTo>
                      <a:pt x="1" y="1"/>
                      <a:pt x="1" y="760"/>
                      <a:pt x="487" y="760"/>
                    </a:cubicBezTo>
                    <a:cubicBezTo>
                      <a:pt x="1004" y="760"/>
                      <a:pt x="1004" y="1"/>
                      <a:pt x="4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20"/>
              <p:cNvSpPr/>
              <p:nvPr/>
            </p:nvSpPr>
            <p:spPr>
              <a:xfrm>
                <a:off x="1912150" y="4195650"/>
                <a:ext cx="2357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943" h="730" extrusionOk="0">
                    <a:moveTo>
                      <a:pt x="457" y="0"/>
                    </a:moveTo>
                    <a:cubicBezTo>
                      <a:pt x="1" y="0"/>
                      <a:pt x="1" y="730"/>
                      <a:pt x="457" y="730"/>
                    </a:cubicBezTo>
                    <a:cubicBezTo>
                      <a:pt x="943" y="730"/>
                      <a:pt x="943" y="0"/>
                      <a:pt x="4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20"/>
              <p:cNvSpPr/>
              <p:nvPr/>
            </p:nvSpPr>
            <p:spPr>
              <a:xfrm>
                <a:off x="1995750" y="41834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1" y="609"/>
                      <a:pt x="791" y="1"/>
                      <a:pt x="3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Google Shape;2957;p20"/>
              <p:cNvSpPr/>
              <p:nvPr/>
            </p:nvSpPr>
            <p:spPr>
              <a:xfrm>
                <a:off x="1900000" y="413332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6" y="1"/>
                    </a:moveTo>
                    <a:cubicBezTo>
                      <a:pt x="0" y="1"/>
                      <a:pt x="0" y="609"/>
                      <a:pt x="396" y="609"/>
                    </a:cubicBezTo>
                    <a:cubicBezTo>
                      <a:pt x="791" y="609"/>
                      <a:pt x="791" y="1"/>
                      <a:pt x="3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20"/>
              <p:cNvSpPr/>
              <p:nvPr/>
            </p:nvSpPr>
            <p:spPr>
              <a:xfrm>
                <a:off x="1792100" y="4112800"/>
                <a:ext cx="258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22" extrusionOk="0">
                    <a:moveTo>
                      <a:pt x="517" y="1"/>
                    </a:moveTo>
                    <a:cubicBezTo>
                      <a:pt x="0" y="1"/>
                      <a:pt x="0" y="822"/>
                      <a:pt x="517" y="822"/>
                    </a:cubicBezTo>
                    <a:cubicBezTo>
                      <a:pt x="1034" y="822"/>
                      <a:pt x="1034" y="1"/>
                      <a:pt x="5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20"/>
              <p:cNvSpPr/>
              <p:nvPr/>
            </p:nvSpPr>
            <p:spPr>
              <a:xfrm>
                <a:off x="1659100" y="4109150"/>
                <a:ext cx="20550" cy="183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33" extrusionOk="0">
                    <a:moveTo>
                      <a:pt x="373" y="1"/>
                    </a:moveTo>
                    <a:cubicBezTo>
                      <a:pt x="189" y="1"/>
                      <a:pt x="1" y="155"/>
                      <a:pt x="1" y="360"/>
                    </a:cubicBezTo>
                    <a:cubicBezTo>
                      <a:pt x="1" y="574"/>
                      <a:pt x="206" y="733"/>
                      <a:pt x="398" y="733"/>
                    </a:cubicBezTo>
                    <a:cubicBezTo>
                      <a:pt x="450" y="733"/>
                      <a:pt x="502" y="720"/>
                      <a:pt x="548" y="694"/>
                    </a:cubicBezTo>
                    <a:lnTo>
                      <a:pt x="639" y="633"/>
                    </a:lnTo>
                    <a:cubicBezTo>
                      <a:pt x="730" y="573"/>
                      <a:pt x="822" y="481"/>
                      <a:pt x="822" y="360"/>
                    </a:cubicBezTo>
                    <a:cubicBezTo>
                      <a:pt x="822" y="238"/>
                      <a:pt x="730" y="147"/>
                      <a:pt x="639" y="117"/>
                    </a:cubicBezTo>
                    <a:lnTo>
                      <a:pt x="548" y="56"/>
                    </a:lnTo>
                    <a:cubicBezTo>
                      <a:pt x="495" y="18"/>
                      <a:pt x="434" y="1"/>
                      <a:pt x="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20"/>
              <p:cNvSpPr/>
              <p:nvPr/>
            </p:nvSpPr>
            <p:spPr>
              <a:xfrm>
                <a:off x="1631000" y="4060375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5" y="1"/>
                    </a:moveTo>
                    <a:cubicBezTo>
                      <a:pt x="0" y="1"/>
                      <a:pt x="0" y="639"/>
                      <a:pt x="395" y="639"/>
                    </a:cubicBezTo>
                    <a:cubicBezTo>
                      <a:pt x="821" y="639"/>
                      <a:pt x="821" y="1"/>
                      <a:pt x="3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20"/>
              <p:cNvSpPr/>
              <p:nvPr/>
            </p:nvSpPr>
            <p:spPr>
              <a:xfrm>
                <a:off x="1527650" y="4117375"/>
                <a:ext cx="258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1" extrusionOk="0">
                    <a:moveTo>
                      <a:pt x="517" y="0"/>
                    </a:moveTo>
                    <a:cubicBezTo>
                      <a:pt x="1" y="0"/>
                      <a:pt x="1" y="791"/>
                      <a:pt x="517" y="791"/>
                    </a:cubicBezTo>
                    <a:cubicBezTo>
                      <a:pt x="1034" y="79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20"/>
              <p:cNvSpPr/>
              <p:nvPr/>
            </p:nvSpPr>
            <p:spPr>
              <a:xfrm>
                <a:off x="1508650" y="4223750"/>
                <a:ext cx="9900" cy="84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36" extrusionOk="0">
                    <a:moveTo>
                      <a:pt x="183" y="1"/>
                    </a:moveTo>
                    <a:cubicBezTo>
                      <a:pt x="1" y="1"/>
                      <a:pt x="1" y="335"/>
                      <a:pt x="183" y="335"/>
                    </a:cubicBezTo>
                    <a:cubicBezTo>
                      <a:pt x="396" y="335"/>
                      <a:pt x="396" y="1"/>
                      <a:pt x="1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20"/>
              <p:cNvSpPr/>
              <p:nvPr/>
            </p:nvSpPr>
            <p:spPr>
              <a:xfrm>
                <a:off x="1590725" y="4143200"/>
                <a:ext cx="18250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30" y="578"/>
                      <a:pt x="730" y="1"/>
                      <a:pt x="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20"/>
              <p:cNvSpPr/>
              <p:nvPr/>
            </p:nvSpPr>
            <p:spPr>
              <a:xfrm>
                <a:off x="1551200" y="4055825"/>
                <a:ext cx="1902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9" extrusionOk="0">
                    <a:moveTo>
                      <a:pt x="244" y="0"/>
                    </a:moveTo>
                    <a:cubicBezTo>
                      <a:pt x="183" y="31"/>
                      <a:pt x="122" y="61"/>
                      <a:pt x="92" y="92"/>
                    </a:cubicBezTo>
                    <a:cubicBezTo>
                      <a:pt x="31" y="152"/>
                      <a:pt x="1" y="213"/>
                      <a:pt x="1" y="304"/>
                    </a:cubicBezTo>
                    <a:cubicBezTo>
                      <a:pt x="1" y="395"/>
                      <a:pt x="31" y="456"/>
                      <a:pt x="92" y="517"/>
                    </a:cubicBezTo>
                    <a:cubicBezTo>
                      <a:pt x="122" y="578"/>
                      <a:pt x="183" y="578"/>
                      <a:pt x="244" y="608"/>
                    </a:cubicBezTo>
                    <a:lnTo>
                      <a:pt x="396" y="608"/>
                    </a:lnTo>
                    <a:lnTo>
                      <a:pt x="548" y="578"/>
                    </a:lnTo>
                    <a:lnTo>
                      <a:pt x="639" y="547"/>
                    </a:lnTo>
                    <a:cubicBezTo>
                      <a:pt x="669" y="547"/>
                      <a:pt x="700" y="517"/>
                      <a:pt x="700" y="487"/>
                    </a:cubicBezTo>
                    <a:cubicBezTo>
                      <a:pt x="730" y="426"/>
                      <a:pt x="761" y="365"/>
                      <a:pt x="761" y="304"/>
                    </a:cubicBezTo>
                    <a:cubicBezTo>
                      <a:pt x="761" y="274"/>
                      <a:pt x="761" y="213"/>
                      <a:pt x="730" y="152"/>
                    </a:cubicBezTo>
                    <a:cubicBezTo>
                      <a:pt x="700" y="122"/>
                      <a:pt x="609" y="31"/>
                      <a:pt x="548" y="31"/>
                    </a:cubicBezTo>
                    <a:lnTo>
                      <a:pt x="39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20"/>
              <p:cNvSpPr/>
              <p:nvPr/>
            </p:nvSpPr>
            <p:spPr>
              <a:xfrm>
                <a:off x="1744225" y="3967675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43" y="0"/>
                    </a:moveTo>
                    <a:cubicBezTo>
                      <a:pt x="0" y="0"/>
                      <a:pt x="0" y="396"/>
                      <a:pt x="243" y="396"/>
                    </a:cubicBezTo>
                    <a:cubicBezTo>
                      <a:pt x="517" y="396"/>
                      <a:pt x="517" y="0"/>
                      <a:pt x="2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20"/>
              <p:cNvSpPr/>
              <p:nvPr/>
            </p:nvSpPr>
            <p:spPr>
              <a:xfrm>
                <a:off x="1864275" y="4079375"/>
                <a:ext cx="1827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579" extrusionOk="0">
                    <a:moveTo>
                      <a:pt x="366" y="1"/>
                    </a:moveTo>
                    <a:cubicBezTo>
                      <a:pt x="1" y="1"/>
                      <a:pt x="1" y="578"/>
                      <a:pt x="366" y="578"/>
                    </a:cubicBezTo>
                    <a:cubicBezTo>
                      <a:pt x="730" y="578"/>
                      <a:pt x="730" y="1"/>
                      <a:pt x="36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67" name="Google Shape;2967;p20"/>
            <p:cNvSpPr/>
            <p:nvPr/>
          </p:nvSpPr>
          <p:spPr>
            <a:xfrm flipH="1">
              <a:off x="86399" y="4729027"/>
              <a:ext cx="805382" cy="831308"/>
            </a:xfrm>
            <a:custGeom>
              <a:avLst/>
              <a:gdLst/>
              <a:ahLst/>
              <a:cxnLst/>
              <a:rect l="l" t="t" r="r" b="b"/>
              <a:pathLst>
                <a:path w="46628" h="48129" extrusionOk="0">
                  <a:moveTo>
                    <a:pt x="26272" y="1"/>
                  </a:moveTo>
                  <a:cubicBezTo>
                    <a:pt x="19508" y="1"/>
                    <a:pt x="12739" y="1936"/>
                    <a:pt x="7053" y="5590"/>
                  </a:cubicBezTo>
                  <a:cubicBezTo>
                    <a:pt x="1642" y="9085"/>
                    <a:pt x="4043" y="10423"/>
                    <a:pt x="3527" y="15772"/>
                  </a:cubicBezTo>
                  <a:cubicBezTo>
                    <a:pt x="3131" y="19997"/>
                    <a:pt x="1" y="25347"/>
                    <a:pt x="3101" y="29238"/>
                  </a:cubicBezTo>
                  <a:lnTo>
                    <a:pt x="3131" y="29238"/>
                  </a:lnTo>
                  <a:cubicBezTo>
                    <a:pt x="4317" y="30727"/>
                    <a:pt x="6262" y="31517"/>
                    <a:pt x="7205" y="33189"/>
                  </a:cubicBezTo>
                  <a:cubicBezTo>
                    <a:pt x="7843" y="34344"/>
                    <a:pt x="7904" y="35712"/>
                    <a:pt x="8086" y="37019"/>
                  </a:cubicBezTo>
                  <a:cubicBezTo>
                    <a:pt x="8542" y="40119"/>
                    <a:pt x="9788" y="43189"/>
                    <a:pt x="12068" y="45347"/>
                  </a:cubicBezTo>
                  <a:cubicBezTo>
                    <a:pt x="13805" y="46992"/>
                    <a:pt x="16179" y="48037"/>
                    <a:pt x="18542" y="48037"/>
                  </a:cubicBezTo>
                  <a:cubicBezTo>
                    <a:pt x="19279" y="48037"/>
                    <a:pt x="20015" y="47935"/>
                    <a:pt x="20731" y="47718"/>
                  </a:cubicBezTo>
                  <a:cubicBezTo>
                    <a:pt x="23567" y="46850"/>
                    <a:pt x="25990" y="44355"/>
                    <a:pt x="28892" y="44355"/>
                  </a:cubicBezTo>
                  <a:cubicBezTo>
                    <a:pt x="29038" y="44355"/>
                    <a:pt x="29185" y="44362"/>
                    <a:pt x="29333" y="44375"/>
                  </a:cubicBezTo>
                  <a:cubicBezTo>
                    <a:pt x="32403" y="44679"/>
                    <a:pt x="34591" y="47840"/>
                    <a:pt x="37661" y="48113"/>
                  </a:cubicBezTo>
                  <a:cubicBezTo>
                    <a:pt x="37787" y="48124"/>
                    <a:pt x="37912" y="48129"/>
                    <a:pt x="38037" y="48129"/>
                  </a:cubicBezTo>
                  <a:cubicBezTo>
                    <a:pt x="40115" y="48129"/>
                    <a:pt x="42044" y="46730"/>
                    <a:pt x="43163" y="44952"/>
                  </a:cubicBezTo>
                  <a:cubicBezTo>
                    <a:pt x="44348" y="43098"/>
                    <a:pt x="44804" y="40849"/>
                    <a:pt x="45138" y="38660"/>
                  </a:cubicBezTo>
                  <a:cubicBezTo>
                    <a:pt x="46324" y="31001"/>
                    <a:pt x="46628" y="23189"/>
                    <a:pt x="46050" y="15468"/>
                  </a:cubicBezTo>
                  <a:cubicBezTo>
                    <a:pt x="45777" y="11821"/>
                    <a:pt x="45199" y="7930"/>
                    <a:pt x="42737" y="5195"/>
                  </a:cubicBezTo>
                  <a:cubicBezTo>
                    <a:pt x="40974" y="3219"/>
                    <a:pt x="38421" y="2125"/>
                    <a:pt x="35898" y="1365"/>
                  </a:cubicBezTo>
                  <a:cubicBezTo>
                    <a:pt x="32771" y="447"/>
                    <a:pt x="29522" y="1"/>
                    <a:pt x="262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20"/>
            <p:cNvSpPr/>
            <p:nvPr/>
          </p:nvSpPr>
          <p:spPr>
            <a:xfrm flipH="1">
              <a:off x="141852" y="4656997"/>
              <a:ext cx="615868" cy="673265"/>
            </a:xfrm>
            <a:custGeom>
              <a:avLst/>
              <a:gdLst/>
              <a:ahLst/>
              <a:cxnLst/>
              <a:rect l="l" t="t" r="r" b="b"/>
              <a:pathLst>
                <a:path w="35656" h="38979" extrusionOk="0">
                  <a:moveTo>
                    <a:pt x="20065" y="0"/>
                  </a:moveTo>
                  <a:cubicBezTo>
                    <a:pt x="18350" y="0"/>
                    <a:pt x="16674" y="196"/>
                    <a:pt x="15199" y="679"/>
                  </a:cubicBezTo>
                  <a:cubicBezTo>
                    <a:pt x="7296" y="3293"/>
                    <a:pt x="1" y="14661"/>
                    <a:pt x="2949" y="22746"/>
                  </a:cubicBezTo>
                  <a:cubicBezTo>
                    <a:pt x="3284" y="23628"/>
                    <a:pt x="3709" y="24479"/>
                    <a:pt x="3892" y="25391"/>
                  </a:cubicBezTo>
                  <a:cubicBezTo>
                    <a:pt x="4074" y="26333"/>
                    <a:pt x="4013" y="27275"/>
                    <a:pt x="4135" y="28187"/>
                  </a:cubicBezTo>
                  <a:cubicBezTo>
                    <a:pt x="4530" y="31530"/>
                    <a:pt x="7296" y="34448"/>
                    <a:pt x="10609" y="34965"/>
                  </a:cubicBezTo>
                  <a:cubicBezTo>
                    <a:pt x="11104" y="35045"/>
                    <a:pt x="11604" y="35077"/>
                    <a:pt x="12105" y="35077"/>
                  </a:cubicBezTo>
                  <a:cubicBezTo>
                    <a:pt x="14157" y="35077"/>
                    <a:pt x="16246" y="34542"/>
                    <a:pt x="18264" y="34542"/>
                  </a:cubicBezTo>
                  <a:cubicBezTo>
                    <a:pt x="19143" y="34542"/>
                    <a:pt x="20009" y="34643"/>
                    <a:pt x="20852" y="34935"/>
                  </a:cubicBezTo>
                  <a:cubicBezTo>
                    <a:pt x="23712" y="35928"/>
                    <a:pt x="25826" y="38978"/>
                    <a:pt x="28849" y="38978"/>
                  </a:cubicBezTo>
                  <a:cubicBezTo>
                    <a:pt x="28878" y="38978"/>
                    <a:pt x="28908" y="38978"/>
                    <a:pt x="28938" y="38977"/>
                  </a:cubicBezTo>
                  <a:cubicBezTo>
                    <a:pt x="30944" y="38947"/>
                    <a:pt x="32676" y="37458"/>
                    <a:pt x="33619" y="35664"/>
                  </a:cubicBezTo>
                  <a:cubicBezTo>
                    <a:pt x="34530" y="33901"/>
                    <a:pt x="34743" y="31865"/>
                    <a:pt x="34926" y="29859"/>
                  </a:cubicBezTo>
                  <a:cubicBezTo>
                    <a:pt x="35473" y="24084"/>
                    <a:pt x="35655" y="18278"/>
                    <a:pt x="35534" y="12472"/>
                  </a:cubicBezTo>
                  <a:cubicBezTo>
                    <a:pt x="35412" y="6454"/>
                    <a:pt x="33345" y="2442"/>
                    <a:pt x="27266" y="953"/>
                  </a:cubicBezTo>
                  <a:cubicBezTo>
                    <a:pt x="25124" y="412"/>
                    <a:pt x="22555" y="0"/>
                    <a:pt x="20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20"/>
            <p:cNvSpPr/>
            <p:nvPr/>
          </p:nvSpPr>
          <p:spPr>
            <a:xfrm flipH="1">
              <a:off x="-139870" y="4406820"/>
              <a:ext cx="1031652" cy="1173649"/>
            </a:xfrm>
            <a:custGeom>
              <a:avLst/>
              <a:gdLst/>
              <a:ahLst/>
              <a:cxnLst/>
              <a:rect l="l" t="t" r="r" b="b"/>
              <a:pathLst>
                <a:path w="59728" h="67949" extrusionOk="0">
                  <a:moveTo>
                    <a:pt x="30526" y="3294"/>
                  </a:moveTo>
                  <a:cubicBezTo>
                    <a:pt x="30655" y="3294"/>
                    <a:pt x="30784" y="3295"/>
                    <a:pt x="30913" y="3298"/>
                  </a:cubicBezTo>
                  <a:cubicBezTo>
                    <a:pt x="40214" y="3450"/>
                    <a:pt x="47722" y="10532"/>
                    <a:pt x="51521" y="18557"/>
                  </a:cubicBezTo>
                  <a:cubicBezTo>
                    <a:pt x="55868" y="27736"/>
                    <a:pt x="55564" y="38557"/>
                    <a:pt x="52889" y="48162"/>
                  </a:cubicBezTo>
                  <a:cubicBezTo>
                    <a:pt x="52190" y="50655"/>
                    <a:pt x="51339" y="53117"/>
                    <a:pt x="50427" y="55548"/>
                  </a:cubicBezTo>
                  <a:cubicBezTo>
                    <a:pt x="49576" y="57798"/>
                    <a:pt x="48542" y="60168"/>
                    <a:pt x="46688" y="61749"/>
                  </a:cubicBezTo>
                  <a:cubicBezTo>
                    <a:pt x="45117" y="63114"/>
                    <a:pt x="43327" y="63590"/>
                    <a:pt x="41472" y="63590"/>
                  </a:cubicBezTo>
                  <a:cubicBezTo>
                    <a:pt x="38949" y="63590"/>
                    <a:pt x="36304" y="62710"/>
                    <a:pt x="33922" y="61992"/>
                  </a:cubicBezTo>
                  <a:cubicBezTo>
                    <a:pt x="32615" y="61627"/>
                    <a:pt x="31278" y="61658"/>
                    <a:pt x="29971" y="61384"/>
                  </a:cubicBezTo>
                  <a:cubicBezTo>
                    <a:pt x="28633" y="61080"/>
                    <a:pt x="27448" y="60533"/>
                    <a:pt x="26171" y="60199"/>
                  </a:cubicBezTo>
                  <a:cubicBezTo>
                    <a:pt x="23375" y="59500"/>
                    <a:pt x="20639" y="59682"/>
                    <a:pt x="17812" y="59621"/>
                  </a:cubicBezTo>
                  <a:cubicBezTo>
                    <a:pt x="12159" y="59469"/>
                    <a:pt x="7599" y="55670"/>
                    <a:pt x="8025" y="49743"/>
                  </a:cubicBezTo>
                  <a:cubicBezTo>
                    <a:pt x="8083" y="48962"/>
                    <a:pt x="7314" y="48125"/>
                    <a:pt x="6532" y="48125"/>
                  </a:cubicBezTo>
                  <a:cubicBezTo>
                    <a:pt x="6493" y="48125"/>
                    <a:pt x="6453" y="48127"/>
                    <a:pt x="6414" y="48132"/>
                  </a:cubicBezTo>
                  <a:cubicBezTo>
                    <a:pt x="6328" y="48141"/>
                    <a:pt x="6245" y="48145"/>
                    <a:pt x="6166" y="48145"/>
                  </a:cubicBezTo>
                  <a:cubicBezTo>
                    <a:pt x="3561" y="48145"/>
                    <a:pt x="4628" y="43407"/>
                    <a:pt x="4864" y="41961"/>
                  </a:cubicBezTo>
                  <a:cubicBezTo>
                    <a:pt x="5411" y="38679"/>
                    <a:pt x="4469" y="36156"/>
                    <a:pt x="3192" y="33147"/>
                  </a:cubicBezTo>
                  <a:cubicBezTo>
                    <a:pt x="2706" y="31961"/>
                    <a:pt x="2037" y="30715"/>
                    <a:pt x="1703" y="29469"/>
                  </a:cubicBezTo>
                  <a:cubicBezTo>
                    <a:pt x="1338" y="28071"/>
                    <a:pt x="1794" y="26369"/>
                    <a:pt x="2250" y="25001"/>
                  </a:cubicBezTo>
                  <a:cubicBezTo>
                    <a:pt x="2944" y="22804"/>
                    <a:pt x="4185" y="21021"/>
                    <a:pt x="5799" y="19505"/>
                  </a:cubicBezTo>
                  <a:lnTo>
                    <a:pt x="5799" y="19505"/>
                  </a:lnTo>
                  <a:cubicBezTo>
                    <a:pt x="6299" y="19428"/>
                    <a:pt x="6768" y="19099"/>
                    <a:pt x="6935" y="18528"/>
                  </a:cubicBezTo>
                  <a:lnTo>
                    <a:pt x="6935" y="18528"/>
                  </a:lnTo>
                  <a:cubicBezTo>
                    <a:pt x="7171" y="18341"/>
                    <a:pt x="7413" y="18158"/>
                    <a:pt x="7660" y="17979"/>
                  </a:cubicBezTo>
                  <a:cubicBezTo>
                    <a:pt x="8039" y="17701"/>
                    <a:pt x="7809" y="17108"/>
                    <a:pt x="7424" y="17108"/>
                  </a:cubicBezTo>
                  <a:cubicBezTo>
                    <a:pt x="7361" y="17108"/>
                    <a:pt x="7294" y="17124"/>
                    <a:pt x="7225" y="17159"/>
                  </a:cubicBezTo>
                  <a:lnTo>
                    <a:pt x="7225" y="17159"/>
                  </a:lnTo>
                  <a:cubicBezTo>
                    <a:pt x="7891" y="15343"/>
                    <a:pt x="9776" y="13991"/>
                    <a:pt x="11186" y="12812"/>
                  </a:cubicBezTo>
                  <a:cubicBezTo>
                    <a:pt x="13192" y="11171"/>
                    <a:pt x="15229" y="9590"/>
                    <a:pt x="17387" y="8131"/>
                  </a:cubicBezTo>
                  <a:cubicBezTo>
                    <a:pt x="21325" y="5496"/>
                    <a:pt x="25695" y="3294"/>
                    <a:pt x="30526" y="3294"/>
                  </a:cubicBezTo>
                  <a:close/>
                  <a:moveTo>
                    <a:pt x="30528" y="0"/>
                  </a:moveTo>
                  <a:cubicBezTo>
                    <a:pt x="25174" y="0"/>
                    <a:pt x="20120" y="2157"/>
                    <a:pt x="15685" y="5244"/>
                  </a:cubicBezTo>
                  <a:cubicBezTo>
                    <a:pt x="13162" y="6976"/>
                    <a:pt x="10791" y="8952"/>
                    <a:pt x="8450" y="10958"/>
                  </a:cubicBezTo>
                  <a:cubicBezTo>
                    <a:pt x="6110" y="12964"/>
                    <a:pt x="4195" y="15061"/>
                    <a:pt x="4256" y="18223"/>
                  </a:cubicBezTo>
                  <a:cubicBezTo>
                    <a:pt x="4271" y="18679"/>
                    <a:pt x="4452" y="19013"/>
                    <a:pt x="4714" y="19228"/>
                  </a:cubicBezTo>
                  <a:lnTo>
                    <a:pt x="4714" y="19228"/>
                  </a:lnTo>
                  <a:cubicBezTo>
                    <a:pt x="3371" y="20680"/>
                    <a:pt x="2352" y="22446"/>
                    <a:pt x="1642" y="24302"/>
                  </a:cubicBezTo>
                  <a:cubicBezTo>
                    <a:pt x="1034" y="25943"/>
                    <a:pt x="973" y="27554"/>
                    <a:pt x="608" y="29226"/>
                  </a:cubicBezTo>
                  <a:cubicBezTo>
                    <a:pt x="274" y="30928"/>
                    <a:pt x="0" y="32356"/>
                    <a:pt x="456" y="34089"/>
                  </a:cubicBezTo>
                  <a:cubicBezTo>
                    <a:pt x="699" y="35092"/>
                    <a:pt x="1064" y="36034"/>
                    <a:pt x="1247" y="37037"/>
                  </a:cubicBezTo>
                  <a:cubicBezTo>
                    <a:pt x="1459" y="38314"/>
                    <a:pt x="1247" y="39317"/>
                    <a:pt x="973" y="40563"/>
                  </a:cubicBezTo>
                  <a:cubicBezTo>
                    <a:pt x="608" y="42357"/>
                    <a:pt x="31" y="44302"/>
                    <a:pt x="304" y="46156"/>
                  </a:cubicBezTo>
                  <a:cubicBezTo>
                    <a:pt x="665" y="48587"/>
                    <a:pt x="2571" y="50790"/>
                    <a:pt x="4918" y="51284"/>
                  </a:cubicBezTo>
                  <a:lnTo>
                    <a:pt x="4918" y="51284"/>
                  </a:lnTo>
                  <a:cubicBezTo>
                    <a:pt x="5568" y="55299"/>
                    <a:pt x="8291" y="58979"/>
                    <a:pt x="12067" y="60624"/>
                  </a:cubicBezTo>
                  <a:cubicBezTo>
                    <a:pt x="14077" y="61510"/>
                    <a:pt x="16205" y="61666"/>
                    <a:pt x="18356" y="61666"/>
                  </a:cubicBezTo>
                  <a:cubicBezTo>
                    <a:pt x="19531" y="61666"/>
                    <a:pt x="20713" y="61620"/>
                    <a:pt x="21886" y="61620"/>
                  </a:cubicBezTo>
                  <a:cubicBezTo>
                    <a:pt x="24611" y="61620"/>
                    <a:pt x="27289" y="61871"/>
                    <a:pt x="29727" y="63542"/>
                  </a:cubicBezTo>
                  <a:cubicBezTo>
                    <a:pt x="31004" y="64393"/>
                    <a:pt x="31916" y="65305"/>
                    <a:pt x="33314" y="65944"/>
                  </a:cubicBezTo>
                  <a:cubicBezTo>
                    <a:pt x="34591" y="66521"/>
                    <a:pt x="35837" y="67038"/>
                    <a:pt x="37205" y="67372"/>
                  </a:cubicBezTo>
                  <a:cubicBezTo>
                    <a:pt x="38663" y="67728"/>
                    <a:pt x="40183" y="67948"/>
                    <a:pt x="41705" y="67948"/>
                  </a:cubicBezTo>
                  <a:cubicBezTo>
                    <a:pt x="42785" y="67948"/>
                    <a:pt x="43866" y="67837"/>
                    <a:pt x="44925" y="67585"/>
                  </a:cubicBezTo>
                  <a:cubicBezTo>
                    <a:pt x="50761" y="66187"/>
                    <a:pt x="52585" y="60594"/>
                    <a:pt x="54165" y="55487"/>
                  </a:cubicBezTo>
                  <a:cubicBezTo>
                    <a:pt x="57722" y="44089"/>
                    <a:pt x="59728" y="31171"/>
                    <a:pt x="55351" y="19712"/>
                  </a:cubicBezTo>
                  <a:cubicBezTo>
                    <a:pt x="51703" y="10168"/>
                    <a:pt x="43831" y="1687"/>
                    <a:pt x="33314" y="198"/>
                  </a:cubicBezTo>
                  <a:cubicBezTo>
                    <a:pt x="32377" y="64"/>
                    <a:pt x="31448" y="0"/>
                    <a:pt x="305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20"/>
            <p:cNvSpPr/>
            <p:nvPr/>
          </p:nvSpPr>
          <p:spPr>
            <a:xfrm rot="6817983">
              <a:off x="2128619" y="4429538"/>
              <a:ext cx="850525" cy="1151674"/>
            </a:xfrm>
            <a:custGeom>
              <a:avLst/>
              <a:gdLst/>
              <a:ahLst/>
              <a:cxnLst/>
              <a:rect l="l" t="t" r="r" b="b"/>
              <a:pathLst>
                <a:path w="31739" h="42977" extrusionOk="0">
                  <a:moveTo>
                    <a:pt x="2341" y="25"/>
                  </a:moveTo>
                  <a:cubicBezTo>
                    <a:pt x="1031" y="25"/>
                    <a:pt x="1" y="1830"/>
                    <a:pt x="826" y="2949"/>
                  </a:cubicBezTo>
                  <a:cubicBezTo>
                    <a:pt x="1950" y="4469"/>
                    <a:pt x="2771" y="5380"/>
                    <a:pt x="4686" y="6019"/>
                  </a:cubicBezTo>
                  <a:cubicBezTo>
                    <a:pt x="6115" y="6475"/>
                    <a:pt x="7725" y="6687"/>
                    <a:pt x="9245" y="6748"/>
                  </a:cubicBezTo>
                  <a:cubicBezTo>
                    <a:pt x="9368" y="6753"/>
                    <a:pt x="9492" y="6755"/>
                    <a:pt x="9617" y="6755"/>
                  </a:cubicBezTo>
                  <a:cubicBezTo>
                    <a:pt x="11270" y="6755"/>
                    <a:pt x="13089" y="6354"/>
                    <a:pt x="14830" y="6354"/>
                  </a:cubicBezTo>
                  <a:cubicBezTo>
                    <a:pt x="16208" y="6354"/>
                    <a:pt x="17538" y="6606"/>
                    <a:pt x="18698" y="7508"/>
                  </a:cubicBezTo>
                  <a:cubicBezTo>
                    <a:pt x="19701" y="8298"/>
                    <a:pt x="20340" y="9545"/>
                    <a:pt x="21282" y="10426"/>
                  </a:cubicBezTo>
                  <a:cubicBezTo>
                    <a:pt x="22376" y="11429"/>
                    <a:pt x="23835" y="11429"/>
                    <a:pt x="24960" y="12371"/>
                  </a:cubicBezTo>
                  <a:cubicBezTo>
                    <a:pt x="27452" y="14408"/>
                    <a:pt x="27665" y="18359"/>
                    <a:pt x="27726" y="21308"/>
                  </a:cubicBezTo>
                  <a:cubicBezTo>
                    <a:pt x="27817" y="24773"/>
                    <a:pt x="25963" y="27053"/>
                    <a:pt x="24777" y="30092"/>
                  </a:cubicBezTo>
                  <a:cubicBezTo>
                    <a:pt x="24170" y="31673"/>
                    <a:pt x="24078" y="33162"/>
                    <a:pt x="22741" y="34347"/>
                  </a:cubicBezTo>
                  <a:cubicBezTo>
                    <a:pt x="21677" y="35259"/>
                    <a:pt x="20340" y="35989"/>
                    <a:pt x="19063" y="36536"/>
                  </a:cubicBezTo>
                  <a:cubicBezTo>
                    <a:pt x="17665" y="37113"/>
                    <a:pt x="16206" y="37569"/>
                    <a:pt x="14777" y="38086"/>
                  </a:cubicBezTo>
                  <a:cubicBezTo>
                    <a:pt x="13258" y="38633"/>
                    <a:pt x="11616" y="39332"/>
                    <a:pt x="10005" y="39424"/>
                  </a:cubicBezTo>
                  <a:cubicBezTo>
                    <a:pt x="7786" y="39575"/>
                    <a:pt x="5689" y="39940"/>
                    <a:pt x="4382" y="41946"/>
                  </a:cubicBezTo>
                  <a:cubicBezTo>
                    <a:pt x="4060" y="42453"/>
                    <a:pt x="4539" y="42977"/>
                    <a:pt x="5029" y="42977"/>
                  </a:cubicBezTo>
                  <a:cubicBezTo>
                    <a:pt x="5186" y="42977"/>
                    <a:pt x="5343" y="42923"/>
                    <a:pt x="5476" y="42797"/>
                  </a:cubicBezTo>
                  <a:cubicBezTo>
                    <a:pt x="6449" y="41886"/>
                    <a:pt x="7695" y="41673"/>
                    <a:pt x="8941" y="41642"/>
                  </a:cubicBezTo>
                  <a:cubicBezTo>
                    <a:pt x="9108" y="41642"/>
                    <a:pt x="9279" y="41640"/>
                    <a:pt x="9452" y="41640"/>
                  </a:cubicBezTo>
                  <a:cubicBezTo>
                    <a:pt x="9969" y="41640"/>
                    <a:pt x="10499" y="41658"/>
                    <a:pt x="10978" y="41794"/>
                  </a:cubicBezTo>
                  <a:cubicBezTo>
                    <a:pt x="11677" y="41977"/>
                    <a:pt x="12224" y="42341"/>
                    <a:pt x="12923" y="42493"/>
                  </a:cubicBezTo>
                  <a:cubicBezTo>
                    <a:pt x="13928" y="42697"/>
                    <a:pt x="14926" y="42798"/>
                    <a:pt x="15914" y="42798"/>
                  </a:cubicBezTo>
                  <a:cubicBezTo>
                    <a:pt x="17733" y="42798"/>
                    <a:pt x="19518" y="42453"/>
                    <a:pt x="21252" y="41764"/>
                  </a:cubicBezTo>
                  <a:cubicBezTo>
                    <a:pt x="23714" y="40791"/>
                    <a:pt x="26753" y="39424"/>
                    <a:pt x="28182" y="37113"/>
                  </a:cubicBezTo>
                  <a:cubicBezTo>
                    <a:pt x="28881" y="35958"/>
                    <a:pt x="29154" y="34651"/>
                    <a:pt x="29246" y="33344"/>
                  </a:cubicBezTo>
                  <a:cubicBezTo>
                    <a:pt x="29367" y="31794"/>
                    <a:pt x="29641" y="30518"/>
                    <a:pt x="30127" y="29059"/>
                  </a:cubicBezTo>
                  <a:cubicBezTo>
                    <a:pt x="31738" y="24074"/>
                    <a:pt x="31525" y="18481"/>
                    <a:pt x="28486" y="14074"/>
                  </a:cubicBezTo>
                  <a:cubicBezTo>
                    <a:pt x="27209" y="12250"/>
                    <a:pt x="25781" y="11034"/>
                    <a:pt x="23774" y="10031"/>
                  </a:cubicBezTo>
                  <a:cubicBezTo>
                    <a:pt x="21799" y="9058"/>
                    <a:pt x="20005" y="6809"/>
                    <a:pt x="19002" y="4833"/>
                  </a:cubicBezTo>
                  <a:cubicBezTo>
                    <a:pt x="17665" y="2189"/>
                    <a:pt x="14717" y="1277"/>
                    <a:pt x="11890" y="1216"/>
                  </a:cubicBezTo>
                  <a:cubicBezTo>
                    <a:pt x="11668" y="1212"/>
                    <a:pt x="11449" y="1211"/>
                    <a:pt x="11232" y="1211"/>
                  </a:cubicBezTo>
                  <a:cubicBezTo>
                    <a:pt x="10943" y="1211"/>
                    <a:pt x="10657" y="1213"/>
                    <a:pt x="10373" y="1213"/>
                  </a:cubicBezTo>
                  <a:cubicBezTo>
                    <a:pt x="9380" y="1213"/>
                    <a:pt x="8414" y="1186"/>
                    <a:pt x="7422" y="943"/>
                  </a:cubicBezTo>
                  <a:cubicBezTo>
                    <a:pt x="6570" y="730"/>
                    <a:pt x="5780" y="396"/>
                    <a:pt x="4929" y="213"/>
                  </a:cubicBezTo>
                  <a:cubicBezTo>
                    <a:pt x="4108" y="0"/>
                    <a:pt x="3318" y="122"/>
                    <a:pt x="2467" y="31"/>
                  </a:cubicBezTo>
                  <a:cubicBezTo>
                    <a:pt x="2425" y="27"/>
                    <a:pt x="2383" y="25"/>
                    <a:pt x="2341" y="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20"/>
            <p:cNvSpPr/>
            <p:nvPr/>
          </p:nvSpPr>
          <p:spPr>
            <a:xfrm rot="4219206" flipH="1">
              <a:off x="4248843" y="4553237"/>
              <a:ext cx="818185" cy="904322"/>
            </a:xfrm>
            <a:custGeom>
              <a:avLst/>
              <a:gdLst/>
              <a:ahLst/>
              <a:cxnLst/>
              <a:rect l="l" t="t" r="r" b="b"/>
              <a:pathLst>
                <a:path w="37539" h="41491" extrusionOk="0">
                  <a:moveTo>
                    <a:pt x="25521" y="0"/>
                  </a:moveTo>
                  <a:cubicBezTo>
                    <a:pt x="20655" y="0"/>
                    <a:pt x="16565" y="3657"/>
                    <a:pt x="12158" y="5875"/>
                  </a:cubicBezTo>
                  <a:cubicBezTo>
                    <a:pt x="10608" y="6665"/>
                    <a:pt x="8876" y="7395"/>
                    <a:pt x="7933" y="8854"/>
                  </a:cubicBezTo>
                  <a:cubicBezTo>
                    <a:pt x="7204" y="10039"/>
                    <a:pt x="7113" y="11498"/>
                    <a:pt x="7022" y="12866"/>
                  </a:cubicBezTo>
                  <a:cubicBezTo>
                    <a:pt x="6870" y="16209"/>
                    <a:pt x="6687" y="19553"/>
                    <a:pt x="6505" y="22927"/>
                  </a:cubicBezTo>
                  <a:cubicBezTo>
                    <a:pt x="6444" y="24447"/>
                    <a:pt x="6292" y="26088"/>
                    <a:pt x="5259" y="27213"/>
                  </a:cubicBezTo>
                  <a:cubicBezTo>
                    <a:pt x="4499" y="28003"/>
                    <a:pt x="3374" y="28398"/>
                    <a:pt x="2736" y="29280"/>
                  </a:cubicBezTo>
                  <a:cubicBezTo>
                    <a:pt x="0" y="33049"/>
                    <a:pt x="8997" y="38581"/>
                    <a:pt x="11794" y="40070"/>
                  </a:cubicBezTo>
                  <a:cubicBezTo>
                    <a:pt x="13632" y="41042"/>
                    <a:pt x="15805" y="41491"/>
                    <a:pt x="18028" y="41491"/>
                  </a:cubicBezTo>
                  <a:cubicBezTo>
                    <a:pt x="21575" y="41491"/>
                    <a:pt x="25250" y="40348"/>
                    <a:pt x="27903" y="38368"/>
                  </a:cubicBezTo>
                  <a:cubicBezTo>
                    <a:pt x="31125" y="35997"/>
                    <a:pt x="32554" y="31985"/>
                    <a:pt x="33861" y="28216"/>
                  </a:cubicBezTo>
                  <a:cubicBezTo>
                    <a:pt x="35685" y="22805"/>
                    <a:pt x="37539" y="17152"/>
                    <a:pt x="36749" y="11498"/>
                  </a:cubicBezTo>
                  <a:cubicBezTo>
                    <a:pt x="35958" y="5845"/>
                    <a:pt x="31642" y="252"/>
                    <a:pt x="25928" y="9"/>
                  </a:cubicBezTo>
                  <a:cubicBezTo>
                    <a:pt x="25791" y="3"/>
                    <a:pt x="25656" y="0"/>
                    <a:pt x="255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72" name="Google Shape;2972;p20"/>
            <p:cNvGrpSpPr/>
            <p:nvPr/>
          </p:nvGrpSpPr>
          <p:grpSpPr>
            <a:xfrm rot="10800000" flipH="1">
              <a:off x="5368899" y="4945262"/>
              <a:ext cx="1378006" cy="704067"/>
              <a:chOff x="1041325" y="3967675"/>
              <a:chExt cx="974200" cy="497750"/>
            </a:xfrm>
          </p:grpSpPr>
          <p:sp>
            <p:nvSpPr>
              <p:cNvPr id="2973" name="Google Shape;2973;p20"/>
              <p:cNvSpPr/>
              <p:nvPr/>
            </p:nvSpPr>
            <p:spPr>
              <a:xfrm>
                <a:off x="1901525" y="4241225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95" y="1"/>
                    </a:moveTo>
                    <a:cubicBezTo>
                      <a:pt x="0" y="1"/>
                      <a:pt x="0" y="578"/>
                      <a:pt x="395" y="578"/>
                    </a:cubicBezTo>
                    <a:cubicBezTo>
                      <a:pt x="760" y="578"/>
                      <a:pt x="760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20"/>
              <p:cNvSpPr/>
              <p:nvPr/>
            </p:nvSpPr>
            <p:spPr>
              <a:xfrm>
                <a:off x="1801975" y="4314175"/>
                <a:ext cx="41050" cy="39850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1594" extrusionOk="0">
                    <a:moveTo>
                      <a:pt x="669" y="1"/>
                    </a:moveTo>
                    <a:cubicBezTo>
                      <a:pt x="517" y="1"/>
                      <a:pt x="335" y="62"/>
                      <a:pt x="213" y="183"/>
                    </a:cubicBezTo>
                    <a:cubicBezTo>
                      <a:pt x="92" y="305"/>
                      <a:pt x="0" y="487"/>
                      <a:pt x="31" y="639"/>
                    </a:cubicBezTo>
                    <a:lnTo>
                      <a:pt x="61" y="822"/>
                    </a:lnTo>
                    <a:cubicBezTo>
                      <a:pt x="92" y="943"/>
                      <a:pt x="122" y="1034"/>
                      <a:pt x="213" y="1125"/>
                    </a:cubicBezTo>
                    <a:cubicBezTo>
                      <a:pt x="277" y="1190"/>
                      <a:pt x="357" y="1239"/>
                      <a:pt x="441" y="1273"/>
                    </a:cubicBezTo>
                    <a:lnTo>
                      <a:pt x="441" y="1273"/>
                    </a:lnTo>
                    <a:cubicBezTo>
                      <a:pt x="474" y="1295"/>
                      <a:pt x="495" y="1317"/>
                      <a:pt x="517" y="1338"/>
                    </a:cubicBezTo>
                    <a:cubicBezTo>
                      <a:pt x="568" y="1372"/>
                      <a:pt x="619" y="1397"/>
                      <a:pt x="670" y="1417"/>
                    </a:cubicBezTo>
                    <a:lnTo>
                      <a:pt x="670" y="1417"/>
                    </a:lnTo>
                    <a:cubicBezTo>
                      <a:pt x="720" y="1449"/>
                      <a:pt x="771" y="1495"/>
                      <a:pt x="821" y="1521"/>
                    </a:cubicBezTo>
                    <a:cubicBezTo>
                      <a:pt x="894" y="1569"/>
                      <a:pt x="986" y="1594"/>
                      <a:pt x="1081" y="1594"/>
                    </a:cubicBezTo>
                    <a:cubicBezTo>
                      <a:pt x="1222" y="1594"/>
                      <a:pt x="1368" y="1539"/>
                      <a:pt x="1459" y="1429"/>
                    </a:cubicBezTo>
                    <a:cubicBezTo>
                      <a:pt x="1520" y="1369"/>
                      <a:pt x="1581" y="1277"/>
                      <a:pt x="1611" y="1217"/>
                    </a:cubicBezTo>
                    <a:cubicBezTo>
                      <a:pt x="1642" y="1095"/>
                      <a:pt x="1611" y="882"/>
                      <a:pt x="1551" y="791"/>
                    </a:cubicBezTo>
                    <a:cubicBezTo>
                      <a:pt x="1525" y="741"/>
                      <a:pt x="1479" y="690"/>
                      <a:pt x="1447" y="640"/>
                    </a:cubicBezTo>
                    <a:lnTo>
                      <a:pt x="1447" y="640"/>
                    </a:lnTo>
                    <a:cubicBezTo>
                      <a:pt x="1427" y="589"/>
                      <a:pt x="1402" y="538"/>
                      <a:pt x="1368" y="487"/>
                    </a:cubicBezTo>
                    <a:cubicBezTo>
                      <a:pt x="1346" y="465"/>
                      <a:pt x="1325" y="444"/>
                      <a:pt x="1303" y="411"/>
                    </a:cubicBezTo>
                    <a:lnTo>
                      <a:pt x="1303" y="411"/>
                    </a:lnTo>
                    <a:cubicBezTo>
                      <a:pt x="1269" y="327"/>
                      <a:pt x="1220" y="248"/>
                      <a:pt x="1155" y="183"/>
                    </a:cubicBezTo>
                    <a:cubicBezTo>
                      <a:pt x="1003" y="62"/>
                      <a:pt x="882" y="1"/>
                      <a:pt x="6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20"/>
              <p:cNvSpPr/>
              <p:nvPr/>
            </p:nvSpPr>
            <p:spPr>
              <a:xfrm>
                <a:off x="1731300" y="4183425"/>
                <a:ext cx="38775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098" extrusionOk="0">
                    <a:moveTo>
                      <a:pt x="654" y="0"/>
                    </a:moveTo>
                    <a:cubicBezTo>
                      <a:pt x="553" y="0"/>
                      <a:pt x="459" y="26"/>
                      <a:pt x="365" y="64"/>
                    </a:cubicBezTo>
                    <a:cubicBezTo>
                      <a:pt x="1" y="246"/>
                      <a:pt x="1" y="854"/>
                      <a:pt x="365" y="1006"/>
                    </a:cubicBezTo>
                    <a:cubicBezTo>
                      <a:pt x="473" y="1049"/>
                      <a:pt x="580" y="1092"/>
                      <a:pt x="698" y="1092"/>
                    </a:cubicBezTo>
                    <a:cubicBezTo>
                      <a:pt x="709" y="1092"/>
                      <a:pt x="720" y="1091"/>
                      <a:pt x="731" y="1091"/>
                    </a:cubicBezTo>
                    <a:lnTo>
                      <a:pt x="731" y="1091"/>
                    </a:lnTo>
                    <a:lnTo>
                      <a:pt x="700" y="1097"/>
                    </a:lnTo>
                    <a:lnTo>
                      <a:pt x="700" y="1097"/>
                    </a:lnTo>
                    <a:lnTo>
                      <a:pt x="737" y="1090"/>
                    </a:lnTo>
                    <a:lnTo>
                      <a:pt x="737" y="1090"/>
                    </a:lnTo>
                    <a:cubicBezTo>
                      <a:pt x="767" y="1088"/>
                      <a:pt x="798" y="1082"/>
                      <a:pt x="830" y="1073"/>
                    </a:cubicBezTo>
                    <a:lnTo>
                      <a:pt x="830" y="1073"/>
                    </a:lnTo>
                    <a:lnTo>
                      <a:pt x="1034" y="1036"/>
                    </a:lnTo>
                    <a:cubicBezTo>
                      <a:pt x="1186" y="1036"/>
                      <a:pt x="1308" y="1006"/>
                      <a:pt x="1399" y="915"/>
                    </a:cubicBezTo>
                    <a:cubicBezTo>
                      <a:pt x="1490" y="823"/>
                      <a:pt x="1551" y="671"/>
                      <a:pt x="1551" y="550"/>
                    </a:cubicBezTo>
                    <a:cubicBezTo>
                      <a:pt x="1551" y="428"/>
                      <a:pt x="1490" y="276"/>
                      <a:pt x="1399" y="185"/>
                    </a:cubicBezTo>
                    <a:cubicBezTo>
                      <a:pt x="1308" y="94"/>
                      <a:pt x="1186" y="64"/>
                      <a:pt x="1034" y="33"/>
                    </a:cubicBezTo>
                    <a:lnTo>
                      <a:pt x="742" y="7"/>
                    </a:lnTo>
                    <a:lnTo>
                      <a:pt x="742" y="7"/>
                    </a:lnTo>
                    <a:cubicBezTo>
                      <a:pt x="712" y="2"/>
                      <a:pt x="683" y="0"/>
                      <a:pt x="6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20"/>
              <p:cNvSpPr/>
              <p:nvPr/>
            </p:nvSpPr>
            <p:spPr>
              <a:xfrm>
                <a:off x="1722175" y="4257200"/>
                <a:ext cx="28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913" extrusionOk="0">
                    <a:moveTo>
                      <a:pt x="578" y="0"/>
                    </a:moveTo>
                    <a:cubicBezTo>
                      <a:pt x="1" y="0"/>
                      <a:pt x="1" y="912"/>
                      <a:pt x="578" y="912"/>
                    </a:cubicBezTo>
                    <a:cubicBezTo>
                      <a:pt x="1156" y="912"/>
                      <a:pt x="1156" y="0"/>
                      <a:pt x="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20"/>
              <p:cNvSpPr/>
              <p:nvPr/>
            </p:nvSpPr>
            <p:spPr>
              <a:xfrm>
                <a:off x="1638600" y="4324675"/>
                <a:ext cx="41050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1259" extrusionOk="0">
                    <a:moveTo>
                      <a:pt x="851" y="37"/>
                    </a:moveTo>
                    <a:cubicBezTo>
                      <a:pt x="865" y="37"/>
                      <a:pt x="879" y="38"/>
                      <a:pt x="892" y="41"/>
                    </a:cubicBezTo>
                    <a:lnTo>
                      <a:pt x="892" y="41"/>
                    </a:lnTo>
                    <a:lnTo>
                      <a:pt x="882" y="37"/>
                    </a:lnTo>
                    <a:close/>
                    <a:moveTo>
                      <a:pt x="926" y="1204"/>
                    </a:moveTo>
                    <a:lnTo>
                      <a:pt x="882" y="1222"/>
                    </a:lnTo>
                    <a:lnTo>
                      <a:pt x="730" y="1222"/>
                    </a:lnTo>
                    <a:lnTo>
                      <a:pt x="926" y="1204"/>
                    </a:lnTo>
                    <a:close/>
                    <a:moveTo>
                      <a:pt x="577" y="0"/>
                    </a:moveTo>
                    <a:cubicBezTo>
                      <a:pt x="440" y="0"/>
                      <a:pt x="292" y="83"/>
                      <a:pt x="213" y="189"/>
                    </a:cubicBezTo>
                    <a:cubicBezTo>
                      <a:pt x="91" y="280"/>
                      <a:pt x="0" y="462"/>
                      <a:pt x="0" y="645"/>
                    </a:cubicBezTo>
                    <a:cubicBezTo>
                      <a:pt x="31" y="797"/>
                      <a:pt x="61" y="979"/>
                      <a:pt x="213" y="1070"/>
                    </a:cubicBezTo>
                    <a:cubicBezTo>
                      <a:pt x="319" y="1176"/>
                      <a:pt x="447" y="1258"/>
                      <a:pt x="579" y="1258"/>
                    </a:cubicBezTo>
                    <a:cubicBezTo>
                      <a:pt x="599" y="1258"/>
                      <a:pt x="619" y="1257"/>
                      <a:pt x="639" y="1253"/>
                    </a:cubicBezTo>
                    <a:lnTo>
                      <a:pt x="851" y="1253"/>
                    </a:lnTo>
                    <a:cubicBezTo>
                      <a:pt x="885" y="1236"/>
                      <a:pt x="919" y="1219"/>
                      <a:pt x="953" y="1202"/>
                    </a:cubicBezTo>
                    <a:lnTo>
                      <a:pt x="953" y="1202"/>
                    </a:lnTo>
                    <a:lnTo>
                      <a:pt x="1064" y="1192"/>
                    </a:lnTo>
                    <a:cubicBezTo>
                      <a:pt x="1216" y="1192"/>
                      <a:pt x="1338" y="1161"/>
                      <a:pt x="1459" y="1040"/>
                    </a:cubicBezTo>
                    <a:cubicBezTo>
                      <a:pt x="1581" y="949"/>
                      <a:pt x="1642" y="766"/>
                      <a:pt x="1642" y="614"/>
                    </a:cubicBezTo>
                    <a:cubicBezTo>
                      <a:pt x="1642" y="493"/>
                      <a:pt x="1581" y="310"/>
                      <a:pt x="1459" y="219"/>
                    </a:cubicBezTo>
                    <a:cubicBezTo>
                      <a:pt x="1338" y="98"/>
                      <a:pt x="1216" y="67"/>
                      <a:pt x="1064" y="37"/>
                    </a:cubicBezTo>
                    <a:lnTo>
                      <a:pt x="1064" y="67"/>
                    </a:lnTo>
                    <a:lnTo>
                      <a:pt x="944" y="56"/>
                    </a:lnTo>
                    <a:lnTo>
                      <a:pt x="944" y="56"/>
                    </a:lnTo>
                    <a:cubicBezTo>
                      <a:pt x="927" y="50"/>
                      <a:pt x="910" y="44"/>
                      <a:pt x="892" y="41"/>
                    </a:cubicBezTo>
                    <a:lnTo>
                      <a:pt x="892" y="41"/>
                    </a:lnTo>
                    <a:lnTo>
                      <a:pt x="926" y="55"/>
                    </a:lnTo>
                    <a:lnTo>
                      <a:pt x="926" y="55"/>
                    </a:lnTo>
                    <a:lnTo>
                      <a:pt x="730" y="37"/>
                    </a:lnTo>
                    <a:lnTo>
                      <a:pt x="851" y="37"/>
                    </a:lnTo>
                    <a:cubicBezTo>
                      <a:pt x="791" y="6"/>
                      <a:pt x="730" y="6"/>
                      <a:pt x="639" y="6"/>
                    </a:cubicBezTo>
                    <a:cubicBezTo>
                      <a:pt x="619" y="2"/>
                      <a:pt x="598" y="0"/>
                      <a:pt x="5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20"/>
              <p:cNvSpPr/>
              <p:nvPr/>
            </p:nvSpPr>
            <p:spPr>
              <a:xfrm>
                <a:off x="1579325" y="4214650"/>
                <a:ext cx="2815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1490" extrusionOk="0">
                    <a:moveTo>
                      <a:pt x="548" y="0"/>
                    </a:moveTo>
                    <a:cubicBezTo>
                      <a:pt x="244" y="0"/>
                      <a:pt x="31" y="243"/>
                      <a:pt x="0" y="547"/>
                    </a:cubicBezTo>
                    <a:cubicBezTo>
                      <a:pt x="0" y="699"/>
                      <a:pt x="0" y="821"/>
                      <a:pt x="31" y="942"/>
                    </a:cubicBezTo>
                    <a:cubicBezTo>
                      <a:pt x="31" y="1094"/>
                      <a:pt x="61" y="1216"/>
                      <a:pt x="183" y="1307"/>
                    </a:cubicBezTo>
                    <a:cubicBezTo>
                      <a:pt x="274" y="1429"/>
                      <a:pt x="426" y="1489"/>
                      <a:pt x="548" y="1489"/>
                    </a:cubicBezTo>
                    <a:cubicBezTo>
                      <a:pt x="882" y="1459"/>
                      <a:pt x="1064" y="1246"/>
                      <a:pt x="1095" y="942"/>
                    </a:cubicBezTo>
                    <a:cubicBezTo>
                      <a:pt x="1095" y="821"/>
                      <a:pt x="1125" y="669"/>
                      <a:pt x="1125" y="547"/>
                    </a:cubicBezTo>
                    <a:cubicBezTo>
                      <a:pt x="1095" y="395"/>
                      <a:pt x="1064" y="274"/>
                      <a:pt x="943" y="152"/>
                    </a:cubicBezTo>
                    <a:cubicBezTo>
                      <a:pt x="851" y="61"/>
                      <a:pt x="700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20"/>
              <p:cNvSpPr/>
              <p:nvPr/>
            </p:nvSpPr>
            <p:spPr>
              <a:xfrm>
                <a:off x="1644675" y="4281500"/>
                <a:ext cx="205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0" extrusionOk="0">
                    <a:moveTo>
                      <a:pt x="396" y="1"/>
                    </a:moveTo>
                    <a:cubicBezTo>
                      <a:pt x="0" y="1"/>
                      <a:pt x="0" y="639"/>
                      <a:pt x="396" y="639"/>
                    </a:cubicBezTo>
                    <a:cubicBezTo>
                      <a:pt x="821" y="639"/>
                      <a:pt x="821" y="1"/>
                      <a:pt x="3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20"/>
              <p:cNvSpPr/>
              <p:nvPr/>
            </p:nvSpPr>
            <p:spPr>
              <a:xfrm>
                <a:off x="1647725" y="4152325"/>
                <a:ext cx="34975" cy="27375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095" extrusionOk="0">
                    <a:moveTo>
                      <a:pt x="699" y="1"/>
                    </a:moveTo>
                    <a:cubicBezTo>
                      <a:pt x="0" y="1"/>
                      <a:pt x="0" y="1095"/>
                      <a:pt x="699" y="1095"/>
                    </a:cubicBezTo>
                    <a:cubicBezTo>
                      <a:pt x="1398" y="1095"/>
                      <a:pt x="1398" y="1"/>
                      <a:pt x="6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20"/>
              <p:cNvSpPr/>
              <p:nvPr/>
            </p:nvSpPr>
            <p:spPr>
              <a:xfrm>
                <a:off x="1537525" y="4326900"/>
                <a:ext cx="29675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498" extrusionOk="0">
                    <a:moveTo>
                      <a:pt x="593" y="1"/>
                    </a:moveTo>
                    <a:cubicBezTo>
                      <a:pt x="457" y="1"/>
                      <a:pt x="320" y="54"/>
                      <a:pt x="213" y="161"/>
                    </a:cubicBezTo>
                    <a:lnTo>
                      <a:pt x="183" y="161"/>
                    </a:lnTo>
                    <a:cubicBezTo>
                      <a:pt x="31" y="313"/>
                      <a:pt x="1" y="525"/>
                      <a:pt x="31" y="738"/>
                    </a:cubicBezTo>
                    <a:lnTo>
                      <a:pt x="31" y="616"/>
                    </a:lnTo>
                    <a:lnTo>
                      <a:pt x="61" y="951"/>
                    </a:lnTo>
                    <a:cubicBezTo>
                      <a:pt x="61" y="1103"/>
                      <a:pt x="122" y="1224"/>
                      <a:pt x="213" y="1346"/>
                    </a:cubicBezTo>
                    <a:cubicBezTo>
                      <a:pt x="305" y="1437"/>
                      <a:pt x="457" y="1498"/>
                      <a:pt x="609" y="1498"/>
                    </a:cubicBezTo>
                    <a:cubicBezTo>
                      <a:pt x="730" y="1498"/>
                      <a:pt x="882" y="1437"/>
                      <a:pt x="973" y="1346"/>
                    </a:cubicBezTo>
                    <a:cubicBezTo>
                      <a:pt x="1065" y="1224"/>
                      <a:pt x="1125" y="1103"/>
                      <a:pt x="1125" y="951"/>
                    </a:cubicBezTo>
                    <a:lnTo>
                      <a:pt x="1144" y="750"/>
                    </a:lnTo>
                    <a:lnTo>
                      <a:pt x="1144" y="750"/>
                    </a:lnTo>
                    <a:lnTo>
                      <a:pt x="1156" y="738"/>
                    </a:lnTo>
                    <a:cubicBezTo>
                      <a:pt x="1186" y="556"/>
                      <a:pt x="1156" y="313"/>
                      <a:pt x="1004" y="161"/>
                    </a:cubicBezTo>
                    <a:lnTo>
                      <a:pt x="973" y="161"/>
                    </a:lnTo>
                    <a:cubicBezTo>
                      <a:pt x="867" y="54"/>
                      <a:pt x="730" y="1"/>
                      <a:pt x="5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20"/>
              <p:cNvSpPr/>
              <p:nvPr/>
            </p:nvSpPr>
            <p:spPr>
              <a:xfrm>
                <a:off x="1704700" y="4362050"/>
                <a:ext cx="228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31" extrusionOk="0">
                    <a:moveTo>
                      <a:pt x="457" y="1"/>
                    </a:moveTo>
                    <a:cubicBezTo>
                      <a:pt x="1" y="1"/>
                      <a:pt x="1" y="730"/>
                      <a:pt x="457" y="730"/>
                    </a:cubicBezTo>
                    <a:cubicBezTo>
                      <a:pt x="913" y="730"/>
                      <a:pt x="913" y="1"/>
                      <a:pt x="4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20"/>
              <p:cNvSpPr/>
              <p:nvPr/>
            </p:nvSpPr>
            <p:spPr>
              <a:xfrm>
                <a:off x="1862000" y="4406125"/>
                <a:ext cx="167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18" extrusionOk="0">
                    <a:moveTo>
                      <a:pt x="335" y="1"/>
                    </a:moveTo>
                    <a:cubicBezTo>
                      <a:pt x="1" y="1"/>
                      <a:pt x="1" y="517"/>
                      <a:pt x="335" y="517"/>
                    </a:cubicBezTo>
                    <a:cubicBezTo>
                      <a:pt x="669" y="517"/>
                      <a:pt x="669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20"/>
              <p:cNvSpPr/>
              <p:nvPr/>
            </p:nvSpPr>
            <p:spPr>
              <a:xfrm>
                <a:off x="1889350" y="4228700"/>
                <a:ext cx="2360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234" extrusionOk="0">
                    <a:moveTo>
                      <a:pt x="472" y="0"/>
                    </a:moveTo>
                    <a:cubicBezTo>
                      <a:pt x="312" y="0"/>
                      <a:pt x="153" y="76"/>
                      <a:pt x="92" y="228"/>
                    </a:cubicBezTo>
                    <a:cubicBezTo>
                      <a:pt x="31" y="289"/>
                      <a:pt x="31" y="380"/>
                      <a:pt x="1" y="471"/>
                    </a:cubicBezTo>
                    <a:cubicBezTo>
                      <a:pt x="1" y="502"/>
                      <a:pt x="1" y="532"/>
                      <a:pt x="1" y="593"/>
                    </a:cubicBezTo>
                    <a:cubicBezTo>
                      <a:pt x="1" y="654"/>
                      <a:pt x="1" y="715"/>
                      <a:pt x="1" y="775"/>
                    </a:cubicBezTo>
                    <a:cubicBezTo>
                      <a:pt x="30" y="1005"/>
                      <a:pt x="193" y="1234"/>
                      <a:pt x="441" y="1234"/>
                    </a:cubicBezTo>
                    <a:cubicBezTo>
                      <a:pt x="456" y="1234"/>
                      <a:pt x="472" y="1233"/>
                      <a:pt x="487" y="1231"/>
                    </a:cubicBezTo>
                    <a:cubicBezTo>
                      <a:pt x="730" y="1231"/>
                      <a:pt x="913" y="1049"/>
                      <a:pt x="943" y="775"/>
                    </a:cubicBezTo>
                    <a:lnTo>
                      <a:pt x="913" y="775"/>
                    </a:lnTo>
                    <a:cubicBezTo>
                      <a:pt x="913" y="715"/>
                      <a:pt x="943" y="654"/>
                      <a:pt x="943" y="593"/>
                    </a:cubicBezTo>
                    <a:cubicBezTo>
                      <a:pt x="943" y="563"/>
                      <a:pt x="943" y="502"/>
                      <a:pt x="913" y="471"/>
                    </a:cubicBezTo>
                    <a:cubicBezTo>
                      <a:pt x="913" y="380"/>
                      <a:pt x="882" y="319"/>
                      <a:pt x="852" y="228"/>
                    </a:cubicBezTo>
                    <a:cubicBezTo>
                      <a:pt x="791" y="76"/>
                      <a:pt x="632" y="0"/>
                      <a:pt x="4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20"/>
              <p:cNvSpPr/>
              <p:nvPr/>
            </p:nvSpPr>
            <p:spPr>
              <a:xfrm>
                <a:off x="1948625" y="4338500"/>
                <a:ext cx="27375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399" extrusionOk="0">
                    <a:moveTo>
                      <a:pt x="548" y="0"/>
                    </a:moveTo>
                    <a:cubicBezTo>
                      <a:pt x="335" y="31"/>
                      <a:pt x="122" y="183"/>
                      <a:pt x="62" y="396"/>
                    </a:cubicBezTo>
                    <a:cubicBezTo>
                      <a:pt x="1" y="548"/>
                      <a:pt x="31" y="730"/>
                      <a:pt x="62" y="912"/>
                    </a:cubicBezTo>
                    <a:cubicBezTo>
                      <a:pt x="62" y="1034"/>
                      <a:pt x="92" y="1156"/>
                      <a:pt x="214" y="1277"/>
                    </a:cubicBezTo>
                    <a:cubicBezTo>
                      <a:pt x="305" y="1338"/>
                      <a:pt x="426" y="1399"/>
                      <a:pt x="548" y="1399"/>
                    </a:cubicBezTo>
                    <a:cubicBezTo>
                      <a:pt x="852" y="1399"/>
                      <a:pt x="1034" y="1186"/>
                      <a:pt x="1065" y="912"/>
                    </a:cubicBezTo>
                    <a:cubicBezTo>
                      <a:pt x="1065" y="730"/>
                      <a:pt x="1095" y="548"/>
                      <a:pt x="1065" y="396"/>
                    </a:cubicBezTo>
                    <a:cubicBezTo>
                      <a:pt x="973" y="183"/>
                      <a:pt x="791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20"/>
              <p:cNvSpPr/>
              <p:nvPr/>
            </p:nvSpPr>
            <p:spPr>
              <a:xfrm>
                <a:off x="1886325" y="4441850"/>
                <a:ext cx="29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943" extrusionOk="0">
                    <a:moveTo>
                      <a:pt x="578" y="0"/>
                    </a:moveTo>
                    <a:cubicBezTo>
                      <a:pt x="0" y="0"/>
                      <a:pt x="0" y="943"/>
                      <a:pt x="578" y="943"/>
                    </a:cubicBezTo>
                    <a:cubicBezTo>
                      <a:pt x="1186" y="943"/>
                      <a:pt x="1186" y="0"/>
                      <a:pt x="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20"/>
              <p:cNvSpPr/>
              <p:nvPr/>
            </p:nvSpPr>
            <p:spPr>
              <a:xfrm>
                <a:off x="1745750" y="4380475"/>
                <a:ext cx="2510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898" extrusionOk="0">
                    <a:moveTo>
                      <a:pt x="559" y="1"/>
                    </a:moveTo>
                    <a:cubicBezTo>
                      <a:pt x="517" y="1"/>
                      <a:pt x="471" y="8"/>
                      <a:pt x="426" y="24"/>
                    </a:cubicBezTo>
                    <a:lnTo>
                      <a:pt x="334" y="54"/>
                    </a:lnTo>
                    <a:cubicBezTo>
                      <a:pt x="243" y="84"/>
                      <a:pt x="182" y="115"/>
                      <a:pt x="122" y="145"/>
                    </a:cubicBezTo>
                    <a:cubicBezTo>
                      <a:pt x="91" y="206"/>
                      <a:pt x="61" y="267"/>
                      <a:pt x="30" y="358"/>
                    </a:cubicBezTo>
                    <a:cubicBezTo>
                      <a:pt x="0" y="449"/>
                      <a:pt x="0" y="449"/>
                      <a:pt x="30" y="571"/>
                    </a:cubicBezTo>
                    <a:cubicBezTo>
                      <a:pt x="61" y="632"/>
                      <a:pt x="91" y="692"/>
                      <a:pt x="122" y="753"/>
                    </a:cubicBezTo>
                    <a:cubicBezTo>
                      <a:pt x="182" y="814"/>
                      <a:pt x="243" y="844"/>
                      <a:pt x="334" y="844"/>
                    </a:cubicBezTo>
                    <a:lnTo>
                      <a:pt x="426" y="875"/>
                    </a:lnTo>
                    <a:cubicBezTo>
                      <a:pt x="471" y="890"/>
                      <a:pt x="517" y="898"/>
                      <a:pt x="559" y="898"/>
                    </a:cubicBezTo>
                    <a:cubicBezTo>
                      <a:pt x="600" y="898"/>
                      <a:pt x="638" y="890"/>
                      <a:pt x="669" y="875"/>
                    </a:cubicBezTo>
                    <a:cubicBezTo>
                      <a:pt x="760" y="844"/>
                      <a:pt x="821" y="814"/>
                      <a:pt x="882" y="753"/>
                    </a:cubicBezTo>
                    <a:cubicBezTo>
                      <a:pt x="942" y="692"/>
                      <a:pt x="1003" y="571"/>
                      <a:pt x="1003" y="449"/>
                    </a:cubicBezTo>
                    <a:cubicBezTo>
                      <a:pt x="1003" y="328"/>
                      <a:pt x="942" y="206"/>
                      <a:pt x="882" y="145"/>
                    </a:cubicBezTo>
                    <a:cubicBezTo>
                      <a:pt x="821" y="84"/>
                      <a:pt x="760" y="54"/>
                      <a:pt x="669" y="24"/>
                    </a:cubicBezTo>
                    <a:cubicBezTo>
                      <a:pt x="638" y="8"/>
                      <a:pt x="600" y="1"/>
                      <a:pt x="55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20"/>
              <p:cNvSpPr/>
              <p:nvPr/>
            </p:nvSpPr>
            <p:spPr>
              <a:xfrm>
                <a:off x="1786775" y="4239725"/>
                <a:ext cx="28150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852" extrusionOk="0">
                    <a:moveTo>
                      <a:pt x="548" y="0"/>
                    </a:moveTo>
                    <a:cubicBezTo>
                      <a:pt x="0" y="0"/>
                      <a:pt x="0" y="851"/>
                      <a:pt x="548" y="851"/>
                    </a:cubicBezTo>
                    <a:cubicBezTo>
                      <a:pt x="1125" y="851"/>
                      <a:pt x="1125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20"/>
              <p:cNvSpPr/>
              <p:nvPr/>
            </p:nvSpPr>
            <p:spPr>
              <a:xfrm>
                <a:off x="1842250" y="4155375"/>
                <a:ext cx="26625" cy="26600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64" extrusionOk="0">
                    <a:moveTo>
                      <a:pt x="517" y="0"/>
                    </a:moveTo>
                    <a:cubicBezTo>
                      <a:pt x="395" y="0"/>
                      <a:pt x="243" y="61"/>
                      <a:pt x="152" y="152"/>
                    </a:cubicBezTo>
                    <a:cubicBezTo>
                      <a:pt x="92" y="213"/>
                      <a:pt x="61" y="243"/>
                      <a:pt x="31" y="335"/>
                    </a:cubicBezTo>
                    <a:cubicBezTo>
                      <a:pt x="0" y="395"/>
                      <a:pt x="0" y="456"/>
                      <a:pt x="0" y="517"/>
                    </a:cubicBezTo>
                    <a:cubicBezTo>
                      <a:pt x="0" y="669"/>
                      <a:pt x="61" y="790"/>
                      <a:pt x="152" y="882"/>
                    </a:cubicBezTo>
                    <a:cubicBezTo>
                      <a:pt x="274" y="1003"/>
                      <a:pt x="395" y="1064"/>
                      <a:pt x="517" y="1064"/>
                    </a:cubicBezTo>
                    <a:cubicBezTo>
                      <a:pt x="669" y="1064"/>
                      <a:pt x="791" y="1003"/>
                      <a:pt x="882" y="882"/>
                    </a:cubicBezTo>
                    <a:cubicBezTo>
                      <a:pt x="943" y="851"/>
                      <a:pt x="973" y="790"/>
                      <a:pt x="1003" y="730"/>
                    </a:cubicBezTo>
                    <a:cubicBezTo>
                      <a:pt x="1034" y="669"/>
                      <a:pt x="1064" y="608"/>
                      <a:pt x="1064" y="517"/>
                    </a:cubicBezTo>
                    <a:cubicBezTo>
                      <a:pt x="1034" y="395"/>
                      <a:pt x="1003" y="243"/>
                      <a:pt x="882" y="152"/>
                    </a:cubicBezTo>
                    <a:cubicBezTo>
                      <a:pt x="791" y="61"/>
                      <a:pt x="669" y="0"/>
                      <a:pt x="5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20"/>
              <p:cNvSpPr/>
              <p:nvPr/>
            </p:nvSpPr>
            <p:spPr>
              <a:xfrm>
                <a:off x="1740425" y="4040625"/>
                <a:ext cx="4790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490" extrusionOk="0">
                    <a:moveTo>
                      <a:pt x="943" y="0"/>
                    </a:moveTo>
                    <a:cubicBezTo>
                      <a:pt x="0" y="0"/>
                      <a:pt x="0" y="1490"/>
                      <a:pt x="943" y="1490"/>
                    </a:cubicBezTo>
                    <a:cubicBezTo>
                      <a:pt x="1915" y="1490"/>
                      <a:pt x="1915" y="0"/>
                      <a:pt x="9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20"/>
              <p:cNvSpPr/>
              <p:nvPr/>
            </p:nvSpPr>
            <p:spPr>
              <a:xfrm>
                <a:off x="1673550" y="4226800"/>
                <a:ext cx="258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1" extrusionOk="0">
                    <a:moveTo>
                      <a:pt x="517" y="0"/>
                    </a:moveTo>
                    <a:cubicBezTo>
                      <a:pt x="0" y="0"/>
                      <a:pt x="0" y="791"/>
                      <a:pt x="517" y="791"/>
                    </a:cubicBezTo>
                    <a:cubicBezTo>
                      <a:pt x="1034" y="79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20"/>
              <p:cNvSpPr/>
              <p:nvPr/>
            </p:nvSpPr>
            <p:spPr>
              <a:xfrm>
                <a:off x="1740425" y="4324825"/>
                <a:ext cx="20525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1" h="639" extrusionOk="0">
                    <a:moveTo>
                      <a:pt x="395" y="0"/>
                    </a:moveTo>
                    <a:cubicBezTo>
                      <a:pt x="0" y="0"/>
                      <a:pt x="0" y="639"/>
                      <a:pt x="395" y="639"/>
                    </a:cubicBezTo>
                    <a:cubicBezTo>
                      <a:pt x="821" y="639"/>
                      <a:pt x="821" y="0"/>
                      <a:pt x="3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20"/>
              <p:cNvSpPr/>
              <p:nvPr/>
            </p:nvSpPr>
            <p:spPr>
              <a:xfrm>
                <a:off x="1908350" y="4286150"/>
                <a:ext cx="20550" cy="199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96" extrusionOk="0">
                    <a:moveTo>
                      <a:pt x="409" y="0"/>
                    </a:moveTo>
                    <a:cubicBezTo>
                      <a:pt x="345" y="0"/>
                      <a:pt x="285" y="17"/>
                      <a:pt x="244" y="58"/>
                    </a:cubicBezTo>
                    <a:cubicBezTo>
                      <a:pt x="214" y="88"/>
                      <a:pt x="214" y="88"/>
                      <a:pt x="183" y="88"/>
                    </a:cubicBezTo>
                    <a:cubicBezTo>
                      <a:pt x="122" y="119"/>
                      <a:pt x="92" y="180"/>
                      <a:pt x="62" y="240"/>
                    </a:cubicBezTo>
                    <a:cubicBezTo>
                      <a:pt x="31" y="271"/>
                      <a:pt x="1" y="332"/>
                      <a:pt x="1" y="392"/>
                    </a:cubicBezTo>
                    <a:cubicBezTo>
                      <a:pt x="1" y="453"/>
                      <a:pt x="31" y="514"/>
                      <a:pt x="62" y="575"/>
                    </a:cubicBezTo>
                    <a:cubicBezTo>
                      <a:pt x="92" y="635"/>
                      <a:pt x="122" y="666"/>
                      <a:pt x="183" y="696"/>
                    </a:cubicBezTo>
                    <a:cubicBezTo>
                      <a:pt x="183" y="727"/>
                      <a:pt x="214" y="727"/>
                      <a:pt x="244" y="727"/>
                    </a:cubicBezTo>
                    <a:cubicBezTo>
                      <a:pt x="305" y="772"/>
                      <a:pt x="373" y="795"/>
                      <a:pt x="441" y="795"/>
                    </a:cubicBezTo>
                    <a:cubicBezTo>
                      <a:pt x="510" y="795"/>
                      <a:pt x="578" y="772"/>
                      <a:pt x="639" y="727"/>
                    </a:cubicBezTo>
                    <a:cubicBezTo>
                      <a:pt x="761" y="666"/>
                      <a:pt x="821" y="544"/>
                      <a:pt x="821" y="392"/>
                    </a:cubicBezTo>
                    <a:cubicBezTo>
                      <a:pt x="821" y="271"/>
                      <a:pt x="761" y="119"/>
                      <a:pt x="639" y="58"/>
                    </a:cubicBezTo>
                    <a:cubicBezTo>
                      <a:pt x="572" y="25"/>
                      <a:pt x="487" y="0"/>
                      <a:pt x="4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20"/>
              <p:cNvSpPr/>
              <p:nvPr/>
            </p:nvSpPr>
            <p:spPr>
              <a:xfrm>
                <a:off x="1878725" y="4359025"/>
                <a:ext cx="2585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21" extrusionOk="0">
                    <a:moveTo>
                      <a:pt x="517" y="0"/>
                    </a:moveTo>
                    <a:cubicBezTo>
                      <a:pt x="0" y="0"/>
                      <a:pt x="0" y="821"/>
                      <a:pt x="517" y="821"/>
                    </a:cubicBezTo>
                    <a:cubicBezTo>
                      <a:pt x="1034" y="82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20"/>
              <p:cNvSpPr/>
              <p:nvPr/>
            </p:nvSpPr>
            <p:spPr>
              <a:xfrm>
                <a:off x="1822500" y="435672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0" y="609"/>
                      <a:pt x="790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20"/>
              <p:cNvSpPr/>
              <p:nvPr/>
            </p:nvSpPr>
            <p:spPr>
              <a:xfrm>
                <a:off x="1796650" y="4400050"/>
                <a:ext cx="2587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822" extrusionOk="0">
                    <a:moveTo>
                      <a:pt x="517" y="1"/>
                    </a:moveTo>
                    <a:cubicBezTo>
                      <a:pt x="1" y="1"/>
                      <a:pt x="1" y="821"/>
                      <a:pt x="517" y="821"/>
                    </a:cubicBezTo>
                    <a:cubicBezTo>
                      <a:pt x="1034" y="821"/>
                      <a:pt x="1034" y="1"/>
                      <a:pt x="5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Google Shape;2997;p20"/>
              <p:cNvSpPr/>
              <p:nvPr/>
            </p:nvSpPr>
            <p:spPr>
              <a:xfrm>
                <a:off x="1703175" y="4423600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44" y="1"/>
                    </a:moveTo>
                    <a:cubicBezTo>
                      <a:pt x="1" y="1"/>
                      <a:pt x="1" y="396"/>
                      <a:pt x="244" y="396"/>
                    </a:cubicBezTo>
                    <a:cubicBezTo>
                      <a:pt x="518" y="396"/>
                      <a:pt x="518" y="1"/>
                      <a:pt x="2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Google Shape;2998;p20"/>
              <p:cNvSpPr/>
              <p:nvPr/>
            </p:nvSpPr>
            <p:spPr>
              <a:xfrm>
                <a:off x="1645425" y="4391700"/>
                <a:ext cx="1902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730" extrusionOk="0">
                    <a:moveTo>
                      <a:pt x="366" y="0"/>
                    </a:moveTo>
                    <a:cubicBezTo>
                      <a:pt x="274" y="0"/>
                      <a:pt x="183" y="61"/>
                      <a:pt x="122" y="122"/>
                    </a:cubicBezTo>
                    <a:cubicBezTo>
                      <a:pt x="31" y="183"/>
                      <a:pt x="1" y="274"/>
                      <a:pt x="1" y="365"/>
                    </a:cubicBezTo>
                    <a:cubicBezTo>
                      <a:pt x="1" y="456"/>
                      <a:pt x="31" y="578"/>
                      <a:pt x="122" y="638"/>
                    </a:cubicBezTo>
                    <a:cubicBezTo>
                      <a:pt x="183" y="699"/>
                      <a:pt x="274" y="730"/>
                      <a:pt x="366" y="730"/>
                    </a:cubicBezTo>
                    <a:cubicBezTo>
                      <a:pt x="457" y="730"/>
                      <a:pt x="578" y="699"/>
                      <a:pt x="639" y="638"/>
                    </a:cubicBezTo>
                    <a:cubicBezTo>
                      <a:pt x="700" y="578"/>
                      <a:pt x="761" y="456"/>
                      <a:pt x="730" y="365"/>
                    </a:cubicBezTo>
                    <a:cubicBezTo>
                      <a:pt x="730" y="274"/>
                      <a:pt x="700" y="183"/>
                      <a:pt x="639" y="122"/>
                    </a:cubicBezTo>
                    <a:cubicBezTo>
                      <a:pt x="548" y="31"/>
                      <a:pt x="487" y="0"/>
                      <a:pt x="3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20"/>
              <p:cNvSpPr/>
              <p:nvPr/>
            </p:nvSpPr>
            <p:spPr>
              <a:xfrm>
                <a:off x="1563375" y="4405375"/>
                <a:ext cx="19000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730" extrusionOk="0">
                    <a:moveTo>
                      <a:pt x="365" y="0"/>
                    </a:moveTo>
                    <a:cubicBezTo>
                      <a:pt x="274" y="0"/>
                      <a:pt x="182" y="61"/>
                      <a:pt x="122" y="122"/>
                    </a:cubicBezTo>
                    <a:cubicBezTo>
                      <a:pt x="31" y="183"/>
                      <a:pt x="0" y="274"/>
                      <a:pt x="0" y="365"/>
                    </a:cubicBezTo>
                    <a:cubicBezTo>
                      <a:pt x="0" y="456"/>
                      <a:pt x="31" y="578"/>
                      <a:pt x="122" y="639"/>
                    </a:cubicBezTo>
                    <a:cubicBezTo>
                      <a:pt x="182" y="699"/>
                      <a:pt x="274" y="730"/>
                      <a:pt x="365" y="730"/>
                    </a:cubicBezTo>
                    <a:cubicBezTo>
                      <a:pt x="456" y="730"/>
                      <a:pt x="578" y="699"/>
                      <a:pt x="638" y="639"/>
                    </a:cubicBezTo>
                    <a:cubicBezTo>
                      <a:pt x="699" y="578"/>
                      <a:pt x="760" y="456"/>
                      <a:pt x="730" y="365"/>
                    </a:cubicBezTo>
                    <a:cubicBezTo>
                      <a:pt x="730" y="274"/>
                      <a:pt x="699" y="183"/>
                      <a:pt x="638" y="122"/>
                    </a:cubicBezTo>
                    <a:cubicBezTo>
                      <a:pt x="578" y="31"/>
                      <a:pt x="486" y="0"/>
                      <a:pt x="3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20"/>
              <p:cNvSpPr/>
              <p:nvPr/>
            </p:nvSpPr>
            <p:spPr>
              <a:xfrm>
                <a:off x="1442550" y="4379950"/>
                <a:ext cx="27375" cy="231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927" extrusionOk="0">
                    <a:moveTo>
                      <a:pt x="608" y="1"/>
                    </a:moveTo>
                    <a:cubicBezTo>
                      <a:pt x="588" y="1"/>
                      <a:pt x="568" y="4"/>
                      <a:pt x="547" y="14"/>
                    </a:cubicBezTo>
                    <a:lnTo>
                      <a:pt x="456" y="14"/>
                    </a:lnTo>
                    <a:cubicBezTo>
                      <a:pt x="395" y="14"/>
                      <a:pt x="335" y="14"/>
                      <a:pt x="304" y="45"/>
                    </a:cubicBezTo>
                    <a:cubicBezTo>
                      <a:pt x="243" y="75"/>
                      <a:pt x="183" y="105"/>
                      <a:pt x="152" y="136"/>
                    </a:cubicBezTo>
                    <a:cubicBezTo>
                      <a:pt x="61" y="227"/>
                      <a:pt x="0" y="349"/>
                      <a:pt x="31" y="470"/>
                    </a:cubicBezTo>
                    <a:cubicBezTo>
                      <a:pt x="31" y="592"/>
                      <a:pt x="61" y="713"/>
                      <a:pt x="152" y="805"/>
                    </a:cubicBezTo>
                    <a:lnTo>
                      <a:pt x="243" y="865"/>
                    </a:lnTo>
                    <a:cubicBezTo>
                      <a:pt x="304" y="896"/>
                      <a:pt x="395" y="926"/>
                      <a:pt x="456" y="926"/>
                    </a:cubicBezTo>
                    <a:lnTo>
                      <a:pt x="730" y="926"/>
                    </a:lnTo>
                    <a:lnTo>
                      <a:pt x="851" y="865"/>
                    </a:lnTo>
                    <a:cubicBezTo>
                      <a:pt x="912" y="835"/>
                      <a:pt x="942" y="805"/>
                      <a:pt x="973" y="744"/>
                    </a:cubicBezTo>
                    <a:cubicBezTo>
                      <a:pt x="1034" y="683"/>
                      <a:pt x="1094" y="561"/>
                      <a:pt x="1064" y="470"/>
                    </a:cubicBezTo>
                    <a:cubicBezTo>
                      <a:pt x="1064" y="379"/>
                      <a:pt x="1064" y="318"/>
                      <a:pt x="1003" y="227"/>
                    </a:cubicBezTo>
                    <a:cubicBezTo>
                      <a:pt x="973" y="136"/>
                      <a:pt x="851" y="75"/>
                      <a:pt x="730" y="14"/>
                    </a:cubicBezTo>
                    <a:cubicBezTo>
                      <a:pt x="689" y="14"/>
                      <a:pt x="649" y="1"/>
                      <a:pt x="6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20"/>
              <p:cNvSpPr/>
              <p:nvPr/>
            </p:nvSpPr>
            <p:spPr>
              <a:xfrm>
                <a:off x="1448625" y="4254350"/>
                <a:ext cx="26625" cy="264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57" extrusionOk="0">
                    <a:moveTo>
                      <a:pt x="441" y="0"/>
                    </a:moveTo>
                    <a:cubicBezTo>
                      <a:pt x="403" y="0"/>
                      <a:pt x="365" y="8"/>
                      <a:pt x="335" y="23"/>
                    </a:cubicBezTo>
                    <a:cubicBezTo>
                      <a:pt x="274" y="53"/>
                      <a:pt x="183" y="84"/>
                      <a:pt x="152" y="114"/>
                    </a:cubicBezTo>
                    <a:cubicBezTo>
                      <a:pt x="92" y="175"/>
                      <a:pt x="61" y="236"/>
                      <a:pt x="31" y="327"/>
                    </a:cubicBezTo>
                    <a:cubicBezTo>
                      <a:pt x="0" y="388"/>
                      <a:pt x="31" y="479"/>
                      <a:pt x="31" y="540"/>
                    </a:cubicBezTo>
                    <a:cubicBezTo>
                      <a:pt x="61" y="600"/>
                      <a:pt x="61" y="661"/>
                      <a:pt x="92" y="692"/>
                    </a:cubicBezTo>
                    <a:lnTo>
                      <a:pt x="183" y="813"/>
                    </a:lnTo>
                    <a:cubicBezTo>
                      <a:pt x="244" y="874"/>
                      <a:pt x="274" y="935"/>
                      <a:pt x="365" y="965"/>
                    </a:cubicBezTo>
                    <a:cubicBezTo>
                      <a:pt x="426" y="1026"/>
                      <a:pt x="517" y="1056"/>
                      <a:pt x="578" y="1056"/>
                    </a:cubicBezTo>
                    <a:cubicBezTo>
                      <a:pt x="730" y="1056"/>
                      <a:pt x="821" y="996"/>
                      <a:pt x="912" y="904"/>
                    </a:cubicBezTo>
                    <a:cubicBezTo>
                      <a:pt x="1003" y="813"/>
                      <a:pt x="1064" y="692"/>
                      <a:pt x="1064" y="570"/>
                    </a:cubicBezTo>
                    <a:cubicBezTo>
                      <a:pt x="1064" y="479"/>
                      <a:pt x="1034" y="418"/>
                      <a:pt x="1003" y="327"/>
                    </a:cubicBezTo>
                    <a:cubicBezTo>
                      <a:pt x="943" y="266"/>
                      <a:pt x="882" y="205"/>
                      <a:pt x="821" y="175"/>
                    </a:cubicBezTo>
                    <a:lnTo>
                      <a:pt x="699" y="84"/>
                    </a:lnTo>
                    <a:cubicBezTo>
                      <a:pt x="699" y="84"/>
                      <a:pt x="669" y="53"/>
                      <a:pt x="639" y="53"/>
                    </a:cubicBezTo>
                    <a:cubicBezTo>
                      <a:pt x="608" y="23"/>
                      <a:pt x="578" y="23"/>
                      <a:pt x="547" y="23"/>
                    </a:cubicBezTo>
                    <a:cubicBezTo>
                      <a:pt x="517" y="8"/>
                      <a:pt x="479" y="0"/>
                      <a:pt x="4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20"/>
              <p:cNvSpPr/>
              <p:nvPr/>
            </p:nvSpPr>
            <p:spPr>
              <a:xfrm>
                <a:off x="1602875" y="4293675"/>
                <a:ext cx="30425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943" extrusionOk="0">
                    <a:moveTo>
                      <a:pt x="609" y="0"/>
                    </a:moveTo>
                    <a:cubicBezTo>
                      <a:pt x="1" y="0"/>
                      <a:pt x="1" y="942"/>
                      <a:pt x="609" y="942"/>
                    </a:cubicBezTo>
                    <a:cubicBezTo>
                      <a:pt x="1217" y="942"/>
                      <a:pt x="1217" y="0"/>
                      <a:pt x="6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20"/>
              <p:cNvSpPr/>
              <p:nvPr/>
            </p:nvSpPr>
            <p:spPr>
              <a:xfrm>
                <a:off x="1483575" y="4300500"/>
                <a:ext cx="228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31" extrusionOk="0">
                    <a:moveTo>
                      <a:pt x="456" y="1"/>
                    </a:moveTo>
                    <a:cubicBezTo>
                      <a:pt x="1" y="1"/>
                      <a:pt x="1" y="730"/>
                      <a:pt x="456" y="730"/>
                    </a:cubicBezTo>
                    <a:cubicBezTo>
                      <a:pt x="912" y="730"/>
                      <a:pt x="912" y="1"/>
                      <a:pt x="4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20"/>
              <p:cNvSpPr/>
              <p:nvPr/>
            </p:nvSpPr>
            <p:spPr>
              <a:xfrm>
                <a:off x="1498025" y="4364325"/>
                <a:ext cx="12175" cy="91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366" extrusionOk="0">
                    <a:moveTo>
                      <a:pt x="243" y="1"/>
                    </a:moveTo>
                    <a:cubicBezTo>
                      <a:pt x="0" y="1"/>
                      <a:pt x="0" y="366"/>
                      <a:pt x="243" y="366"/>
                    </a:cubicBezTo>
                    <a:cubicBezTo>
                      <a:pt x="486" y="366"/>
                      <a:pt x="486" y="1"/>
                      <a:pt x="2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20"/>
              <p:cNvSpPr/>
              <p:nvPr/>
            </p:nvSpPr>
            <p:spPr>
              <a:xfrm>
                <a:off x="1504100" y="4419050"/>
                <a:ext cx="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" extrusionOk="0">
                    <a:moveTo>
                      <a:pt x="0" y="0"/>
                    </a:moveTo>
                    <a:cubicBezTo>
                      <a:pt x="0" y="0"/>
                      <a:pt x="3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20"/>
              <p:cNvSpPr/>
              <p:nvPr/>
            </p:nvSpPr>
            <p:spPr>
              <a:xfrm>
                <a:off x="1364275" y="4404600"/>
                <a:ext cx="24350" cy="26625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65" extrusionOk="0">
                    <a:moveTo>
                      <a:pt x="487" y="1"/>
                    </a:moveTo>
                    <a:cubicBezTo>
                      <a:pt x="396" y="1"/>
                      <a:pt x="244" y="31"/>
                      <a:pt x="183" y="122"/>
                    </a:cubicBezTo>
                    <a:cubicBezTo>
                      <a:pt x="122" y="214"/>
                      <a:pt x="61" y="274"/>
                      <a:pt x="61" y="366"/>
                    </a:cubicBezTo>
                    <a:lnTo>
                      <a:pt x="31" y="457"/>
                    </a:lnTo>
                    <a:cubicBezTo>
                      <a:pt x="0" y="548"/>
                      <a:pt x="0" y="609"/>
                      <a:pt x="31" y="700"/>
                    </a:cubicBezTo>
                    <a:cubicBezTo>
                      <a:pt x="61" y="791"/>
                      <a:pt x="92" y="852"/>
                      <a:pt x="152" y="913"/>
                    </a:cubicBezTo>
                    <a:cubicBezTo>
                      <a:pt x="244" y="1004"/>
                      <a:pt x="365" y="1065"/>
                      <a:pt x="487" y="1065"/>
                    </a:cubicBezTo>
                    <a:cubicBezTo>
                      <a:pt x="608" y="1065"/>
                      <a:pt x="730" y="1004"/>
                      <a:pt x="821" y="913"/>
                    </a:cubicBezTo>
                    <a:cubicBezTo>
                      <a:pt x="882" y="852"/>
                      <a:pt x="943" y="791"/>
                      <a:pt x="943" y="700"/>
                    </a:cubicBezTo>
                    <a:cubicBezTo>
                      <a:pt x="973" y="639"/>
                      <a:pt x="973" y="548"/>
                      <a:pt x="943" y="457"/>
                    </a:cubicBezTo>
                    <a:lnTo>
                      <a:pt x="943" y="366"/>
                    </a:lnTo>
                    <a:cubicBezTo>
                      <a:pt x="912" y="274"/>
                      <a:pt x="882" y="214"/>
                      <a:pt x="821" y="122"/>
                    </a:cubicBezTo>
                    <a:cubicBezTo>
                      <a:pt x="760" y="92"/>
                      <a:pt x="730" y="62"/>
                      <a:pt x="669" y="31"/>
                    </a:cubicBezTo>
                    <a:cubicBezTo>
                      <a:pt x="608" y="1"/>
                      <a:pt x="548" y="1"/>
                      <a:pt x="4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20"/>
              <p:cNvSpPr/>
              <p:nvPr/>
            </p:nvSpPr>
            <p:spPr>
              <a:xfrm>
                <a:off x="1339200" y="4316475"/>
                <a:ext cx="28900" cy="228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912" extrusionOk="0">
                    <a:moveTo>
                      <a:pt x="578" y="0"/>
                    </a:moveTo>
                    <a:cubicBezTo>
                      <a:pt x="0" y="0"/>
                      <a:pt x="0" y="912"/>
                      <a:pt x="578" y="912"/>
                    </a:cubicBezTo>
                    <a:cubicBezTo>
                      <a:pt x="1155" y="912"/>
                      <a:pt x="1155" y="0"/>
                      <a:pt x="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20"/>
              <p:cNvSpPr/>
              <p:nvPr/>
            </p:nvSpPr>
            <p:spPr>
              <a:xfrm>
                <a:off x="1409875" y="4352600"/>
                <a:ext cx="24325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940" extrusionOk="0">
                    <a:moveTo>
                      <a:pt x="487" y="0"/>
                    </a:moveTo>
                    <a:cubicBezTo>
                      <a:pt x="466" y="0"/>
                      <a:pt x="446" y="4"/>
                      <a:pt x="426" y="14"/>
                    </a:cubicBezTo>
                    <a:cubicBezTo>
                      <a:pt x="395" y="14"/>
                      <a:pt x="365" y="14"/>
                      <a:pt x="304" y="44"/>
                    </a:cubicBezTo>
                    <a:cubicBezTo>
                      <a:pt x="274" y="75"/>
                      <a:pt x="213" y="105"/>
                      <a:pt x="183" y="136"/>
                    </a:cubicBezTo>
                    <a:cubicBezTo>
                      <a:pt x="91" y="227"/>
                      <a:pt x="0" y="348"/>
                      <a:pt x="0" y="470"/>
                    </a:cubicBezTo>
                    <a:cubicBezTo>
                      <a:pt x="0" y="622"/>
                      <a:pt x="61" y="713"/>
                      <a:pt x="183" y="804"/>
                    </a:cubicBezTo>
                    <a:cubicBezTo>
                      <a:pt x="213" y="865"/>
                      <a:pt x="304" y="895"/>
                      <a:pt x="365" y="926"/>
                    </a:cubicBezTo>
                    <a:cubicBezTo>
                      <a:pt x="405" y="926"/>
                      <a:pt x="446" y="939"/>
                      <a:pt x="487" y="939"/>
                    </a:cubicBezTo>
                    <a:cubicBezTo>
                      <a:pt x="507" y="939"/>
                      <a:pt x="527" y="936"/>
                      <a:pt x="547" y="926"/>
                    </a:cubicBezTo>
                    <a:cubicBezTo>
                      <a:pt x="608" y="926"/>
                      <a:pt x="638" y="926"/>
                      <a:pt x="669" y="895"/>
                    </a:cubicBezTo>
                    <a:cubicBezTo>
                      <a:pt x="730" y="895"/>
                      <a:pt x="760" y="865"/>
                      <a:pt x="790" y="835"/>
                    </a:cubicBezTo>
                    <a:cubicBezTo>
                      <a:pt x="821" y="804"/>
                      <a:pt x="851" y="774"/>
                      <a:pt x="851" y="743"/>
                    </a:cubicBezTo>
                    <a:cubicBezTo>
                      <a:pt x="912" y="683"/>
                      <a:pt x="973" y="561"/>
                      <a:pt x="973" y="470"/>
                    </a:cubicBezTo>
                    <a:cubicBezTo>
                      <a:pt x="973" y="379"/>
                      <a:pt x="942" y="318"/>
                      <a:pt x="912" y="227"/>
                    </a:cubicBezTo>
                    <a:cubicBezTo>
                      <a:pt x="851" y="166"/>
                      <a:pt x="790" y="105"/>
                      <a:pt x="730" y="75"/>
                    </a:cubicBezTo>
                    <a:lnTo>
                      <a:pt x="608" y="14"/>
                    </a:lnTo>
                    <a:cubicBezTo>
                      <a:pt x="568" y="14"/>
                      <a:pt x="527" y="0"/>
                      <a:pt x="4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20"/>
              <p:cNvSpPr/>
              <p:nvPr/>
            </p:nvSpPr>
            <p:spPr>
              <a:xfrm>
                <a:off x="1526900" y="4417525"/>
                <a:ext cx="27375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852" extrusionOk="0">
                    <a:moveTo>
                      <a:pt x="547" y="1"/>
                    </a:moveTo>
                    <a:cubicBezTo>
                      <a:pt x="0" y="1"/>
                      <a:pt x="0" y="852"/>
                      <a:pt x="547" y="852"/>
                    </a:cubicBezTo>
                    <a:cubicBezTo>
                      <a:pt x="1094" y="852"/>
                      <a:pt x="1094" y="1"/>
                      <a:pt x="5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20"/>
              <p:cNvSpPr/>
              <p:nvPr/>
            </p:nvSpPr>
            <p:spPr>
              <a:xfrm>
                <a:off x="1322475" y="4389925"/>
                <a:ext cx="22075" cy="24325"/>
              </a:xfrm>
              <a:custGeom>
                <a:avLst/>
                <a:gdLst/>
                <a:ahLst/>
                <a:cxnLst/>
                <a:rect l="l" t="t" r="r" b="b"/>
                <a:pathLst>
                  <a:path w="883" h="973" extrusionOk="0">
                    <a:moveTo>
                      <a:pt x="355" y="1"/>
                    </a:moveTo>
                    <a:cubicBezTo>
                      <a:pt x="294" y="1"/>
                      <a:pt x="233" y="16"/>
                      <a:pt x="183" y="41"/>
                    </a:cubicBezTo>
                    <a:cubicBezTo>
                      <a:pt x="61" y="132"/>
                      <a:pt x="1" y="254"/>
                      <a:pt x="31" y="406"/>
                    </a:cubicBezTo>
                    <a:cubicBezTo>
                      <a:pt x="61" y="497"/>
                      <a:pt x="92" y="558"/>
                      <a:pt x="122" y="649"/>
                    </a:cubicBezTo>
                    <a:lnTo>
                      <a:pt x="213" y="801"/>
                    </a:lnTo>
                    <a:cubicBezTo>
                      <a:pt x="252" y="918"/>
                      <a:pt x="379" y="972"/>
                      <a:pt x="497" y="972"/>
                    </a:cubicBezTo>
                    <a:cubicBezTo>
                      <a:pt x="563" y="972"/>
                      <a:pt x="626" y="955"/>
                      <a:pt x="669" y="922"/>
                    </a:cubicBezTo>
                    <a:cubicBezTo>
                      <a:pt x="852" y="831"/>
                      <a:pt x="882" y="618"/>
                      <a:pt x="791" y="466"/>
                    </a:cubicBezTo>
                    <a:lnTo>
                      <a:pt x="821" y="466"/>
                    </a:lnTo>
                    <a:cubicBezTo>
                      <a:pt x="730" y="345"/>
                      <a:pt x="669" y="193"/>
                      <a:pt x="578" y="102"/>
                    </a:cubicBezTo>
                    <a:cubicBezTo>
                      <a:pt x="525" y="30"/>
                      <a:pt x="440" y="1"/>
                      <a:pt x="3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20"/>
              <p:cNvSpPr/>
              <p:nvPr/>
            </p:nvSpPr>
            <p:spPr>
              <a:xfrm>
                <a:off x="1239650" y="4373875"/>
                <a:ext cx="18275" cy="17500"/>
              </a:xfrm>
              <a:custGeom>
                <a:avLst/>
                <a:gdLst/>
                <a:ahLst/>
                <a:cxnLst/>
                <a:rect l="l" t="t" r="r" b="b"/>
                <a:pathLst>
                  <a:path w="731" h="700" extrusionOk="0">
                    <a:moveTo>
                      <a:pt x="235" y="1"/>
                    </a:moveTo>
                    <a:cubicBezTo>
                      <a:pt x="220" y="1"/>
                      <a:pt x="203" y="4"/>
                      <a:pt x="183" y="14"/>
                    </a:cubicBezTo>
                    <a:cubicBezTo>
                      <a:pt x="153" y="14"/>
                      <a:pt x="122" y="44"/>
                      <a:pt x="92" y="75"/>
                    </a:cubicBezTo>
                    <a:cubicBezTo>
                      <a:pt x="61" y="105"/>
                      <a:pt x="31" y="136"/>
                      <a:pt x="31" y="166"/>
                    </a:cubicBezTo>
                    <a:cubicBezTo>
                      <a:pt x="31" y="196"/>
                      <a:pt x="1" y="257"/>
                      <a:pt x="31" y="288"/>
                    </a:cubicBezTo>
                    <a:cubicBezTo>
                      <a:pt x="31" y="318"/>
                      <a:pt x="31" y="318"/>
                      <a:pt x="31" y="348"/>
                    </a:cubicBezTo>
                    <a:cubicBezTo>
                      <a:pt x="31" y="379"/>
                      <a:pt x="31" y="409"/>
                      <a:pt x="31" y="440"/>
                    </a:cubicBezTo>
                    <a:lnTo>
                      <a:pt x="92" y="531"/>
                    </a:lnTo>
                    <a:cubicBezTo>
                      <a:pt x="122" y="592"/>
                      <a:pt x="183" y="652"/>
                      <a:pt x="244" y="683"/>
                    </a:cubicBezTo>
                    <a:cubicBezTo>
                      <a:pt x="284" y="693"/>
                      <a:pt x="328" y="700"/>
                      <a:pt x="372" y="700"/>
                    </a:cubicBezTo>
                    <a:cubicBezTo>
                      <a:pt x="460" y="700"/>
                      <a:pt x="548" y="673"/>
                      <a:pt x="608" y="592"/>
                    </a:cubicBezTo>
                    <a:cubicBezTo>
                      <a:pt x="700" y="500"/>
                      <a:pt x="730" y="379"/>
                      <a:pt x="700" y="257"/>
                    </a:cubicBezTo>
                    <a:cubicBezTo>
                      <a:pt x="700" y="196"/>
                      <a:pt x="639" y="136"/>
                      <a:pt x="578" y="75"/>
                    </a:cubicBezTo>
                    <a:cubicBezTo>
                      <a:pt x="517" y="44"/>
                      <a:pt x="456" y="14"/>
                      <a:pt x="365" y="14"/>
                    </a:cubicBezTo>
                    <a:lnTo>
                      <a:pt x="304" y="14"/>
                    </a:lnTo>
                    <a:cubicBezTo>
                      <a:pt x="284" y="14"/>
                      <a:pt x="264" y="1"/>
                      <a:pt x="2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Google Shape;3012;p20"/>
              <p:cNvSpPr/>
              <p:nvPr/>
            </p:nvSpPr>
            <p:spPr>
              <a:xfrm>
                <a:off x="1235100" y="4293675"/>
                <a:ext cx="1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365" y="0"/>
                    </a:moveTo>
                    <a:cubicBezTo>
                      <a:pt x="0" y="0"/>
                      <a:pt x="0" y="547"/>
                      <a:pt x="365" y="547"/>
                    </a:cubicBezTo>
                    <a:cubicBezTo>
                      <a:pt x="730" y="547"/>
                      <a:pt x="730" y="0"/>
                      <a:pt x="3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Google Shape;3013;p20"/>
              <p:cNvSpPr/>
              <p:nvPr/>
            </p:nvSpPr>
            <p:spPr>
              <a:xfrm>
                <a:off x="1268525" y="4340775"/>
                <a:ext cx="251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791" extrusionOk="0">
                    <a:moveTo>
                      <a:pt x="487" y="1"/>
                    </a:moveTo>
                    <a:cubicBezTo>
                      <a:pt x="1" y="1"/>
                      <a:pt x="1" y="791"/>
                      <a:pt x="487" y="791"/>
                    </a:cubicBezTo>
                    <a:cubicBezTo>
                      <a:pt x="1004" y="791"/>
                      <a:pt x="1004" y="1"/>
                      <a:pt x="4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20"/>
              <p:cNvSpPr/>
              <p:nvPr/>
            </p:nvSpPr>
            <p:spPr>
              <a:xfrm>
                <a:off x="1162150" y="4359775"/>
                <a:ext cx="22050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882" h="731" extrusionOk="0">
                    <a:moveTo>
                      <a:pt x="365" y="1"/>
                    </a:moveTo>
                    <a:cubicBezTo>
                      <a:pt x="274" y="1"/>
                      <a:pt x="183" y="61"/>
                      <a:pt x="122" y="122"/>
                    </a:cubicBezTo>
                    <a:cubicBezTo>
                      <a:pt x="61" y="183"/>
                      <a:pt x="0" y="274"/>
                      <a:pt x="0" y="365"/>
                    </a:cubicBezTo>
                    <a:cubicBezTo>
                      <a:pt x="31" y="456"/>
                      <a:pt x="61" y="578"/>
                      <a:pt x="122" y="639"/>
                    </a:cubicBezTo>
                    <a:cubicBezTo>
                      <a:pt x="183" y="700"/>
                      <a:pt x="274" y="730"/>
                      <a:pt x="365" y="730"/>
                    </a:cubicBezTo>
                    <a:cubicBezTo>
                      <a:pt x="487" y="730"/>
                      <a:pt x="608" y="730"/>
                      <a:pt x="699" y="669"/>
                    </a:cubicBezTo>
                    <a:cubicBezTo>
                      <a:pt x="760" y="639"/>
                      <a:pt x="790" y="608"/>
                      <a:pt x="821" y="548"/>
                    </a:cubicBezTo>
                    <a:cubicBezTo>
                      <a:pt x="851" y="487"/>
                      <a:pt x="882" y="426"/>
                      <a:pt x="882" y="365"/>
                    </a:cubicBezTo>
                    <a:cubicBezTo>
                      <a:pt x="882" y="305"/>
                      <a:pt x="851" y="244"/>
                      <a:pt x="821" y="213"/>
                    </a:cubicBezTo>
                    <a:cubicBezTo>
                      <a:pt x="790" y="153"/>
                      <a:pt x="760" y="122"/>
                      <a:pt x="699" y="92"/>
                    </a:cubicBezTo>
                    <a:cubicBezTo>
                      <a:pt x="608" y="31"/>
                      <a:pt x="487" y="3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Google Shape;3015;p20"/>
              <p:cNvSpPr/>
              <p:nvPr/>
            </p:nvSpPr>
            <p:spPr>
              <a:xfrm>
                <a:off x="1117300" y="4402325"/>
                <a:ext cx="2662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217" extrusionOk="0">
                    <a:moveTo>
                      <a:pt x="518" y="1"/>
                    </a:moveTo>
                    <a:cubicBezTo>
                      <a:pt x="396" y="1"/>
                      <a:pt x="244" y="62"/>
                      <a:pt x="153" y="153"/>
                    </a:cubicBezTo>
                    <a:lnTo>
                      <a:pt x="92" y="274"/>
                    </a:lnTo>
                    <a:cubicBezTo>
                      <a:pt x="31" y="335"/>
                      <a:pt x="31" y="426"/>
                      <a:pt x="1" y="517"/>
                    </a:cubicBezTo>
                    <a:lnTo>
                      <a:pt x="1" y="669"/>
                    </a:lnTo>
                    <a:cubicBezTo>
                      <a:pt x="1" y="761"/>
                      <a:pt x="31" y="821"/>
                      <a:pt x="62" y="882"/>
                    </a:cubicBezTo>
                    <a:cubicBezTo>
                      <a:pt x="62" y="943"/>
                      <a:pt x="122" y="1004"/>
                      <a:pt x="153" y="1065"/>
                    </a:cubicBezTo>
                    <a:cubicBezTo>
                      <a:pt x="214" y="1095"/>
                      <a:pt x="274" y="1125"/>
                      <a:pt x="335" y="1156"/>
                    </a:cubicBezTo>
                    <a:cubicBezTo>
                      <a:pt x="396" y="1186"/>
                      <a:pt x="457" y="1217"/>
                      <a:pt x="548" y="1217"/>
                    </a:cubicBezTo>
                    <a:cubicBezTo>
                      <a:pt x="670" y="1217"/>
                      <a:pt x="822" y="1156"/>
                      <a:pt x="913" y="1065"/>
                    </a:cubicBezTo>
                    <a:cubicBezTo>
                      <a:pt x="1004" y="943"/>
                      <a:pt x="1065" y="821"/>
                      <a:pt x="1065" y="669"/>
                    </a:cubicBezTo>
                    <a:lnTo>
                      <a:pt x="1034" y="517"/>
                    </a:lnTo>
                    <a:cubicBezTo>
                      <a:pt x="1034" y="396"/>
                      <a:pt x="1004" y="244"/>
                      <a:pt x="882" y="153"/>
                    </a:cubicBezTo>
                    <a:cubicBezTo>
                      <a:pt x="852" y="122"/>
                      <a:pt x="791" y="62"/>
                      <a:pt x="730" y="62"/>
                    </a:cubicBezTo>
                    <a:cubicBezTo>
                      <a:pt x="670" y="31"/>
                      <a:pt x="609" y="1"/>
                      <a:pt x="5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20"/>
              <p:cNvSpPr/>
              <p:nvPr/>
            </p:nvSpPr>
            <p:spPr>
              <a:xfrm>
                <a:off x="1246500" y="4413725"/>
                <a:ext cx="13700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427" extrusionOk="0">
                    <a:moveTo>
                      <a:pt x="274" y="1"/>
                    </a:moveTo>
                    <a:cubicBezTo>
                      <a:pt x="0" y="1"/>
                      <a:pt x="0" y="426"/>
                      <a:pt x="274" y="426"/>
                    </a:cubicBezTo>
                    <a:cubicBezTo>
                      <a:pt x="547" y="426"/>
                      <a:pt x="547" y="1"/>
                      <a:pt x="2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20"/>
              <p:cNvSpPr/>
              <p:nvPr/>
            </p:nvSpPr>
            <p:spPr>
              <a:xfrm>
                <a:off x="1307275" y="4412975"/>
                <a:ext cx="1980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821" extrusionOk="0">
                    <a:moveTo>
                      <a:pt x="396" y="0"/>
                    </a:moveTo>
                    <a:lnTo>
                      <a:pt x="335" y="31"/>
                    </a:lnTo>
                    <a:cubicBezTo>
                      <a:pt x="274" y="31"/>
                      <a:pt x="244" y="61"/>
                      <a:pt x="183" y="91"/>
                    </a:cubicBezTo>
                    <a:cubicBezTo>
                      <a:pt x="153" y="122"/>
                      <a:pt x="122" y="183"/>
                      <a:pt x="92" y="243"/>
                    </a:cubicBezTo>
                    <a:cubicBezTo>
                      <a:pt x="1" y="365"/>
                      <a:pt x="31" y="517"/>
                      <a:pt x="92" y="608"/>
                    </a:cubicBezTo>
                    <a:cubicBezTo>
                      <a:pt x="153" y="730"/>
                      <a:pt x="274" y="821"/>
                      <a:pt x="396" y="821"/>
                    </a:cubicBezTo>
                    <a:cubicBezTo>
                      <a:pt x="548" y="821"/>
                      <a:pt x="669" y="730"/>
                      <a:pt x="730" y="608"/>
                    </a:cubicBezTo>
                    <a:cubicBezTo>
                      <a:pt x="791" y="517"/>
                      <a:pt x="791" y="365"/>
                      <a:pt x="730" y="243"/>
                    </a:cubicBezTo>
                    <a:cubicBezTo>
                      <a:pt x="700" y="183"/>
                      <a:pt x="669" y="152"/>
                      <a:pt x="609" y="91"/>
                    </a:cubicBezTo>
                    <a:cubicBezTo>
                      <a:pt x="548" y="61"/>
                      <a:pt x="487" y="0"/>
                      <a:pt x="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Google Shape;3018;p20"/>
              <p:cNvSpPr/>
              <p:nvPr/>
            </p:nvSpPr>
            <p:spPr>
              <a:xfrm>
                <a:off x="1170500" y="4397775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6" y="0"/>
                    </a:moveTo>
                    <a:cubicBezTo>
                      <a:pt x="1" y="0"/>
                      <a:pt x="1" y="639"/>
                      <a:pt x="396" y="639"/>
                    </a:cubicBezTo>
                    <a:cubicBezTo>
                      <a:pt x="821" y="639"/>
                      <a:pt x="821" y="0"/>
                      <a:pt x="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Google Shape;3019;p20"/>
              <p:cNvSpPr/>
              <p:nvPr/>
            </p:nvSpPr>
            <p:spPr>
              <a:xfrm>
                <a:off x="1332350" y="4273625"/>
                <a:ext cx="21300" cy="180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23" extrusionOk="0">
                    <a:moveTo>
                      <a:pt x="491" y="0"/>
                    </a:moveTo>
                    <a:cubicBezTo>
                      <a:pt x="459" y="0"/>
                      <a:pt x="426" y="4"/>
                      <a:pt x="396" y="12"/>
                    </a:cubicBezTo>
                    <a:lnTo>
                      <a:pt x="305" y="12"/>
                    </a:lnTo>
                    <a:cubicBezTo>
                      <a:pt x="305" y="12"/>
                      <a:pt x="274" y="42"/>
                      <a:pt x="274" y="42"/>
                    </a:cubicBezTo>
                    <a:cubicBezTo>
                      <a:pt x="214" y="42"/>
                      <a:pt x="153" y="73"/>
                      <a:pt x="122" y="133"/>
                    </a:cubicBezTo>
                    <a:cubicBezTo>
                      <a:pt x="92" y="133"/>
                      <a:pt x="92" y="164"/>
                      <a:pt x="62" y="194"/>
                    </a:cubicBezTo>
                    <a:cubicBezTo>
                      <a:pt x="1" y="285"/>
                      <a:pt x="1" y="437"/>
                      <a:pt x="62" y="529"/>
                    </a:cubicBezTo>
                    <a:cubicBezTo>
                      <a:pt x="92" y="559"/>
                      <a:pt x="92" y="559"/>
                      <a:pt x="122" y="589"/>
                    </a:cubicBezTo>
                    <a:cubicBezTo>
                      <a:pt x="153" y="620"/>
                      <a:pt x="214" y="650"/>
                      <a:pt x="274" y="681"/>
                    </a:cubicBezTo>
                    <a:lnTo>
                      <a:pt x="305" y="681"/>
                    </a:lnTo>
                    <a:lnTo>
                      <a:pt x="396" y="711"/>
                    </a:lnTo>
                    <a:cubicBezTo>
                      <a:pt x="426" y="719"/>
                      <a:pt x="459" y="722"/>
                      <a:pt x="491" y="722"/>
                    </a:cubicBezTo>
                    <a:cubicBezTo>
                      <a:pt x="590" y="722"/>
                      <a:pt x="692" y="688"/>
                      <a:pt x="761" y="620"/>
                    </a:cubicBezTo>
                    <a:cubicBezTo>
                      <a:pt x="821" y="559"/>
                      <a:pt x="852" y="468"/>
                      <a:pt x="852" y="346"/>
                    </a:cubicBezTo>
                    <a:cubicBezTo>
                      <a:pt x="852" y="255"/>
                      <a:pt x="821" y="164"/>
                      <a:pt x="761" y="103"/>
                    </a:cubicBezTo>
                    <a:cubicBezTo>
                      <a:pt x="692" y="35"/>
                      <a:pt x="590" y="0"/>
                      <a:pt x="4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20"/>
              <p:cNvSpPr/>
              <p:nvPr/>
            </p:nvSpPr>
            <p:spPr>
              <a:xfrm>
                <a:off x="1464575" y="4210850"/>
                <a:ext cx="1597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08" extrusionOk="0">
                    <a:moveTo>
                      <a:pt x="433" y="52"/>
                    </a:moveTo>
                    <a:cubicBezTo>
                      <a:pt x="438" y="52"/>
                      <a:pt x="446" y="56"/>
                      <a:pt x="453" y="61"/>
                    </a:cubicBezTo>
                    <a:lnTo>
                      <a:pt x="426" y="61"/>
                    </a:lnTo>
                    <a:cubicBezTo>
                      <a:pt x="426" y="54"/>
                      <a:pt x="429" y="52"/>
                      <a:pt x="433" y="52"/>
                    </a:cubicBezTo>
                    <a:close/>
                    <a:moveTo>
                      <a:pt x="305" y="0"/>
                    </a:moveTo>
                    <a:cubicBezTo>
                      <a:pt x="274" y="0"/>
                      <a:pt x="213" y="0"/>
                      <a:pt x="183" y="61"/>
                    </a:cubicBezTo>
                    <a:cubicBezTo>
                      <a:pt x="61" y="122"/>
                      <a:pt x="1" y="274"/>
                      <a:pt x="31" y="395"/>
                    </a:cubicBezTo>
                    <a:cubicBezTo>
                      <a:pt x="61" y="517"/>
                      <a:pt x="183" y="608"/>
                      <a:pt x="305" y="608"/>
                    </a:cubicBezTo>
                    <a:cubicBezTo>
                      <a:pt x="426" y="608"/>
                      <a:pt x="548" y="547"/>
                      <a:pt x="578" y="426"/>
                    </a:cubicBezTo>
                    <a:cubicBezTo>
                      <a:pt x="639" y="304"/>
                      <a:pt x="578" y="152"/>
                      <a:pt x="457" y="61"/>
                    </a:cubicBezTo>
                    <a:cubicBezTo>
                      <a:pt x="426" y="30"/>
                      <a:pt x="365" y="0"/>
                      <a:pt x="3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Google Shape;3021;p20"/>
              <p:cNvSpPr/>
              <p:nvPr/>
            </p:nvSpPr>
            <p:spPr>
              <a:xfrm>
                <a:off x="1466850" y="4112050"/>
                <a:ext cx="198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1" extrusionOk="0">
                    <a:moveTo>
                      <a:pt x="396" y="1"/>
                    </a:moveTo>
                    <a:cubicBezTo>
                      <a:pt x="335" y="1"/>
                      <a:pt x="274" y="31"/>
                      <a:pt x="214" y="92"/>
                    </a:cubicBezTo>
                    <a:cubicBezTo>
                      <a:pt x="153" y="122"/>
                      <a:pt x="122" y="183"/>
                      <a:pt x="92" y="244"/>
                    </a:cubicBezTo>
                    <a:cubicBezTo>
                      <a:pt x="31" y="365"/>
                      <a:pt x="1" y="517"/>
                      <a:pt x="92" y="609"/>
                    </a:cubicBezTo>
                    <a:cubicBezTo>
                      <a:pt x="153" y="730"/>
                      <a:pt x="274" y="791"/>
                      <a:pt x="396" y="791"/>
                    </a:cubicBezTo>
                    <a:cubicBezTo>
                      <a:pt x="548" y="791"/>
                      <a:pt x="670" y="730"/>
                      <a:pt x="730" y="609"/>
                    </a:cubicBezTo>
                    <a:cubicBezTo>
                      <a:pt x="791" y="517"/>
                      <a:pt x="791" y="365"/>
                      <a:pt x="730" y="244"/>
                    </a:cubicBezTo>
                    <a:cubicBezTo>
                      <a:pt x="700" y="183"/>
                      <a:pt x="670" y="122"/>
                      <a:pt x="609" y="92"/>
                    </a:cubicBezTo>
                    <a:cubicBezTo>
                      <a:pt x="548" y="31"/>
                      <a:pt x="487" y="1"/>
                      <a:pt x="3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Google Shape;3022;p20"/>
              <p:cNvSpPr/>
              <p:nvPr/>
            </p:nvSpPr>
            <p:spPr>
              <a:xfrm>
                <a:off x="1364275" y="4180450"/>
                <a:ext cx="6100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65" extrusionOk="0">
                    <a:moveTo>
                      <a:pt x="122" y="0"/>
                    </a:moveTo>
                    <a:cubicBezTo>
                      <a:pt x="61" y="0"/>
                      <a:pt x="31" y="61"/>
                      <a:pt x="31" y="122"/>
                    </a:cubicBezTo>
                    <a:cubicBezTo>
                      <a:pt x="31" y="152"/>
                      <a:pt x="31" y="213"/>
                      <a:pt x="0" y="243"/>
                    </a:cubicBezTo>
                    <a:cubicBezTo>
                      <a:pt x="0" y="304"/>
                      <a:pt x="61" y="365"/>
                      <a:pt x="122" y="365"/>
                    </a:cubicBezTo>
                    <a:cubicBezTo>
                      <a:pt x="183" y="365"/>
                      <a:pt x="244" y="304"/>
                      <a:pt x="244" y="243"/>
                    </a:cubicBezTo>
                    <a:lnTo>
                      <a:pt x="244" y="122"/>
                    </a:lnTo>
                    <a:cubicBezTo>
                      <a:pt x="213" y="61"/>
                      <a:pt x="213" y="0"/>
                      <a:pt x="1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20"/>
              <p:cNvSpPr/>
              <p:nvPr/>
            </p:nvSpPr>
            <p:spPr>
              <a:xfrm>
                <a:off x="1332350" y="4094200"/>
                <a:ext cx="16000" cy="17875"/>
              </a:xfrm>
              <a:custGeom>
                <a:avLst/>
                <a:gdLst/>
                <a:ahLst/>
                <a:cxnLst/>
                <a:rect l="l" t="t" r="r" b="b"/>
                <a:pathLst>
                  <a:path w="640" h="715" extrusionOk="0">
                    <a:moveTo>
                      <a:pt x="320" y="0"/>
                    </a:moveTo>
                    <a:cubicBezTo>
                      <a:pt x="229" y="0"/>
                      <a:pt x="138" y="46"/>
                      <a:pt x="92" y="137"/>
                    </a:cubicBezTo>
                    <a:cubicBezTo>
                      <a:pt x="62" y="198"/>
                      <a:pt x="31" y="259"/>
                      <a:pt x="31" y="350"/>
                    </a:cubicBezTo>
                    <a:cubicBezTo>
                      <a:pt x="1" y="441"/>
                      <a:pt x="1" y="563"/>
                      <a:pt x="92" y="623"/>
                    </a:cubicBezTo>
                    <a:cubicBezTo>
                      <a:pt x="153" y="684"/>
                      <a:pt x="214" y="715"/>
                      <a:pt x="305" y="715"/>
                    </a:cubicBezTo>
                    <a:cubicBezTo>
                      <a:pt x="396" y="715"/>
                      <a:pt x="487" y="684"/>
                      <a:pt x="518" y="623"/>
                    </a:cubicBezTo>
                    <a:cubicBezTo>
                      <a:pt x="609" y="563"/>
                      <a:pt x="639" y="441"/>
                      <a:pt x="609" y="350"/>
                    </a:cubicBezTo>
                    <a:cubicBezTo>
                      <a:pt x="609" y="259"/>
                      <a:pt x="578" y="198"/>
                      <a:pt x="548" y="137"/>
                    </a:cubicBezTo>
                    <a:cubicBezTo>
                      <a:pt x="502" y="46"/>
                      <a:pt x="411" y="0"/>
                      <a:pt x="3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Google Shape;3024;p20"/>
              <p:cNvSpPr/>
              <p:nvPr/>
            </p:nvSpPr>
            <p:spPr>
              <a:xfrm>
                <a:off x="1436475" y="4036825"/>
                <a:ext cx="1825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70" extrusionOk="0">
                    <a:moveTo>
                      <a:pt x="395" y="0"/>
                    </a:moveTo>
                    <a:cubicBezTo>
                      <a:pt x="274" y="0"/>
                      <a:pt x="152" y="31"/>
                      <a:pt x="91" y="152"/>
                    </a:cubicBezTo>
                    <a:cubicBezTo>
                      <a:pt x="0" y="244"/>
                      <a:pt x="0" y="365"/>
                      <a:pt x="30" y="487"/>
                    </a:cubicBezTo>
                    <a:cubicBezTo>
                      <a:pt x="91" y="578"/>
                      <a:pt x="182" y="669"/>
                      <a:pt x="304" y="669"/>
                    </a:cubicBezTo>
                    <a:lnTo>
                      <a:pt x="486" y="669"/>
                    </a:lnTo>
                    <a:cubicBezTo>
                      <a:pt x="547" y="639"/>
                      <a:pt x="608" y="578"/>
                      <a:pt x="638" y="517"/>
                    </a:cubicBezTo>
                    <a:cubicBezTo>
                      <a:pt x="638" y="487"/>
                      <a:pt x="669" y="456"/>
                      <a:pt x="669" y="426"/>
                    </a:cubicBezTo>
                    <a:cubicBezTo>
                      <a:pt x="730" y="396"/>
                      <a:pt x="730" y="304"/>
                      <a:pt x="669" y="244"/>
                    </a:cubicBezTo>
                    <a:cubicBezTo>
                      <a:pt x="669" y="244"/>
                      <a:pt x="669" y="213"/>
                      <a:pt x="638" y="213"/>
                    </a:cubicBezTo>
                    <a:cubicBezTo>
                      <a:pt x="608" y="92"/>
                      <a:pt x="517" y="31"/>
                      <a:pt x="3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Google Shape;3025;p20"/>
              <p:cNvSpPr/>
              <p:nvPr/>
            </p:nvSpPr>
            <p:spPr>
              <a:xfrm>
                <a:off x="1380225" y="4238200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6" y="0"/>
                    </a:moveTo>
                    <a:cubicBezTo>
                      <a:pt x="1" y="0"/>
                      <a:pt x="1" y="639"/>
                      <a:pt x="396" y="639"/>
                    </a:cubicBezTo>
                    <a:cubicBezTo>
                      <a:pt x="821" y="639"/>
                      <a:pt x="821" y="0"/>
                      <a:pt x="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20"/>
              <p:cNvSpPr/>
              <p:nvPr/>
            </p:nvSpPr>
            <p:spPr>
              <a:xfrm>
                <a:off x="1239650" y="4210850"/>
                <a:ext cx="1902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8" extrusionOk="0">
                    <a:moveTo>
                      <a:pt x="365" y="0"/>
                    </a:moveTo>
                    <a:cubicBezTo>
                      <a:pt x="1" y="0"/>
                      <a:pt x="1" y="608"/>
                      <a:pt x="365" y="608"/>
                    </a:cubicBezTo>
                    <a:cubicBezTo>
                      <a:pt x="760" y="608"/>
                      <a:pt x="760" y="0"/>
                      <a:pt x="3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20"/>
              <p:cNvSpPr/>
              <p:nvPr/>
            </p:nvSpPr>
            <p:spPr>
              <a:xfrm>
                <a:off x="1238125" y="4104450"/>
                <a:ext cx="1220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396" extrusionOk="0">
                    <a:moveTo>
                      <a:pt x="244" y="1"/>
                    </a:moveTo>
                    <a:cubicBezTo>
                      <a:pt x="1" y="1"/>
                      <a:pt x="1" y="396"/>
                      <a:pt x="244" y="396"/>
                    </a:cubicBezTo>
                    <a:cubicBezTo>
                      <a:pt x="487" y="396"/>
                      <a:pt x="487" y="1"/>
                      <a:pt x="2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Google Shape;3028;p20"/>
              <p:cNvSpPr/>
              <p:nvPr/>
            </p:nvSpPr>
            <p:spPr>
              <a:xfrm>
                <a:off x="1130975" y="4248075"/>
                <a:ext cx="17525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548" extrusionOk="0">
                    <a:moveTo>
                      <a:pt x="335" y="0"/>
                    </a:moveTo>
                    <a:cubicBezTo>
                      <a:pt x="1" y="0"/>
                      <a:pt x="1" y="548"/>
                      <a:pt x="335" y="548"/>
                    </a:cubicBezTo>
                    <a:cubicBezTo>
                      <a:pt x="700" y="548"/>
                      <a:pt x="700" y="0"/>
                      <a:pt x="3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Google Shape;3029;p20"/>
              <p:cNvSpPr/>
              <p:nvPr/>
            </p:nvSpPr>
            <p:spPr>
              <a:xfrm>
                <a:off x="1232800" y="4240475"/>
                <a:ext cx="137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426" extrusionOk="0">
                    <a:moveTo>
                      <a:pt x="275" y="0"/>
                    </a:moveTo>
                    <a:cubicBezTo>
                      <a:pt x="1" y="0"/>
                      <a:pt x="1" y="426"/>
                      <a:pt x="275" y="426"/>
                    </a:cubicBezTo>
                    <a:cubicBezTo>
                      <a:pt x="548" y="426"/>
                      <a:pt x="548" y="0"/>
                      <a:pt x="27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Google Shape;3030;p20"/>
              <p:cNvSpPr/>
              <p:nvPr/>
            </p:nvSpPr>
            <p:spPr>
              <a:xfrm>
                <a:off x="1152275" y="42974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0"/>
                    </a:moveTo>
                    <a:cubicBezTo>
                      <a:pt x="0" y="0"/>
                      <a:pt x="0" y="608"/>
                      <a:pt x="395" y="608"/>
                    </a:cubicBezTo>
                    <a:cubicBezTo>
                      <a:pt x="790" y="608"/>
                      <a:pt x="790" y="0"/>
                      <a:pt x="3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Google Shape;3031;p20"/>
              <p:cNvSpPr/>
              <p:nvPr/>
            </p:nvSpPr>
            <p:spPr>
              <a:xfrm>
                <a:off x="1052725" y="4302775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60" y="578"/>
                      <a:pt x="760" y="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Google Shape;3032;p20"/>
              <p:cNvSpPr/>
              <p:nvPr/>
            </p:nvSpPr>
            <p:spPr>
              <a:xfrm>
                <a:off x="1102100" y="4360975"/>
                <a:ext cx="18275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45" extrusionOk="0">
                    <a:moveTo>
                      <a:pt x="425" y="1"/>
                    </a:moveTo>
                    <a:cubicBezTo>
                      <a:pt x="404" y="1"/>
                      <a:pt x="383" y="4"/>
                      <a:pt x="366" y="13"/>
                    </a:cubicBezTo>
                    <a:cubicBezTo>
                      <a:pt x="305" y="13"/>
                      <a:pt x="214" y="44"/>
                      <a:pt x="183" y="105"/>
                    </a:cubicBezTo>
                    <a:lnTo>
                      <a:pt x="122" y="165"/>
                    </a:lnTo>
                    <a:cubicBezTo>
                      <a:pt x="1" y="226"/>
                      <a:pt x="1" y="408"/>
                      <a:pt x="122" y="500"/>
                    </a:cubicBezTo>
                    <a:cubicBezTo>
                      <a:pt x="153" y="500"/>
                      <a:pt x="153" y="500"/>
                      <a:pt x="183" y="530"/>
                    </a:cubicBezTo>
                    <a:lnTo>
                      <a:pt x="122" y="500"/>
                    </a:lnTo>
                    <a:lnTo>
                      <a:pt x="183" y="560"/>
                    </a:lnTo>
                    <a:lnTo>
                      <a:pt x="244" y="591"/>
                    </a:lnTo>
                    <a:lnTo>
                      <a:pt x="335" y="621"/>
                    </a:lnTo>
                    <a:cubicBezTo>
                      <a:pt x="366" y="636"/>
                      <a:pt x="396" y="644"/>
                      <a:pt x="426" y="644"/>
                    </a:cubicBezTo>
                    <a:cubicBezTo>
                      <a:pt x="457" y="644"/>
                      <a:pt x="487" y="636"/>
                      <a:pt x="518" y="621"/>
                    </a:cubicBezTo>
                    <a:cubicBezTo>
                      <a:pt x="639" y="560"/>
                      <a:pt x="730" y="439"/>
                      <a:pt x="730" y="317"/>
                    </a:cubicBezTo>
                    <a:cubicBezTo>
                      <a:pt x="730" y="226"/>
                      <a:pt x="670" y="105"/>
                      <a:pt x="578" y="44"/>
                    </a:cubicBezTo>
                    <a:cubicBezTo>
                      <a:pt x="535" y="22"/>
                      <a:pt x="477" y="1"/>
                      <a:pt x="4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Google Shape;3033;p20"/>
              <p:cNvSpPr/>
              <p:nvPr/>
            </p:nvSpPr>
            <p:spPr>
              <a:xfrm>
                <a:off x="1041325" y="4397900"/>
                <a:ext cx="16725" cy="153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612" extrusionOk="0">
                    <a:moveTo>
                      <a:pt x="279" y="1"/>
                    </a:moveTo>
                    <a:cubicBezTo>
                      <a:pt x="205" y="1"/>
                      <a:pt x="126" y="44"/>
                      <a:pt x="61" y="87"/>
                    </a:cubicBezTo>
                    <a:cubicBezTo>
                      <a:pt x="31" y="147"/>
                      <a:pt x="0" y="208"/>
                      <a:pt x="0" y="299"/>
                    </a:cubicBezTo>
                    <a:cubicBezTo>
                      <a:pt x="0" y="390"/>
                      <a:pt x="31" y="451"/>
                      <a:pt x="61" y="512"/>
                    </a:cubicBezTo>
                    <a:cubicBezTo>
                      <a:pt x="136" y="562"/>
                      <a:pt x="230" y="611"/>
                      <a:pt x="312" y="611"/>
                    </a:cubicBezTo>
                    <a:cubicBezTo>
                      <a:pt x="331" y="611"/>
                      <a:pt x="348" y="609"/>
                      <a:pt x="365" y="603"/>
                    </a:cubicBezTo>
                    <a:lnTo>
                      <a:pt x="487" y="542"/>
                    </a:lnTo>
                    <a:cubicBezTo>
                      <a:pt x="547" y="512"/>
                      <a:pt x="578" y="512"/>
                      <a:pt x="608" y="451"/>
                    </a:cubicBezTo>
                    <a:cubicBezTo>
                      <a:pt x="639" y="421"/>
                      <a:pt x="669" y="360"/>
                      <a:pt x="669" y="299"/>
                    </a:cubicBezTo>
                    <a:cubicBezTo>
                      <a:pt x="669" y="269"/>
                      <a:pt x="669" y="208"/>
                      <a:pt x="639" y="178"/>
                    </a:cubicBezTo>
                    <a:cubicBezTo>
                      <a:pt x="608" y="117"/>
                      <a:pt x="547" y="87"/>
                      <a:pt x="487" y="56"/>
                    </a:cubicBezTo>
                    <a:lnTo>
                      <a:pt x="365" y="26"/>
                    </a:lnTo>
                    <a:cubicBezTo>
                      <a:pt x="338" y="8"/>
                      <a:pt x="309" y="1"/>
                      <a:pt x="2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Google Shape;3034;p20"/>
              <p:cNvSpPr/>
              <p:nvPr/>
            </p:nvSpPr>
            <p:spPr>
              <a:xfrm>
                <a:off x="1077025" y="4421325"/>
                <a:ext cx="612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183" extrusionOk="0">
                    <a:moveTo>
                      <a:pt x="122" y="1"/>
                    </a:moveTo>
                    <a:cubicBezTo>
                      <a:pt x="1" y="1"/>
                      <a:pt x="1" y="183"/>
                      <a:pt x="122" y="183"/>
                    </a:cubicBezTo>
                    <a:cubicBezTo>
                      <a:pt x="244" y="183"/>
                      <a:pt x="244" y="1"/>
                      <a:pt x="1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Google Shape;3035;p20"/>
              <p:cNvSpPr/>
              <p:nvPr/>
            </p:nvSpPr>
            <p:spPr>
              <a:xfrm>
                <a:off x="1198625" y="4435000"/>
                <a:ext cx="1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365" y="1"/>
                    </a:moveTo>
                    <a:cubicBezTo>
                      <a:pt x="0" y="1"/>
                      <a:pt x="0" y="548"/>
                      <a:pt x="365" y="548"/>
                    </a:cubicBezTo>
                    <a:cubicBezTo>
                      <a:pt x="730" y="548"/>
                      <a:pt x="730" y="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Google Shape;3036;p20"/>
              <p:cNvSpPr/>
              <p:nvPr/>
            </p:nvSpPr>
            <p:spPr>
              <a:xfrm>
                <a:off x="1455450" y="4427400"/>
                <a:ext cx="15225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457" extrusionOk="0">
                    <a:moveTo>
                      <a:pt x="305" y="1"/>
                    </a:moveTo>
                    <a:cubicBezTo>
                      <a:pt x="1" y="1"/>
                      <a:pt x="1" y="457"/>
                      <a:pt x="305" y="457"/>
                    </a:cubicBezTo>
                    <a:cubicBezTo>
                      <a:pt x="609" y="457"/>
                      <a:pt x="609" y="1"/>
                      <a:pt x="3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Google Shape;3037;p20"/>
              <p:cNvSpPr/>
              <p:nvPr/>
            </p:nvSpPr>
            <p:spPr>
              <a:xfrm>
                <a:off x="1594525" y="4429675"/>
                <a:ext cx="205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0" extrusionOk="0">
                    <a:moveTo>
                      <a:pt x="395" y="1"/>
                    </a:moveTo>
                    <a:cubicBezTo>
                      <a:pt x="0" y="1"/>
                      <a:pt x="0" y="639"/>
                      <a:pt x="395" y="639"/>
                    </a:cubicBezTo>
                    <a:cubicBezTo>
                      <a:pt x="821" y="639"/>
                      <a:pt x="821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Google Shape;3038;p20"/>
              <p:cNvSpPr/>
              <p:nvPr/>
            </p:nvSpPr>
            <p:spPr>
              <a:xfrm>
                <a:off x="1768525" y="4433475"/>
                <a:ext cx="21325" cy="1772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709" extrusionOk="0">
                    <a:moveTo>
                      <a:pt x="366" y="1"/>
                    </a:moveTo>
                    <a:cubicBezTo>
                      <a:pt x="275" y="1"/>
                      <a:pt x="183" y="31"/>
                      <a:pt x="123" y="92"/>
                    </a:cubicBezTo>
                    <a:cubicBezTo>
                      <a:pt x="62" y="153"/>
                      <a:pt x="1" y="274"/>
                      <a:pt x="1" y="366"/>
                    </a:cubicBezTo>
                    <a:cubicBezTo>
                      <a:pt x="31" y="457"/>
                      <a:pt x="62" y="548"/>
                      <a:pt x="123" y="609"/>
                    </a:cubicBezTo>
                    <a:cubicBezTo>
                      <a:pt x="172" y="658"/>
                      <a:pt x="242" y="708"/>
                      <a:pt x="316" y="708"/>
                    </a:cubicBezTo>
                    <a:cubicBezTo>
                      <a:pt x="332" y="708"/>
                      <a:pt x="349" y="706"/>
                      <a:pt x="366" y="700"/>
                    </a:cubicBezTo>
                    <a:lnTo>
                      <a:pt x="487" y="700"/>
                    </a:lnTo>
                    <a:cubicBezTo>
                      <a:pt x="609" y="700"/>
                      <a:pt x="670" y="670"/>
                      <a:pt x="761" y="609"/>
                    </a:cubicBezTo>
                    <a:cubicBezTo>
                      <a:pt x="822" y="548"/>
                      <a:pt x="852" y="426"/>
                      <a:pt x="852" y="335"/>
                    </a:cubicBezTo>
                    <a:cubicBezTo>
                      <a:pt x="852" y="274"/>
                      <a:pt x="822" y="153"/>
                      <a:pt x="761" y="92"/>
                    </a:cubicBezTo>
                    <a:cubicBezTo>
                      <a:pt x="670" y="31"/>
                      <a:pt x="609" y="1"/>
                      <a:pt x="4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Google Shape;3039;p20"/>
              <p:cNvSpPr/>
              <p:nvPr/>
            </p:nvSpPr>
            <p:spPr>
              <a:xfrm>
                <a:off x="1961550" y="4438425"/>
                <a:ext cx="182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39" extrusionOk="0">
                    <a:moveTo>
                      <a:pt x="308" y="1"/>
                    </a:moveTo>
                    <a:cubicBezTo>
                      <a:pt x="251" y="1"/>
                      <a:pt x="198" y="16"/>
                      <a:pt x="152" y="46"/>
                    </a:cubicBezTo>
                    <a:cubicBezTo>
                      <a:pt x="61" y="107"/>
                      <a:pt x="0" y="228"/>
                      <a:pt x="0" y="320"/>
                    </a:cubicBezTo>
                    <a:cubicBezTo>
                      <a:pt x="0" y="441"/>
                      <a:pt x="61" y="563"/>
                      <a:pt x="152" y="593"/>
                    </a:cubicBezTo>
                    <a:cubicBezTo>
                      <a:pt x="198" y="624"/>
                      <a:pt x="251" y="639"/>
                      <a:pt x="308" y="639"/>
                    </a:cubicBezTo>
                    <a:cubicBezTo>
                      <a:pt x="365" y="639"/>
                      <a:pt x="426" y="624"/>
                      <a:pt x="487" y="593"/>
                    </a:cubicBezTo>
                    <a:cubicBezTo>
                      <a:pt x="487" y="593"/>
                      <a:pt x="517" y="593"/>
                      <a:pt x="548" y="563"/>
                    </a:cubicBezTo>
                    <a:cubicBezTo>
                      <a:pt x="730" y="472"/>
                      <a:pt x="730" y="198"/>
                      <a:pt x="548" y="76"/>
                    </a:cubicBezTo>
                    <a:cubicBezTo>
                      <a:pt x="517" y="76"/>
                      <a:pt x="487" y="76"/>
                      <a:pt x="487" y="46"/>
                    </a:cubicBezTo>
                    <a:cubicBezTo>
                      <a:pt x="426" y="16"/>
                      <a:pt x="365" y="1"/>
                      <a:pt x="3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Google Shape;3040;p20"/>
              <p:cNvSpPr/>
              <p:nvPr/>
            </p:nvSpPr>
            <p:spPr>
              <a:xfrm>
                <a:off x="1988900" y="4250350"/>
                <a:ext cx="25100" cy="1902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761" extrusionOk="0">
                    <a:moveTo>
                      <a:pt x="487" y="1"/>
                    </a:moveTo>
                    <a:cubicBezTo>
                      <a:pt x="1" y="1"/>
                      <a:pt x="1" y="760"/>
                      <a:pt x="487" y="760"/>
                    </a:cubicBezTo>
                    <a:cubicBezTo>
                      <a:pt x="1004" y="760"/>
                      <a:pt x="1004" y="1"/>
                      <a:pt x="4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Google Shape;3041;p20"/>
              <p:cNvSpPr/>
              <p:nvPr/>
            </p:nvSpPr>
            <p:spPr>
              <a:xfrm>
                <a:off x="1912150" y="4195650"/>
                <a:ext cx="2357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943" h="730" extrusionOk="0">
                    <a:moveTo>
                      <a:pt x="457" y="0"/>
                    </a:moveTo>
                    <a:cubicBezTo>
                      <a:pt x="1" y="0"/>
                      <a:pt x="1" y="730"/>
                      <a:pt x="457" y="730"/>
                    </a:cubicBezTo>
                    <a:cubicBezTo>
                      <a:pt x="943" y="730"/>
                      <a:pt x="943" y="0"/>
                      <a:pt x="4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Google Shape;3042;p20"/>
              <p:cNvSpPr/>
              <p:nvPr/>
            </p:nvSpPr>
            <p:spPr>
              <a:xfrm>
                <a:off x="1995750" y="41834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1" y="609"/>
                      <a:pt x="791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Google Shape;3043;p20"/>
              <p:cNvSpPr/>
              <p:nvPr/>
            </p:nvSpPr>
            <p:spPr>
              <a:xfrm>
                <a:off x="1900000" y="413332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6" y="1"/>
                    </a:moveTo>
                    <a:cubicBezTo>
                      <a:pt x="0" y="1"/>
                      <a:pt x="0" y="609"/>
                      <a:pt x="396" y="609"/>
                    </a:cubicBezTo>
                    <a:cubicBezTo>
                      <a:pt x="791" y="609"/>
                      <a:pt x="791" y="1"/>
                      <a:pt x="3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Google Shape;3044;p20"/>
              <p:cNvSpPr/>
              <p:nvPr/>
            </p:nvSpPr>
            <p:spPr>
              <a:xfrm>
                <a:off x="1792100" y="4112800"/>
                <a:ext cx="258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22" extrusionOk="0">
                    <a:moveTo>
                      <a:pt x="517" y="1"/>
                    </a:moveTo>
                    <a:cubicBezTo>
                      <a:pt x="0" y="1"/>
                      <a:pt x="0" y="822"/>
                      <a:pt x="517" y="822"/>
                    </a:cubicBezTo>
                    <a:cubicBezTo>
                      <a:pt x="1034" y="822"/>
                      <a:pt x="1034" y="1"/>
                      <a:pt x="5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Google Shape;3045;p20"/>
              <p:cNvSpPr/>
              <p:nvPr/>
            </p:nvSpPr>
            <p:spPr>
              <a:xfrm>
                <a:off x="1659100" y="4109150"/>
                <a:ext cx="20550" cy="183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33" extrusionOk="0">
                    <a:moveTo>
                      <a:pt x="373" y="1"/>
                    </a:moveTo>
                    <a:cubicBezTo>
                      <a:pt x="189" y="1"/>
                      <a:pt x="1" y="155"/>
                      <a:pt x="1" y="360"/>
                    </a:cubicBezTo>
                    <a:cubicBezTo>
                      <a:pt x="1" y="574"/>
                      <a:pt x="206" y="733"/>
                      <a:pt x="398" y="733"/>
                    </a:cubicBezTo>
                    <a:cubicBezTo>
                      <a:pt x="450" y="733"/>
                      <a:pt x="502" y="720"/>
                      <a:pt x="548" y="694"/>
                    </a:cubicBezTo>
                    <a:lnTo>
                      <a:pt x="639" y="633"/>
                    </a:lnTo>
                    <a:cubicBezTo>
                      <a:pt x="730" y="573"/>
                      <a:pt x="822" y="481"/>
                      <a:pt x="822" y="360"/>
                    </a:cubicBezTo>
                    <a:cubicBezTo>
                      <a:pt x="822" y="238"/>
                      <a:pt x="730" y="147"/>
                      <a:pt x="639" y="117"/>
                    </a:cubicBezTo>
                    <a:lnTo>
                      <a:pt x="548" y="56"/>
                    </a:lnTo>
                    <a:cubicBezTo>
                      <a:pt x="495" y="18"/>
                      <a:pt x="434" y="1"/>
                      <a:pt x="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Google Shape;3046;p20"/>
              <p:cNvSpPr/>
              <p:nvPr/>
            </p:nvSpPr>
            <p:spPr>
              <a:xfrm>
                <a:off x="1631000" y="4060375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5" y="1"/>
                    </a:moveTo>
                    <a:cubicBezTo>
                      <a:pt x="0" y="1"/>
                      <a:pt x="0" y="639"/>
                      <a:pt x="395" y="639"/>
                    </a:cubicBezTo>
                    <a:cubicBezTo>
                      <a:pt x="821" y="639"/>
                      <a:pt x="821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Google Shape;3047;p20"/>
              <p:cNvSpPr/>
              <p:nvPr/>
            </p:nvSpPr>
            <p:spPr>
              <a:xfrm>
                <a:off x="1527650" y="4117375"/>
                <a:ext cx="258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1" extrusionOk="0">
                    <a:moveTo>
                      <a:pt x="517" y="0"/>
                    </a:moveTo>
                    <a:cubicBezTo>
                      <a:pt x="1" y="0"/>
                      <a:pt x="1" y="791"/>
                      <a:pt x="517" y="791"/>
                    </a:cubicBezTo>
                    <a:cubicBezTo>
                      <a:pt x="1034" y="79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Google Shape;3048;p20"/>
              <p:cNvSpPr/>
              <p:nvPr/>
            </p:nvSpPr>
            <p:spPr>
              <a:xfrm>
                <a:off x="1508650" y="4223750"/>
                <a:ext cx="9900" cy="84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36" extrusionOk="0">
                    <a:moveTo>
                      <a:pt x="183" y="1"/>
                    </a:moveTo>
                    <a:cubicBezTo>
                      <a:pt x="1" y="1"/>
                      <a:pt x="1" y="335"/>
                      <a:pt x="183" y="335"/>
                    </a:cubicBezTo>
                    <a:cubicBezTo>
                      <a:pt x="396" y="335"/>
                      <a:pt x="396" y="1"/>
                      <a:pt x="18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Google Shape;3049;p20"/>
              <p:cNvSpPr/>
              <p:nvPr/>
            </p:nvSpPr>
            <p:spPr>
              <a:xfrm>
                <a:off x="1590725" y="4143200"/>
                <a:ext cx="18250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30" y="578"/>
                      <a:pt x="730" y="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Google Shape;3050;p20"/>
              <p:cNvSpPr/>
              <p:nvPr/>
            </p:nvSpPr>
            <p:spPr>
              <a:xfrm>
                <a:off x="1551200" y="4055825"/>
                <a:ext cx="1902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9" extrusionOk="0">
                    <a:moveTo>
                      <a:pt x="244" y="0"/>
                    </a:moveTo>
                    <a:cubicBezTo>
                      <a:pt x="183" y="31"/>
                      <a:pt x="122" y="61"/>
                      <a:pt x="92" y="92"/>
                    </a:cubicBezTo>
                    <a:cubicBezTo>
                      <a:pt x="31" y="152"/>
                      <a:pt x="1" y="213"/>
                      <a:pt x="1" y="304"/>
                    </a:cubicBezTo>
                    <a:cubicBezTo>
                      <a:pt x="1" y="395"/>
                      <a:pt x="31" y="456"/>
                      <a:pt x="92" y="517"/>
                    </a:cubicBezTo>
                    <a:cubicBezTo>
                      <a:pt x="122" y="578"/>
                      <a:pt x="183" y="578"/>
                      <a:pt x="244" y="608"/>
                    </a:cubicBezTo>
                    <a:lnTo>
                      <a:pt x="396" y="608"/>
                    </a:lnTo>
                    <a:lnTo>
                      <a:pt x="548" y="578"/>
                    </a:lnTo>
                    <a:lnTo>
                      <a:pt x="639" y="547"/>
                    </a:lnTo>
                    <a:cubicBezTo>
                      <a:pt x="669" y="547"/>
                      <a:pt x="700" y="517"/>
                      <a:pt x="700" y="487"/>
                    </a:cubicBezTo>
                    <a:cubicBezTo>
                      <a:pt x="730" y="426"/>
                      <a:pt x="761" y="365"/>
                      <a:pt x="761" y="304"/>
                    </a:cubicBezTo>
                    <a:cubicBezTo>
                      <a:pt x="761" y="274"/>
                      <a:pt x="761" y="213"/>
                      <a:pt x="730" y="152"/>
                    </a:cubicBezTo>
                    <a:cubicBezTo>
                      <a:pt x="700" y="122"/>
                      <a:pt x="609" y="31"/>
                      <a:pt x="548" y="31"/>
                    </a:cubicBezTo>
                    <a:lnTo>
                      <a:pt x="3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Google Shape;3051;p20"/>
              <p:cNvSpPr/>
              <p:nvPr/>
            </p:nvSpPr>
            <p:spPr>
              <a:xfrm>
                <a:off x="1744225" y="3967675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43" y="0"/>
                    </a:moveTo>
                    <a:cubicBezTo>
                      <a:pt x="0" y="0"/>
                      <a:pt x="0" y="396"/>
                      <a:pt x="243" y="396"/>
                    </a:cubicBezTo>
                    <a:cubicBezTo>
                      <a:pt x="517" y="396"/>
                      <a:pt x="517" y="0"/>
                      <a:pt x="2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Google Shape;3052;p20"/>
              <p:cNvSpPr/>
              <p:nvPr/>
            </p:nvSpPr>
            <p:spPr>
              <a:xfrm>
                <a:off x="1864275" y="4079375"/>
                <a:ext cx="1827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579" extrusionOk="0">
                    <a:moveTo>
                      <a:pt x="366" y="1"/>
                    </a:moveTo>
                    <a:cubicBezTo>
                      <a:pt x="1" y="1"/>
                      <a:pt x="1" y="578"/>
                      <a:pt x="366" y="578"/>
                    </a:cubicBezTo>
                    <a:cubicBezTo>
                      <a:pt x="730" y="578"/>
                      <a:pt x="730" y="1"/>
                      <a:pt x="3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53" name="Google Shape;3053;p20"/>
            <p:cNvSpPr/>
            <p:nvPr/>
          </p:nvSpPr>
          <p:spPr>
            <a:xfrm rot="6817983">
              <a:off x="5202758" y="4429530"/>
              <a:ext cx="850525" cy="1151674"/>
            </a:xfrm>
            <a:custGeom>
              <a:avLst/>
              <a:gdLst/>
              <a:ahLst/>
              <a:cxnLst/>
              <a:rect l="l" t="t" r="r" b="b"/>
              <a:pathLst>
                <a:path w="31739" h="42977" extrusionOk="0">
                  <a:moveTo>
                    <a:pt x="2341" y="25"/>
                  </a:moveTo>
                  <a:cubicBezTo>
                    <a:pt x="1031" y="25"/>
                    <a:pt x="1" y="1830"/>
                    <a:pt x="826" y="2949"/>
                  </a:cubicBezTo>
                  <a:cubicBezTo>
                    <a:pt x="1950" y="4469"/>
                    <a:pt x="2771" y="5380"/>
                    <a:pt x="4686" y="6019"/>
                  </a:cubicBezTo>
                  <a:cubicBezTo>
                    <a:pt x="6115" y="6475"/>
                    <a:pt x="7725" y="6687"/>
                    <a:pt x="9245" y="6748"/>
                  </a:cubicBezTo>
                  <a:cubicBezTo>
                    <a:pt x="9368" y="6753"/>
                    <a:pt x="9492" y="6755"/>
                    <a:pt x="9617" y="6755"/>
                  </a:cubicBezTo>
                  <a:cubicBezTo>
                    <a:pt x="11270" y="6755"/>
                    <a:pt x="13089" y="6354"/>
                    <a:pt x="14830" y="6354"/>
                  </a:cubicBezTo>
                  <a:cubicBezTo>
                    <a:pt x="16208" y="6354"/>
                    <a:pt x="17538" y="6606"/>
                    <a:pt x="18698" y="7508"/>
                  </a:cubicBezTo>
                  <a:cubicBezTo>
                    <a:pt x="19701" y="8298"/>
                    <a:pt x="20340" y="9545"/>
                    <a:pt x="21282" y="10426"/>
                  </a:cubicBezTo>
                  <a:cubicBezTo>
                    <a:pt x="22376" y="11429"/>
                    <a:pt x="23835" y="11429"/>
                    <a:pt x="24960" y="12371"/>
                  </a:cubicBezTo>
                  <a:cubicBezTo>
                    <a:pt x="27452" y="14408"/>
                    <a:pt x="27665" y="18359"/>
                    <a:pt x="27726" y="21308"/>
                  </a:cubicBezTo>
                  <a:cubicBezTo>
                    <a:pt x="27817" y="24773"/>
                    <a:pt x="25963" y="27053"/>
                    <a:pt x="24777" y="30092"/>
                  </a:cubicBezTo>
                  <a:cubicBezTo>
                    <a:pt x="24170" y="31673"/>
                    <a:pt x="24078" y="33162"/>
                    <a:pt x="22741" y="34347"/>
                  </a:cubicBezTo>
                  <a:cubicBezTo>
                    <a:pt x="21677" y="35259"/>
                    <a:pt x="20340" y="35989"/>
                    <a:pt x="19063" y="36536"/>
                  </a:cubicBezTo>
                  <a:cubicBezTo>
                    <a:pt x="17665" y="37113"/>
                    <a:pt x="16206" y="37569"/>
                    <a:pt x="14777" y="38086"/>
                  </a:cubicBezTo>
                  <a:cubicBezTo>
                    <a:pt x="13258" y="38633"/>
                    <a:pt x="11616" y="39332"/>
                    <a:pt x="10005" y="39424"/>
                  </a:cubicBezTo>
                  <a:cubicBezTo>
                    <a:pt x="7786" y="39575"/>
                    <a:pt x="5689" y="39940"/>
                    <a:pt x="4382" y="41946"/>
                  </a:cubicBezTo>
                  <a:cubicBezTo>
                    <a:pt x="4060" y="42453"/>
                    <a:pt x="4539" y="42977"/>
                    <a:pt x="5029" y="42977"/>
                  </a:cubicBezTo>
                  <a:cubicBezTo>
                    <a:pt x="5186" y="42977"/>
                    <a:pt x="5343" y="42923"/>
                    <a:pt x="5476" y="42797"/>
                  </a:cubicBezTo>
                  <a:cubicBezTo>
                    <a:pt x="6449" y="41886"/>
                    <a:pt x="7695" y="41673"/>
                    <a:pt x="8941" y="41642"/>
                  </a:cubicBezTo>
                  <a:cubicBezTo>
                    <a:pt x="9108" y="41642"/>
                    <a:pt x="9279" y="41640"/>
                    <a:pt x="9452" y="41640"/>
                  </a:cubicBezTo>
                  <a:cubicBezTo>
                    <a:pt x="9969" y="41640"/>
                    <a:pt x="10499" y="41658"/>
                    <a:pt x="10978" y="41794"/>
                  </a:cubicBezTo>
                  <a:cubicBezTo>
                    <a:pt x="11677" y="41977"/>
                    <a:pt x="12224" y="42341"/>
                    <a:pt x="12923" y="42493"/>
                  </a:cubicBezTo>
                  <a:cubicBezTo>
                    <a:pt x="13928" y="42697"/>
                    <a:pt x="14926" y="42798"/>
                    <a:pt x="15914" y="42798"/>
                  </a:cubicBezTo>
                  <a:cubicBezTo>
                    <a:pt x="17733" y="42798"/>
                    <a:pt x="19518" y="42453"/>
                    <a:pt x="21252" y="41764"/>
                  </a:cubicBezTo>
                  <a:cubicBezTo>
                    <a:pt x="23714" y="40791"/>
                    <a:pt x="26753" y="39424"/>
                    <a:pt x="28182" y="37113"/>
                  </a:cubicBezTo>
                  <a:cubicBezTo>
                    <a:pt x="28881" y="35958"/>
                    <a:pt x="29154" y="34651"/>
                    <a:pt x="29246" y="33344"/>
                  </a:cubicBezTo>
                  <a:cubicBezTo>
                    <a:pt x="29367" y="31794"/>
                    <a:pt x="29641" y="30518"/>
                    <a:pt x="30127" y="29059"/>
                  </a:cubicBezTo>
                  <a:cubicBezTo>
                    <a:pt x="31738" y="24074"/>
                    <a:pt x="31525" y="18481"/>
                    <a:pt x="28486" y="14074"/>
                  </a:cubicBezTo>
                  <a:cubicBezTo>
                    <a:pt x="27209" y="12250"/>
                    <a:pt x="25781" y="11034"/>
                    <a:pt x="23774" y="10031"/>
                  </a:cubicBezTo>
                  <a:cubicBezTo>
                    <a:pt x="21799" y="9058"/>
                    <a:pt x="20005" y="6809"/>
                    <a:pt x="19002" y="4833"/>
                  </a:cubicBezTo>
                  <a:cubicBezTo>
                    <a:pt x="17665" y="2189"/>
                    <a:pt x="14717" y="1277"/>
                    <a:pt x="11890" y="1216"/>
                  </a:cubicBezTo>
                  <a:cubicBezTo>
                    <a:pt x="11668" y="1212"/>
                    <a:pt x="11449" y="1211"/>
                    <a:pt x="11232" y="1211"/>
                  </a:cubicBezTo>
                  <a:cubicBezTo>
                    <a:pt x="10943" y="1211"/>
                    <a:pt x="10657" y="1213"/>
                    <a:pt x="10373" y="1213"/>
                  </a:cubicBezTo>
                  <a:cubicBezTo>
                    <a:pt x="9380" y="1213"/>
                    <a:pt x="8414" y="1186"/>
                    <a:pt x="7422" y="943"/>
                  </a:cubicBezTo>
                  <a:cubicBezTo>
                    <a:pt x="6570" y="730"/>
                    <a:pt x="5780" y="396"/>
                    <a:pt x="4929" y="213"/>
                  </a:cubicBezTo>
                  <a:cubicBezTo>
                    <a:pt x="4108" y="0"/>
                    <a:pt x="3318" y="122"/>
                    <a:pt x="2467" y="31"/>
                  </a:cubicBezTo>
                  <a:cubicBezTo>
                    <a:pt x="2425" y="27"/>
                    <a:pt x="2383" y="25"/>
                    <a:pt x="2341" y="2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20"/>
            <p:cNvSpPr/>
            <p:nvPr/>
          </p:nvSpPr>
          <p:spPr>
            <a:xfrm rot="6818307">
              <a:off x="5406442" y="4487726"/>
              <a:ext cx="574084" cy="695567"/>
            </a:xfrm>
            <a:custGeom>
              <a:avLst/>
              <a:gdLst/>
              <a:ahLst/>
              <a:cxnLst/>
              <a:rect l="l" t="t" r="r" b="b"/>
              <a:pathLst>
                <a:path w="31739" h="42977" extrusionOk="0">
                  <a:moveTo>
                    <a:pt x="2341" y="25"/>
                  </a:moveTo>
                  <a:cubicBezTo>
                    <a:pt x="1031" y="25"/>
                    <a:pt x="1" y="1830"/>
                    <a:pt x="826" y="2949"/>
                  </a:cubicBezTo>
                  <a:cubicBezTo>
                    <a:pt x="1950" y="4469"/>
                    <a:pt x="2771" y="5380"/>
                    <a:pt x="4686" y="6019"/>
                  </a:cubicBezTo>
                  <a:cubicBezTo>
                    <a:pt x="6115" y="6475"/>
                    <a:pt x="7725" y="6687"/>
                    <a:pt x="9245" y="6748"/>
                  </a:cubicBezTo>
                  <a:cubicBezTo>
                    <a:pt x="9368" y="6753"/>
                    <a:pt x="9492" y="6755"/>
                    <a:pt x="9617" y="6755"/>
                  </a:cubicBezTo>
                  <a:cubicBezTo>
                    <a:pt x="11270" y="6755"/>
                    <a:pt x="13089" y="6354"/>
                    <a:pt x="14830" y="6354"/>
                  </a:cubicBezTo>
                  <a:cubicBezTo>
                    <a:pt x="16208" y="6354"/>
                    <a:pt x="17538" y="6606"/>
                    <a:pt x="18698" y="7508"/>
                  </a:cubicBezTo>
                  <a:cubicBezTo>
                    <a:pt x="19701" y="8298"/>
                    <a:pt x="20340" y="9545"/>
                    <a:pt x="21282" y="10426"/>
                  </a:cubicBezTo>
                  <a:cubicBezTo>
                    <a:pt x="22376" y="11429"/>
                    <a:pt x="23835" y="11429"/>
                    <a:pt x="24960" y="12371"/>
                  </a:cubicBezTo>
                  <a:cubicBezTo>
                    <a:pt x="27452" y="14408"/>
                    <a:pt x="27665" y="18359"/>
                    <a:pt x="27726" y="21308"/>
                  </a:cubicBezTo>
                  <a:cubicBezTo>
                    <a:pt x="27817" y="24773"/>
                    <a:pt x="25963" y="27053"/>
                    <a:pt x="24777" y="30092"/>
                  </a:cubicBezTo>
                  <a:cubicBezTo>
                    <a:pt x="24170" y="31673"/>
                    <a:pt x="24078" y="33162"/>
                    <a:pt x="22741" y="34347"/>
                  </a:cubicBezTo>
                  <a:cubicBezTo>
                    <a:pt x="21677" y="35259"/>
                    <a:pt x="20340" y="35989"/>
                    <a:pt x="19063" y="36536"/>
                  </a:cubicBezTo>
                  <a:cubicBezTo>
                    <a:pt x="17665" y="37113"/>
                    <a:pt x="16206" y="37569"/>
                    <a:pt x="14777" y="38086"/>
                  </a:cubicBezTo>
                  <a:cubicBezTo>
                    <a:pt x="13258" y="38633"/>
                    <a:pt x="11616" y="39332"/>
                    <a:pt x="10005" y="39424"/>
                  </a:cubicBezTo>
                  <a:cubicBezTo>
                    <a:pt x="7786" y="39575"/>
                    <a:pt x="5689" y="39940"/>
                    <a:pt x="4382" y="41946"/>
                  </a:cubicBezTo>
                  <a:cubicBezTo>
                    <a:pt x="4060" y="42453"/>
                    <a:pt x="4539" y="42977"/>
                    <a:pt x="5029" y="42977"/>
                  </a:cubicBezTo>
                  <a:cubicBezTo>
                    <a:pt x="5186" y="42977"/>
                    <a:pt x="5343" y="42923"/>
                    <a:pt x="5476" y="42797"/>
                  </a:cubicBezTo>
                  <a:cubicBezTo>
                    <a:pt x="6449" y="41886"/>
                    <a:pt x="7695" y="41673"/>
                    <a:pt x="8941" y="41642"/>
                  </a:cubicBezTo>
                  <a:cubicBezTo>
                    <a:pt x="9108" y="41642"/>
                    <a:pt x="9279" y="41640"/>
                    <a:pt x="9452" y="41640"/>
                  </a:cubicBezTo>
                  <a:cubicBezTo>
                    <a:pt x="9969" y="41640"/>
                    <a:pt x="10499" y="41658"/>
                    <a:pt x="10978" y="41794"/>
                  </a:cubicBezTo>
                  <a:cubicBezTo>
                    <a:pt x="11677" y="41977"/>
                    <a:pt x="12224" y="42341"/>
                    <a:pt x="12923" y="42493"/>
                  </a:cubicBezTo>
                  <a:cubicBezTo>
                    <a:pt x="13928" y="42697"/>
                    <a:pt x="14926" y="42798"/>
                    <a:pt x="15914" y="42798"/>
                  </a:cubicBezTo>
                  <a:cubicBezTo>
                    <a:pt x="17733" y="42798"/>
                    <a:pt x="19518" y="42453"/>
                    <a:pt x="21252" y="41764"/>
                  </a:cubicBezTo>
                  <a:cubicBezTo>
                    <a:pt x="23714" y="40791"/>
                    <a:pt x="26753" y="39424"/>
                    <a:pt x="28182" y="37113"/>
                  </a:cubicBezTo>
                  <a:cubicBezTo>
                    <a:pt x="28881" y="35958"/>
                    <a:pt x="29154" y="34651"/>
                    <a:pt x="29246" y="33344"/>
                  </a:cubicBezTo>
                  <a:cubicBezTo>
                    <a:pt x="29367" y="31794"/>
                    <a:pt x="29641" y="30518"/>
                    <a:pt x="30127" y="29059"/>
                  </a:cubicBezTo>
                  <a:cubicBezTo>
                    <a:pt x="31738" y="24074"/>
                    <a:pt x="31525" y="18481"/>
                    <a:pt x="28486" y="14074"/>
                  </a:cubicBezTo>
                  <a:cubicBezTo>
                    <a:pt x="27209" y="12250"/>
                    <a:pt x="25781" y="11034"/>
                    <a:pt x="23774" y="10031"/>
                  </a:cubicBezTo>
                  <a:cubicBezTo>
                    <a:pt x="21799" y="9058"/>
                    <a:pt x="20005" y="6809"/>
                    <a:pt x="19002" y="4833"/>
                  </a:cubicBezTo>
                  <a:cubicBezTo>
                    <a:pt x="17665" y="2189"/>
                    <a:pt x="14717" y="1277"/>
                    <a:pt x="11890" y="1216"/>
                  </a:cubicBezTo>
                  <a:cubicBezTo>
                    <a:pt x="11668" y="1212"/>
                    <a:pt x="11449" y="1211"/>
                    <a:pt x="11232" y="1211"/>
                  </a:cubicBezTo>
                  <a:cubicBezTo>
                    <a:pt x="10943" y="1211"/>
                    <a:pt x="10657" y="1213"/>
                    <a:pt x="10373" y="1213"/>
                  </a:cubicBezTo>
                  <a:cubicBezTo>
                    <a:pt x="9380" y="1213"/>
                    <a:pt x="8414" y="1186"/>
                    <a:pt x="7422" y="943"/>
                  </a:cubicBezTo>
                  <a:cubicBezTo>
                    <a:pt x="6570" y="730"/>
                    <a:pt x="5780" y="396"/>
                    <a:pt x="4929" y="213"/>
                  </a:cubicBezTo>
                  <a:cubicBezTo>
                    <a:pt x="4108" y="0"/>
                    <a:pt x="3318" y="122"/>
                    <a:pt x="2467" y="31"/>
                  </a:cubicBezTo>
                  <a:cubicBezTo>
                    <a:pt x="2425" y="27"/>
                    <a:pt x="2383" y="25"/>
                    <a:pt x="2341" y="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20"/>
            <p:cNvSpPr/>
            <p:nvPr/>
          </p:nvSpPr>
          <p:spPr>
            <a:xfrm rot="10800000" flipH="1">
              <a:off x="3137561" y="4626291"/>
              <a:ext cx="1141600" cy="758182"/>
            </a:xfrm>
            <a:custGeom>
              <a:avLst/>
              <a:gdLst/>
              <a:ahLst/>
              <a:cxnLst/>
              <a:rect l="l" t="t" r="r" b="b"/>
              <a:pathLst>
                <a:path w="52373" h="34783" extrusionOk="0">
                  <a:moveTo>
                    <a:pt x="24129" y="0"/>
                  </a:moveTo>
                  <a:cubicBezTo>
                    <a:pt x="22639" y="0"/>
                    <a:pt x="21270" y="534"/>
                    <a:pt x="20518" y="1828"/>
                  </a:cubicBezTo>
                  <a:cubicBezTo>
                    <a:pt x="18755" y="4898"/>
                    <a:pt x="22068" y="9305"/>
                    <a:pt x="19940" y="12132"/>
                  </a:cubicBezTo>
                  <a:cubicBezTo>
                    <a:pt x="18664" y="13804"/>
                    <a:pt x="16171" y="13864"/>
                    <a:pt x="14378" y="14959"/>
                  </a:cubicBezTo>
                  <a:cubicBezTo>
                    <a:pt x="12220" y="16266"/>
                    <a:pt x="11247" y="18910"/>
                    <a:pt x="9180" y="20339"/>
                  </a:cubicBezTo>
                  <a:cubicBezTo>
                    <a:pt x="5837" y="22618"/>
                    <a:pt x="1764" y="21980"/>
                    <a:pt x="852" y="26843"/>
                  </a:cubicBezTo>
                  <a:cubicBezTo>
                    <a:pt x="1" y="31555"/>
                    <a:pt x="3618" y="33439"/>
                    <a:pt x="7691" y="34169"/>
                  </a:cubicBezTo>
                  <a:cubicBezTo>
                    <a:pt x="10070" y="34591"/>
                    <a:pt x="12547" y="34783"/>
                    <a:pt x="15073" y="34783"/>
                  </a:cubicBezTo>
                  <a:cubicBezTo>
                    <a:pt x="24358" y="34783"/>
                    <a:pt x="34295" y="32191"/>
                    <a:pt x="42372" y="28941"/>
                  </a:cubicBezTo>
                  <a:cubicBezTo>
                    <a:pt x="45290" y="27755"/>
                    <a:pt x="48239" y="26327"/>
                    <a:pt x="50062" y="23773"/>
                  </a:cubicBezTo>
                  <a:cubicBezTo>
                    <a:pt x="51977" y="21129"/>
                    <a:pt x="52372" y="17482"/>
                    <a:pt x="51157" y="14442"/>
                  </a:cubicBezTo>
                  <a:cubicBezTo>
                    <a:pt x="49910" y="11433"/>
                    <a:pt x="47144" y="9092"/>
                    <a:pt x="43983" y="8302"/>
                  </a:cubicBezTo>
                  <a:cubicBezTo>
                    <a:pt x="41217" y="7603"/>
                    <a:pt x="38238" y="7998"/>
                    <a:pt x="35624" y="6934"/>
                  </a:cubicBezTo>
                  <a:cubicBezTo>
                    <a:pt x="32858" y="5779"/>
                    <a:pt x="31004" y="3165"/>
                    <a:pt x="28542" y="1433"/>
                  </a:cubicBezTo>
                  <a:cubicBezTo>
                    <a:pt x="27298" y="557"/>
                    <a:pt x="25651" y="0"/>
                    <a:pt x="241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20"/>
            <p:cNvSpPr/>
            <p:nvPr/>
          </p:nvSpPr>
          <p:spPr>
            <a:xfrm rot="10800000" flipH="1">
              <a:off x="2512694" y="4674916"/>
              <a:ext cx="1074050" cy="929053"/>
            </a:xfrm>
            <a:custGeom>
              <a:avLst/>
              <a:gdLst/>
              <a:ahLst/>
              <a:cxnLst/>
              <a:rect l="l" t="t" r="r" b="b"/>
              <a:pathLst>
                <a:path w="49274" h="42622" extrusionOk="0">
                  <a:moveTo>
                    <a:pt x="48694" y="1"/>
                  </a:moveTo>
                  <a:cubicBezTo>
                    <a:pt x="48391" y="1"/>
                    <a:pt x="48073" y="198"/>
                    <a:pt x="48043" y="582"/>
                  </a:cubicBezTo>
                  <a:cubicBezTo>
                    <a:pt x="47739" y="3804"/>
                    <a:pt x="43818" y="6114"/>
                    <a:pt x="41356" y="7816"/>
                  </a:cubicBezTo>
                  <a:cubicBezTo>
                    <a:pt x="39197" y="9306"/>
                    <a:pt x="37465" y="10947"/>
                    <a:pt x="35945" y="13105"/>
                  </a:cubicBezTo>
                  <a:cubicBezTo>
                    <a:pt x="35033" y="14412"/>
                    <a:pt x="34152" y="15993"/>
                    <a:pt x="32419" y="16175"/>
                  </a:cubicBezTo>
                  <a:cubicBezTo>
                    <a:pt x="31143" y="16327"/>
                    <a:pt x="29957" y="16175"/>
                    <a:pt x="28681" y="16479"/>
                  </a:cubicBezTo>
                  <a:cubicBezTo>
                    <a:pt x="26188" y="17056"/>
                    <a:pt x="23848" y="18394"/>
                    <a:pt x="21507" y="19366"/>
                  </a:cubicBezTo>
                  <a:cubicBezTo>
                    <a:pt x="20291" y="19853"/>
                    <a:pt x="19015" y="20309"/>
                    <a:pt x="17769" y="20673"/>
                  </a:cubicBezTo>
                  <a:cubicBezTo>
                    <a:pt x="16522" y="21038"/>
                    <a:pt x="15154" y="20856"/>
                    <a:pt x="13878" y="21221"/>
                  </a:cubicBezTo>
                  <a:cubicBezTo>
                    <a:pt x="12540" y="21585"/>
                    <a:pt x="11446" y="22436"/>
                    <a:pt x="10443" y="23439"/>
                  </a:cubicBezTo>
                  <a:cubicBezTo>
                    <a:pt x="9470" y="24412"/>
                    <a:pt x="8559" y="25020"/>
                    <a:pt x="7464" y="25841"/>
                  </a:cubicBezTo>
                  <a:cubicBezTo>
                    <a:pt x="5245" y="27482"/>
                    <a:pt x="4516" y="29914"/>
                    <a:pt x="4881" y="32497"/>
                  </a:cubicBezTo>
                  <a:cubicBezTo>
                    <a:pt x="5094" y="33926"/>
                    <a:pt x="5002" y="35537"/>
                    <a:pt x="4850" y="36996"/>
                  </a:cubicBezTo>
                  <a:cubicBezTo>
                    <a:pt x="4656" y="38717"/>
                    <a:pt x="3472" y="41606"/>
                    <a:pt x="1299" y="41606"/>
                  </a:cubicBezTo>
                  <a:cubicBezTo>
                    <a:pt x="1094" y="41606"/>
                    <a:pt x="879" y="41580"/>
                    <a:pt x="656" y="41525"/>
                  </a:cubicBezTo>
                  <a:cubicBezTo>
                    <a:pt x="609" y="41511"/>
                    <a:pt x="565" y="41505"/>
                    <a:pt x="525" y="41505"/>
                  </a:cubicBezTo>
                  <a:cubicBezTo>
                    <a:pt x="112" y="41505"/>
                    <a:pt x="0" y="42149"/>
                    <a:pt x="443" y="42315"/>
                  </a:cubicBezTo>
                  <a:cubicBezTo>
                    <a:pt x="1010" y="42519"/>
                    <a:pt x="1568" y="42622"/>
                    <a:pt x="2105" y="42622"/>
                  </a:cubicBezTo>
                  <a:cubicBezTo>
                    <a:pt x="3326" y="42622"/>
                    <a:pt x="4441" y="42094"/>
                    <a:pt x="5306" y="41039"/>
                  </a:cubicBezTo>
                  <a:cubicBezTo>
                    <a:pt x="6765" y="39276"/>
                    <a:pt x="6826" y="36874"/>
                    <a:pt x="6978" y="34716"/>
                  </a:cubicBezTo>
                  <a:cubicBezTo>
                    <a:pt x="7069" y="33440"/>
                    <a:pt x="7616" y="32345"/>
                    <a:pt x="8467" y="31373"/>
                  </a:cubicBezTo>
                  <a:cubicBezTo>
                    <a:pt x="9167" y="30522"/>
                    <a:pt x="10352" y="30370"/>
                    <a:pt x="11355" y="29975"/>
                  </a:cubicBezTo>
                  <a:cubicBezTo>
                    <a:pt x="12601" y="29458"/>
                    <a:pt x="13544" y="28759"/>
                    <a:pt x="14486" y="27816"/>
                  </a:cubicBezTo>
                  <a:cubicBezTo>
                    <a:pt x="15337" y="26965"/>
                    <a:pt x="16006" y="26905"/>
                    <a:pt x="17191" y="26722"/>
                  </a:cubicBezTo>
                  <a:cubicBezTo>
                    <a:pt x="19653" y="26388"/>
                    <a:pt x="21598" y="25354"/>
                    <a:pt x="23513" y="23804"/>
                  </a:cubicBezTo>
                  <a:cubicBezTo>
                    <a:pt x="25428" y="22254"/>
                    <a:pt x="26918" y="20522"/>
                    <a:pt x="29197" y="19640"/>
                  </a:cubicBezTo>
                  <a:cubicBezTo>
                    <a:pt x="31264" y="18850"/>
                    <a:pt x="33392" y="19063"/>
                    <a:pt x="35185" y="17664"/>
                  </a:cubicBezTo>
                  <a:cubicBezTo>
                    <a:pt x="37009" y="16266"/>
                    <a:pt x="37951" y="14108"/>
                    <a:pt x="39532" y="12436"/>
                  </a:cubicBezTo>
                  <a:cubicBezTo>
                    <a:pt x="41477" y="10339"/>
                    <a:pt x="44152" y="9123"/>
                    <a:pt x="46280" y="7239"/>
                  </a:cubicBezTo>
                  <a:cubicBezTo>
                    <a:pt x="48255" y="5506"/>
                    <a:pt x="49167" y="3166"/>
                    <a:pt x="49258" y="582"/>
                  </a:cubicBezTo>
                  <a:cubicBezTo>
                    <a:pt x="49274" y="191"/>
                    <a:pt x="48991" y="1"/>
                    <a:pt x="48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20"/>
            <p:cNvSpPr/>
            <p:nvPr/>
          </p:nvSpPr>
          <p:spPr>
            <a:xfrm rot="10800000">
              <a:off x="4523765" y="5305983"/>
              <a:ext cx="268349" cy="225452"/>
            </a:xfrm>
            <a:custGeom>
              <a:avLst/>
              <a:gdLst/>
              <a:ahLst/>
              <a:cxnLst/>
              <a:rect l="l" t="t" r="r" b="b"/>
              <a:pathLst>
                <a:path w="12311" h="10343" extrusionOk="0">
                  <a:moveTo>
                    <a:pt x="851" y="3200"/>
                  </a:moveTo>
                  <a:cubicBezTo>
                    <a:pt x="803" y="3314"/>
                    <a:pt x="762" y="3429"/>
                    <a:pt x="726" y="3545"/>
                  </a:cubicBezTo>
                  <a:lnTo>
                    <a:pt x="726" y="3545"/>
                  </a:lnTo>
                  <a:lnTo>
                    <a:pt x="851" y="3200"/>
                  </a:lnTo>
                  <a:close/>
                  <a:moveTo>
                    <a:pt x="726" y="3545"/>
                  </a:moveTo>
                  <a:lnTo>
                    <a:pt x="207" y="4972"/>
                  </a:lnTo>
                  <a:lnTo>
                    <a:pt x="207" y="4972"/>
                  </a:lnTo>
                  <a:cubicBezTo>
                    <a:pt x="318" y="4702"/>
                    <a:pt x="445" y="4441"/>
                    <a:pt x="586" y="4187"/>
                  </a:cubicBezTo>
                  <a:lnTo>
                    <a:pt x="586" y="4187"/>
                  </a:lnTo>
                  <a:cubicBezTo>
                    <a:pt x="615" y="3971"/>
                    <a:pt x="661" y="3757"/>
                    <a:pt x="726" y="3545"/>
                  </a:cubicBezTo>
                  <a:close/>
                  <a:moveTo>
                    <a:pt x="207" y="4972"/>
                  </a:moveTo>
                  <a:cubicBezTo>
                    <a:pt x="130" y="5158"/>
                    <a:pt x="61" y="5348"/>
                    <a:pt x="0" y="5541"/>
                  </a:cubicBezTo>
                  <a:lnTo>
                    <a:pt x="207" y="4972"/>
                  </a:lnTo>
                  <a:close/>
                  <a:moveTo>
                    <a:pt x="7689" y="0"/>
                  </a:moveTo>
                  <a:cubicBezTo>
                    <a:pt x="4804" y="0"/>
                    <a:pt x="1985" y="1681"/>
                    <a:pt x="586" y="4187"/>
                  </a:cubicBezTo>
                  <a:lnTo>
                    <a:pt x="586" y="4187"/>
                  </a:lnTo>
                  <a:cubicBezTo>
                    <a:pt x="393" y="5658"/>
                    <a:pt x="987" y="7230"/>
                    <a:pt x="1581" y="8641"/>
                  </a:cubicBezTo>
                  <a:cubicBezTo>
                    <a:pt x="1793" y="9097"/>
                    <a:pt x="2006" y="9614"/>
                    <a:pt x="2432" y="9887"/>
                  </a:cubicBezTo>
                  <a:cubicBezTo>
                    <a:pt x="2766" y="10130"/>
                    <a:pt x="3192" y="10191"/>
                    <a:pt x="3617" y="10222"/>
                  </a:cubicBezTo>
                  <a:cubicBezTo>
                    <a:pt x="4255" y="10294"/>
                    <a:pt x="4898" y="10342"/>
                    <a:pt x="5538" y="10342"/>
                  </a:cubicBezTo>
                  <a:cubicBezTo>
                    <a:pt x="6514" y="10342"/>
                    <a:pt x="7484" y="10230"/>
                    <a:pt x="8420" y="9918"/>
                  </a:cubicBezTo>
                  <a:cubicBezTo>
                    <a:pt x="9970" y="9401"/>
                    <a:pt x="11368" y="8276"/>
                    <a:pt x="11885" y="6757"/>
                  </a:cubicBezTo>
                  <a:cubicBezTo>
                    <a:pt x="12310" y="5419"/>
                    <a:pt x="12067" y="3960"/>
                    <a:pt x="11642" y="2623"/>
                  </a:cubicBezTo>
                  <a:cubicBezTo>
                    <a:pt x="11459" y="2045"/>
                    <a:pt x="11247" y="1468"/>
                    <a:pt x="10851" y="1012"/>
                  </a:cubicBezTo>
                  <a:cubicBezTo>
                    <a:pt x="10304" y="434"/>
                    <a:pt x="9484" y="191"/>
                    <a:pt x="8693" y="70"/>
                  </a:cubicBezTo>
                  <a:cubicBezTo>
                    <a:pt x="8359" y="23"/>
                    <a:pt x="8024" y="0"/>
                    <a:pt x="7689" y="0"/>
                  </a:cubicBezTo>
                  <a:close/>
                </a:path>
              </a:pathLst>
            </a:custGeom>
            <a:solidFill>
              <a:srgbClr val="D3B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20"/>
            <p:cNvSpPr/>
            <p:nvPr/>
          </p:nvSpPr>
          <p:spPr>
            <a:xfrm flipH="1">
              <a:off x="8094491" y="4526618"/>
              <a:ext cx="1086605" cy="1039959"/>
            </a:xfrm>
            <a:custGeom>
              <a:avLst/>
              <a:gdLst/>
              <a:ahLst/>
              <a:cxnLst/>
              <a:rect l="l" t="t" r="r" b="b"/>
              <a:pathLst>
                <a:path w="49850" h="47710" extrusionOk="0">
                  <a:moveTo>
                    <a:pt x="5062" y="1"/>
                  </a:moveTo>
                  <a:cubicBezTo>
                    <a:pt x="5006" y="1"/>
                    <a:pt x="4951" y="1"/>
                    <a:pt x="4894" y="1"/>
                  </a:cubicBezTo>
                  <a:cubicBezTo>
                    <a:pt x="92" y="1"/>
                    <a:pt x="1733" y="3527"/>
                    <a:pt x="1976" y="7509"/>
                  </a:cubicBezTo>
                  <a:cubicBezTo>
                    <a:pt x="2250" y="12281"/>
                    <a:pt x="2554" y="17114"/>
                    <a:pt x="1976" y="21856"/>
                  </a:cubicBezTo>
                  <a:cubicBezTo>
                    <a:pt x="1399" y="26598"/>
                    <a:pt x="1" y="31552"/>
                    <a:pt x="1703" y="36020"/>
                  </a:cubicBezTo>
                  <a:cubicBezTo>
                    <a:pt x="3800" y="41613"/>
                    <a:pt x="9940" y="44470"/>
                    <a:pt x="15746" y="45929"/>
                  </a:cubicBezTo>
                  <a:cubicBezTo>
                    <a:pt x="20540" y="47111"/>
                    <a:pt x="25471" y="47710"/>
                    <a:pt x="30404" y="47710"/>
                  </a:cubicBezTo>
                  <a:cubicBezTo>
                    <a:pt x="34478" y="47710"/>
                    <a:pt x="38554" y="47301"/>
                    <a:pt x="42555" y="46476"/>
                  </a:cubicBezTo>
                  <a:cubicBezTo>
                    <a:pt x="45260" y="45929"/>
                    <a:pt x="48330" y="44835"/>
                    <a:pt x="49272" y="42221"/>
                  </a:cubicBezTo>
                  <a:cubicBezTo>
                    <a:pt x="49850" y="40610"/>
                    <a:pt x="49424" y="38817"/>
                    <a:pt x="48938" y="37145"/>
                  </a:cubicBezTo>
                  <a:cubicBezTo>
                    <a:pt x="48178" y="34409"/>
                    <a:pt x="47266" y="31643"/>
                    <a:pt x="45594" y="29333"/>
                  </a:cubicBezTo>
                  <a:cubicBezTo>
                    <a:pt x="43923" y="27054"/>
                    <a:pt x="41369" y="25230"/>
                    <a:pt x="38512" y="25108"/>
                  </a:cubicBezTo>
                  <a:cubicBezTo>
                    <a:pt x="37752" y="25078"/>
                    <a:pt x="36901" y="25139"/>
                    <a:pt x="36263" y="24713"/>
                  </a:cubicBezTo>
                  <a:cubicBezTo>
                    <a:pt x="35229" y="24044"/>
                    <a:pt x="35260" y="22555"/>
                    <a:pt x="34834" y="21400"/>
                  </a:cubicBezTo>
                  <a:cubicBezTo>
                    <a:pt x="34105" y="19455"/>
                    <a:pt x="32007" y="18360"/>
                    <a:pt x="29941" y="17996"/>
                  </a:cubicBezTo>
                  <a:cubicBezTo>
                    <a:pt x="27904" y="17631"/>
                    <a:pt x="25776" y="17783"/>
                    <a:pt x="23740" y="17418"/>
                  </a:cubicBezTo>
                  <a:cubicBezTo>
                    <a:pt x="19484" y="16628"/>
                    <a:pt x="15746" y="13345"/>
                    <a:pt x="14469" y="9181"/>
                  </a:cubicBezTo>
                  <a:cubicBezTo>
                    <a:pt x="13831" y="7084"/>
                    <a:pt x="13740" y="4774"/>
                    <a:pt x="12524" y="3011"/>
                  </a:cubicBezTo>
                  <a:cubicBezTo>
                    <a:pt x="10344" y="831"/>
                    <a:pt x="8135" y="1"/>
                    <a:pt x="50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59" name="Google Shape;3059;p20"/>
            <p:cNvGrpSpPr/>
            <p:nvPr/>
          </p:nvGrpSpPr>
          <p:grpSpPr>
            <a:xfrm flipH="1">
              <a:off x="7969101" y="4428616"/>
              <a:ext cx="992473" cy="903615"/>
              <a:chOff x="-61325" y="4078300"/>
              <a:chExt cx="1138288" cy="1036375"/>
            </a:xfrm>
          </p:grpSpPr>
          <p:sp>
            <p:nvSpPr>
              <p:cNvPr id="3060" name="Google Shape;3060;p20"/>
              <p:cNvSpPr/>
              <p:nvPr/>
            </p:nvSpPr>
            <p:spPr>
              <a:xfrm>
                <a:off x="-61325" y="4078300"/>
                <a:ext cx="377000" cy="370975"/>
              </a:xfrm>
              <a:custGeom>
                <a:avLst/>
                <a:gdLst/>
                <a:ahLst/>
                <a:cxnLst/>
                <a:rect l="l" t="t" r="r" b="b"/>
                <a:pathLst>
                  <a:path w="15080" h="14839" extrusionOk="0">
                    <a:moveTo>
                      <a:pt x="6698" y="0"/>
                    </a:moveTo>
                    <a:cubicBezTo>
                      <a:pt x="4340" y="0"/>
                      <a:pt x="1761" y="579"/>
                      <a:pt x="31" y="609"/>
                    </a:cubicBezTo>
                    <a:cubicBezTo>
                      <a:pt x="0" y="609"/>
                      <a:pt x="0" y="639"/>
                      <a:pt x="31" y="639"/>
                    </a:cubicBezTo>
                    <a:lnTo>
                      <a:pt x="0" y="639"/>
                    </a:lnTo>
                    <a:cubicBezTo>
                      <a:pt x="2493" y="639"/>
                      <a:pt x="5168" y="2220"/>
                      <a:pt x="7356" y="3284"/>
                    </a:cubicBezTo>
                    <a:cubicBezTo>
                      <a:pt x="8177" y="3679"/>
                      <a:pt x="8511" y="3709"/>
                      <a:pt x="8785" y="4560"/>
                    </a:cubicBezTo>
                    <a:cubicBezTo>
                      <a:pt x="9058" y="5442"/>
                      <a:pt x="9210" y="6293"/>
                      <a:pt x="9423" y="7174"/>
                    </a:cubicBezTo>
                    <a:cubicBezTo>
                      <a:pt x="9758" y="8573"/>
                      <a:pt x="10244" y="9819"/>
                      <a:pt x="11429" y="10670"/>
                    </a:cubicBezTo>
                    <a:cubicBezTo>
                      <a:pt x="11976" y="11035"/>
                      <a:pt x="12128" y="11004"/>
                      <a:pt x="12645" y="11551"/>
                    </a:cubicBezTo>
                    <a:cubicBezTo>
                      <a:pt x="13405" y="12311"/>
                      <a:pt x="13162" y="12311"/>
                      <a:pt x="13375" y="13193"/>
                    </a:cubicBezTo>
                    <a:cubicBezTo>
                      <a:pt x="13527" y="13770"/>
                      <a:pt x="13770" y="14226"/>
                      <a:pt x="14165" y="14682"/>
                    </a:cubicBezTo>
                    <a:cubicBezTo>
                      <a:pt x="14261" y="14793"/>
                      <a:pt x="14369" y="14839"/>
                      <a:pt x="14473" y="14839"/>
                    </a:cubicBezTo>
                    <a:cubicBezTo>
                      <a:pt x="14798" y="14839"/>
                      <a:pt x="15079" y="14389"/>
                      <a:pt x="14803" y="14044"/>
                    </a:cubicBezTo>
                    <a:cubicBezTo>
                      <a:pt x="14043" y="13041"/>
                      <a:pt x="14074" y="11673"/>
                      <a:pt x="13557" y="10548"/>
                    </a:cubicBezTo>
                    <a:cubicBezTo>
                      <a:pt x="13283" y="9940"/>
                      <a:pt x="12797" y="9515"/>
                      <a:pt x="12463" y="8937"/>
                    </a:cubicBezTo>
                    <a:cubicBezTo>
                      <a:pt x="11460" y="7174"/>
                      <a:pt x="12706" y="5047"/>
                      <a:pt x="12128" y="3132"/>
                    </a:cubicBezTo>
                    <a:cubicBezTo>
                      <a:pt x="11354" y="624"/>
                      <a:pt x="9145" y="0"/>
                      <a:pt x="66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Google Shape;3061;p20"/>
              <p:cNvSpPr/>
              <p:nvPr/>
            </p:nvSpPr>
            <p:spPr>
              <a:xfrm>
                <a:off x="342888" y="4459450"/>
                <a:ext cx="734075" cy="655225"/>
              </a:xfrm>
              <a:custGeom>
                <a:avLst/>
                <a:gdLst/>
                <a:ahLst/>
                <a:cxnLst/>
                <a:rect l="l" t="t" r="r" b="b"/>
                <a:pathLst>
                  <a:path w="29363" h="26209" extrusionOk="0">
                    <a:moveTo>
                      <a:pt x="9676" y="1"/>
                    </a:moveTo>
                    <a:cubicBezTo>
                      <a:pt x="9064" y="1"/>
                      <a:pt x="8443" y="95"/>
                      <a:pt x="7843" y="275"/>
                    </a:cubicBezTo>
                    <a:cubicBezTo>
                      <a:pt x="5472" y="1005"/>
                      <a:pt x="2767" y="1066"/>
                      <a:pt x="274" y="1309"/>
                    </a:cubicBezTo>
                    <a:cubicBezTo>
                      <a:pt x="31" y="1339"/>
                      <a:pt x="1" y="1704"/>
                      <a:pt x="274" y="1734"/>
                    </a:cubicBezTo>
                    <a:cubicBezTo>
                      <a:pt x="720" y="1745"/>
                      <a:pt x="1180" y="1747"/>
                      <a:pt x="1650" y="1747"/>
                    </a:cubicBezTo>
                    <a:cubicBezTo>
                      <a:pt x="1807" y="1747"/>
                      <a:pt x="1966" y="1746"/>
                      <a:pt x="2125" y="1746"/>
                    </a:cubicBezTo>
                    <a:cubicBezTo>
                      <a:pt x="5473" y="1746"/>
                      <a:pt x="9172" y="1814"/>
                      <a:pt x="11217" y="4804"/>
                    </a:cubicBezTo>
                    <a:cubicBezTo>
                      <a:pt x="11976" y="5929"/>
                      <a:pt x="12372" y="7540"/>
                      <a:pt x="13435" y="8391"/>
                    </a:cubicBezTo>
                    <a:cubicBezTo>
                      <a:pt x="13894" y="8760"/>
                      <a:pt x="14398" y="8861"/>
                      <a:pt x="14921" y="8861"/>
                    </a:cubicBezTo>
                    <a:cubicBezTo>
                      <a:pt x="15552" y="8861"/>
                      <a:pt x="16211" y="8714"/>
                      <a:pt x="16850" y="8714"/>
                    </a:cubicBezTo>
                    <a:cubicBezTo>
                      <a:pt x="17297" y="8714"/>
                      <a:pt x="17735" y="8786"/>
                      <a:pt x="18147" y="9029"/>
                    </a:cubicBezTo>
                    <a:cubicBezTo>
                      <a:pt x="18967" y="9485"/>
                      <a:pt x="19636" y="10397"/>
                      <a:pt x="20274" y="11096"/>
                    </a:cubicBezTo>
                    <a:cubicBezTo>
                      <a:pt x="21034" y="11887"/>
                      <a:pt x="22129" y="12798"/>
                      <a:pt x="22615" y="13801"/>
                    </a:cubicBezTo>
                    <a:cubicBezTo>
                      <a:pt x="23344" y="15260"/>
                      <a:pt x="22159" y="16628"/>
                      <a:pt x="23375" y="18118"/>
                    </a:cubicBezTo>
                    <a:cubicBezTo>
                      <a:pt x="23892" y="18756"/>
                      <a:pt x="24530" y="19121"/>
                      <a:pt x="24803" y="19972"/>
                    </a:cubicBezTo>
                    <a:cubicBezTo>
                      <a:pt x="25016" y="20701"/>
                      <a:pt x="24986" y="21552"/>
                      <a:pt x="24986" y="22312"/>
                    </a:cubicBezTo>
                    <a:cubicBezTo>
                      <a:pt x="24955" y="23680"/>
                      <a:pt x="24591" y="24865"/>
                      <a:pt x="25594" y="25990"/>
                    </a:cubicBezTo>
                    <a:cubicBezTo>
                      <a:pt x="25705" y="26124"/>
                      <a:pt x="25914" y="26208"/>
                      <a:pt x="26101" y="26208"/>
                    </a:cubicBezTo>
                    <a:cubicBezTo>
                      <a:pt x="26170" y="26208"/>
                      <a:pt x="26236" y="26197"/>
                      <a:pt x="26293" y="26172"/>
                    </a:cubicBezTo>
                    <a:cubicBezTo>
                      <a:pt x="29363" y="25109"/>
                      <a:pt x="28968" y="19698"/>
                      <a:pt x="27539" y="17479"/>
                    </a:cubicBezTo>
                    <a:cubicBezTo>
                      <a:pt x="27053" y="16689"/>
                      <a:pt x="26354" y="16172"/>
                      <a:pt x="25624" y="15595"/>
                    </a:cubicBezTo>
                    <a:cubicBezTo>
                      <a:pt x="24925" y="15017"/>
                      <a:pt x="24743" y="14409"/>
                      <a:pt x="24165" y="13710"/>
                    </a:cubicBezTo>
                    <a:cubicBezTo>
                      <a:pt x="23496" y="12890"/>
                      <a:pt x="22524" y="12282"/>
                      <a:pt x="21733" y="11552"/>
                    </a:cubicBezTo>
                    <a:cubicBezTo>
                      <a:pt x="20943" y="10823"/>
                      <a:pt x="20183" y="9941"/>
                      <a:pt x="19332" y="9272"/>
                    </a:cubicBezTo>
                    <a:cubicBezTo>
                      <a:pt x="18815" y="8877"/>
                      <a:pt x="18390" y="8725"/>
                      <a:pt x="17812" y="8513"/>
                    </a:cubicBezTo>
                    <a:cubicBezTo>
                      <a:pt x="17235" y="8300"/>
                      <a:pt x="16171" y="8239"/>
                      <a:pt x="15685" y="7783"/>
                    </a:cubicBezTo>
                    <a:cubicBezTo>
                      <a:pt x="15350" y="7449"/>
                      <a:pt x="15229" y="6628"/>
                      <a:pt x="15168" y="6233"/>
                    </a:cubicBezTo>
                    <a:cubicBezTo>
                      <a:pt x="14864" y="4288"/>
                      <a:pt x="14651" y="2677"/>
                      <a:pt x="13071" y="1248"/>
                    </a:cubicBezTo>
                    <a:cubicBezTo>
                      <a:pt x="12133" y="392"/>
                      <a:pt x="10922" y="1"/>
                      <a:pt x="96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62" name="Google Shape;3062;p20"/>
            <p:cNvGrpSpPr/>
            <p:nvPr/>
          </p:nvGrpSpPr>
          <p:grpSpPr>
            <a:xfrm flipH="1">
              <a:off x="7729045" y="4275358"/>
              <a:ext cx="1220050" cy="1082006"/>
              <a:chOff x="10263" y="3854900"/>
              <a:chExt cx="1399300" cy="1240975"/>
            </a:xfrm>
          </p:grpSpPr>
          <p:sp>
            <p:nvSpPr>
              <p:cNvPr id="3063" name="Google Shape;3063;p20"/>
              <p:cNvSpPr/>
              <p:nvPr/>
            </p:nvSpPr>
            <p:spPr>
              <a:xfrm>
                <a:off x="10263" y="3854900"/>
                <a:ext cx="431400" cy="23900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9560" extrusionOk="0">
                    <a:moveTo>
                      <a:pt x="7678" y="1"/>
                    </a:moveTo>
                    <a:cubicBezTo>
                      <a:pt x="6838" y="1"/>
                      <a:pt x="5999" y="284"/>
                      <a:pt x="5188" y="428"/>
                    </a:cubicBezTo>
                    <a:cubicBezTo>
                      <a:pt x="4525" y="547"/>
                      <a:pt x="3899" y="601"/>
                      <a:pt x="3282" y="601"/>
                    </a:cubicBezTo>
                    <a:cubicBezTo>
                      <a:pt x="2317" y="601"/>
                      <a:pt x="1376" y="469"/>
                      <a:pt x="355" y="246"/>
                    </a:cubicBezTo>
                    <a:cubicBezTo>
                      <a:pt x="344" y="245"/>
                      <a:pt x="334" y="244"/>
                      <a:pt x="324" y="244"/>
                    </a:cubicBezTo>
                    <a:cubicBezTo>
                      <a:pt x="75" y="244"/>
                      <a:pt x="0" y="584"/>
                      <a:pt x="234" y="672"/>
                    </a:cubicBezTo>
                    <a:cubicBezTo>
                      <a:pt x="1062" y="942"/>
                      <a:pt x="1853" y="1043"/>
                      <a:pt x="2653" y="1043"/>
                    </a:cubicBezTo>
                    <a:cubicBezTo>
                      <a:pt x="3292" y="1043"/>
                      <a:pt x="3936" y="979"/>
                      <a:pt x="4611" y="884"/>
                    </a:cubicBezTo>
                    <a:cubicBezTo>
                      <a:pt x="5418" y="750"/>
                      <a:pt x="6172" y="627"/>
                      <a:pt x="6903" y="627"/>
                    </a:cubicBezTo>
                    <a:cubicBezTo>
                      <a:pt x="7825" y="627"/>
                      <a:pt x="8711" y="822"/>
                      <a:pt x="9626" y="1432"/>
                    </a:cubicBezTo>
                    <a:cubicBezTo>
                      <a:pt x="10356" y="1948"/>
                      <a:pt x="10994" y="2587"/>
                      <a:pt x="11602" y="3225"/>
                    </a:cubicBezTo>
                    <a:cubicBezTo>
                      <a:pt x="12301" y="3954"/>
                      <a:pt x="13061" y="4653"/>
                      <a:pt x="13821" y="5322"/>
                    </a:cubicBezTo>
                    <a:cubicBezTo>
                      <a:pt x="14125" y="5596"/>
                      <a:pt x="14733" y="5930"/>
                      <a:pt x="14945" y="6264"/>
                    </a:cubicBezTo>
                    <a:cubicBezTo>
                      <a:pt x="15340" y="6872"/>
                      <a:pt x="15067" y="7085"/>
                      <a:pt x="14885" y="7632"/>
                    </a:cubicBezTo>
                    <a:cubicBezTo>
                      <a:pt x="14611" y="8362"/>
                      <a:pt x="14185" y="8818"/>
                      <a:pt x="14915" y="9486"/>
                    </a:cubicBezTo>
                    <a:cubicBezTo>
                      <a:pt x="14964" y="9536"/>
                      <a:pt x="15036" y="9560"/>
                      <a:pt x="15110" y="9560"/>
                    </a:cubicBezTo>
                    <a:cubicBezTo>
                      <a:pt x="15263" y="9560"/>
                      <a:pt x="15422" y="9458"/>
                      <a:pt x="15401" y="9274"/>
                    </a:cubicBezTo>
                    <a:cubicBezTo>
                      <a:pt x="15310" y="8240"/>
                      <a:pt x="17255" y="7663"/>
                      <a:pt x="17073" y="6295"/>
                    </a:cubicBezTo>
                    <a:cubicBezTo>
                      <a:pt x="16830" y="4562"/>
                      <a:pt x="14216" y="2921"/>
                      <a:pt x="12909" y="2009"/>
                    </a:cubicBezTo>
                    <a:cubicBezTo>
                      <a:pt x="11419" y="976"/>
                      <a:pt x="9687" y="64"/>
                      <a:pt x="7802" y="3"/>
                    </a:cubicBezTo>
                    <a:cubicBezTo>
                      <a:pt x="7761" y="2"/>
                      <a:pt x="7719" y="1"/>
                      <a:pt x="767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Google Shape;3064;p20"/>
              <p:cNvSpPr/>
              <p:nvPr/>
            </p:nvSpPr>
            <p:spPr>
              <a:xfrm>
                <a:off x="389638" y="4101750"/>
                <a:ext cx="38350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1534" h="3287" extrusionOk="0">
                    <a:moveTo>
                      <a:pt x="154" y="1"/>
                    </a:moveTo>
                    <a:cubicBezTo>
                      <a:pt x="82" y="1"/>
                      <a:pt x="0" y="72"/>
                      <a:pt x="44" y="159"/>
                    </a:cubicBezTo>
                    <a:cubicBezTo>
                      <a:pt x="378" y="707"/>
                      <a:pt x="682" y="1315"/>
                      <a:pt x="743" y="1983"/>
                    </a:cubicBezTo>
                    <a:cubicBezTo>
                      <a:pt x="804" y="2409"/>
                      <a:pt x="743" y="2895"/>
                      <a:pt x="1047" y="3229"/>
                    </a:cubicBezTo>
                    <a:cubicBezTo>
                      <a:pt x="1061" y="3271"/>
                      <a:pt x="1087" y="3287"/>
                      <a:pt x="1117" y="3287"/>
                    </a:cubicBezTo>
                    <a:cubicBezTo>
                      <a:pt x="1153" y="3287"/>
                      <a:pt x="1196" y="3263"/>
                      <a:pt x="1229" y="3229"/>
                    </a:cubicBezTo>
                    <a:cubicBezTo>
                      <a:pt x="1533" y="2774"/>
                      <a:pt x="1260" y="2166"/>
                      <a:pt x="1077" y="1710"/>
                    </a:cubicBezTo>
                    <a:cubicBezTo>
                      <a:pt x="865" y="1102"/>
                      <a:pt x="591" y="585"/>
                      <a:pt x="226" y="38"/>
                    </a:cubicBezTo>
                    <a:cubicBezTo>
                      <a:pt x="209" y="12"/>
                      <a:pt x="182" y="1"/>
                      <a:pt x="1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Google Shape;3065;p20"/>
              <p:cNvSpPr/>
              <p:nvPr/>
            </p:nvSpPr>
            <p:spPr>
              <a:xfrm>
                <a:off x="436263" y="4214675"/>
                <a:ext cx="399575" cy="73425"/>
              </a:xfrm>
              <a:custGeom>
                <a:avLst/>
                <a:gdLst/>
                <a:ahLst/>
                <a:cxnLst/>
                <a:rect l="l" t="t" r="r" b="b"/>
                <a:pathLst>
                  <a:path w="15983" h="2937" extrusionOk="0">
                    <a:moveTo>
                      <a:pt x="8516" y="0"/>
                    </a:moveTo>
                    <a:cubicBezTo>
                      <a:pt x="8384" y="0"/>
                      <a:pt x="8252" y="6"/>
                      <a:pt x="8118" y="19"/>
                    </a:cubicBezTo>
                    <a:cubicBezTo>
                      <a:pt x="6655" y="162"/>
                      <a:pt x="4443" y="1229"/>
                      <a:pt x="2639" y="1229"/>
                    </a:cubicBezTo>
                    <a:cubicBezTo>
                      <a:pt x="1745" y="1229"/>
                      <a:pt x="951" y="967"/>
                      <a:pt x="398" y="202"/>
                    </a:cubicBezTo>
                    <a:cubicBezTo>
                      <a:pt x="350" y="135"/>
                      <a:pt x="290" y="107"/>
                      <a:pt x="233" y="107"/>
                    </a:cubicBezTo>
                    <a:cubicBezTo>
                      <a:pt x="110" y="107"/>
                      <a:pt x="1" y="238"/>
                      <a:pt x="63" y="384"/>
                    </a:cubicBezTo>
                    <a:cubicBezTo>
                      <a:pt x="863" y="1964"/>
                      <a:pt x="2271" y="2459"/>
                      <a:pt x="3779" y="2459"/>
                    </a:cubicBezTo>
                    <a:cubicBezTo>
                      <a:pt x="4678" y="2459"/>
                      <a:pt x="5614" y="2283"/>
                      <a:pt x="6477" y="2056"/>
                    </a:cubicBezTo>
                    <a:cubicBezTo>
                      <a:pt x="7337" y="1820"/>
                      <a:pt x="8166" y="1583"/>
                      <a:pt x="9019" y="1583"/>
                    </a:cubicBezTo>
                    <a:cubicBezTo>
                      <a:pt x="9372" y="1583"/>
                      <a:pt x="9729" y="1624"/>
                      <a:pt x="10094" y="1722"/>
                    </a:cubicBezTo>
                    <a:cubicBezTo>
                      <a:pt x="11036" y="1965"/>
                      <a:pt x="11857" y="2542"/>
                      <a:pt x="12769" y="2785"/>
                    </a:cubicBezTo>
                    <a:cubicBezTo>
                      <a:pt x="13149" y="2883"/>
                      <a:pt x="13516" y="2937"/>
                      <a:pt x="13869" y="2937"/>
                    </a:cubicBezTo>
                    <a:cubicBezTo>
                      <a:pt x="14617" y="2937"/>
                      <a:pt x="15301" y="2695"/>
                      <a:pt x="15900" y="2117"/>
                    </a:cubicBezTo>
                    <a:cubicBezTo>
                      <a:pt x="15983" y="2034"/>
                      <a:pt x="15914" y="1900"/>
                      <a:pt x="15809" y="1900"/>
                    </a:cubicBezTo>
                    <a:cubicBezTo>
                      <a:pt x="15799" y="1900"/>
                      <a:pt x="15789" y="1901"/>
                      <a:pt x="15778" y="1904"/>
                    </a:cubicBezTo>
                    <a:cubicBezTo>
                      <a:pt x="15518" y="1959"/>
                      <a:pt x="15264" y="1984"/>
                      <a:pt x="15013" y="1984"/>
                    </a:cubicBezTo>
                    <a:cubicBezTo>
                      <a:pt x="12778" y="1984"/>
                      <a:pt x="10860" y="0"/>
                      <a:pt x="85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Google Shape;3066;p20"/>
              <p:cNvSpPr/>
              <p:nvPr/>
            </p:nvSpPr>
            <p:spPr>
              <a:xfrm>
                <a:off x="848188" y="4258425"/>
                <a:ext cx="561375" cy="837450"/>
              </a:xfrm>
              <a:custGeom>
                <a:avLst/>
                <a:gdLst/>
                <a:ahLst/>
                <a:cxnLst/>
                <a:rect l="l" t="t" r="r" b="b"/>
                <a:pathLst>
                  <a:path w="22455" h="33498" extrusionOk="0">
                    <a:moveTo>
                      <a:pt x="266" y="0"/>
                    </a:moveTo>
                    <a:cubicBezTo>
                      <a:pt x="228" y="0"/>
                      <a:pt x="190" y="1"/>
                      <a:pt x="152" y="2"/>
                    </a:cubicBezTo>
                    <a:cubicBezTo>
                      <a:pt x="0" y="2"/>
                      <a:pt x="0" y="245"/>
                      <a:pt x="152" y="276"/>
                    </a:cubicBezTo>
                    <a:lnTo>
                      <a:pt x="182" y="245"/>
                    </a:lnTo>
                    <a:cubicBezTo>
                      <a:pt x="2979" y="488"/>
                      <a:pt x="2827" y="3923"/>
                      <a:pt x="3891" y="5716"/>
                    </a:cubicBezTo>
                    <a:cubicBezTo>
                      <a:pt x="4620" y="6963"/>
                      <a:pt x="5836" y="7996"/>
                      <a:pt x="6839" y="9029"/>
                    </a:cubicBezTo>
                    <a:cubicBezTo>
                      <a:pt x="7781" y="10002"/>
                      <a:pt x="8754" y="10914"/>
                      <a:pt x="9848" y="11674"/>
                    </a:cubicBezTo>
                    <a:cubicBezTo>
                      <a:pt x="11095" y="12555"/>
                      <a:pt x="13222" y="13011"/>
                      <a:pt x="14073" y="14318"/>
                    </a:cubicBezTo>
                    <a:cubicBezTo>
                      <a:pt x="15107" y="15899"/>
                      <a:pt x="15350" y="18300"/>
                      <a:pt x="15958" y="20093"/>
                    </a:cubicBezTo>
                    <a:cubicBezTo>
                      <a:pt x="16475" y="21613"/>
                      <a:pt x="16870" y="23163"/>
                      <a:pt x="17356" y="24714"/>
                    </a:cubicBezTo>
                    <a:cubicBezTo>
                      <a:pt x="18298" y="27662"/>
                      <a:pt x="19605" y="31097"/>
                      <a:pt x="21763" y="33376"/>
                    </a:cubicBezTo>
                    <a:cubicBezTo>
                      <a:pt x="21841" y="33462"/>
                      <a:pt x="21926" y="33498"/>
                      <a:pt x="22008" y="33498"/>
                    </a:cubicBezTo>
                    <a:cubicBezTo>
                      <a:pt x="22247" y="33498"/>
                      <a:pt x="22454" y="33192"/>
                      <a:pt x="22341" y="32920"/>
                    </a:cubicBezTo>
                    <a:cubicBezTo>
                      <a:pt x="21490" y="30975"/>
                      <a:pt x="20304" y="29243"/>
                      <a:pt x="19636" y="27236"/>
                    </a:cubicBezTo>
                    <a:cubicBezTo>
                      <a:pt x="19028" y="25413"/>
                      <a:pt x="18511" y="23559"/>
                      <a:pt x="18055" y="21704"/>
                    </a:cubicBezTo>
                    <a:cubicBezTo>
                      <a:pt x="17569" y="19729"/>
                      <a:pt x="17143" y="17753"/>
                      <a:pt x="16687" y="15747"/>
                    </a:cubicBezTo>
                    <a:cubicBezTo>
                      <a:pt x="16323" y="14166"/>
                      <a:pt x="16079" y="12890"/>
                      <a:pt x="14681" y="11917"/>
                    </a:cubicBezTo>
                    <a:cubicBezTo>
                      <a:pt x="13344" y="10975"/>
                      <a:pt x="11733" y="10519"/>
                      <a:pt x="10365" y="9546"/>
                    </a:cubicBezTo>
                    <a:cubicBezTo>
                      <a:pt x="8815" y="8482"/>
                      <a:pt x="7386" y="7236"/>
                      <a:pt x="6049" y="5899"/>
                    </a:cubicBezTo>
                    <a:cubicBezTo>
                      <a:pt x="4651" y="4501"/>
                      <a:pt x="4073" y="2646"/>
                      <a:pt x="2827" y="1157"/>
                    </a:cubicBezTo>
                    <a:cubicBezTo>
                      <a:pt x="2153" y="395"/>
                      <a:pt x="1281" y="0"/>
                      <a:pt x="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67" name="Google Shape;3067;p20"/>
            <p:cNvGrpSpPr/>
            <p:nvPr/>
          </p:nvGrpSpPr>
          <p:grpSpPr>
            <a:xfrm rot="10800000">
              <a:off x="6789093" y="4987424"/>
              <a:ext cx="716957" cy="530213"/>
              <a:chOff x="2865710" y="4140652"/>
              <a:chExt cx="822293" cy="608113"/>
            </a:xfrm>
          </p:grpSpPr>
          <p:sp>
            <p:nvSpPr>
              <p:cNvPr id="3068" name="Google Shape;3068;p20"/>
              <p:cNvSpPr/>
              <p:nvPr/>
            </p:nvSpPr>
            <p:spPr>
              <a:xfrm rot="-7016196">
                <a:off x="3007886" y="4562827"/>
                <a:ext cx="57774" cy="10334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134" extrusionOk="0">
                    <a:moveTo>
                      <a:pt x="1228" y="0"/>
                    </a:moveTo>
                    <a:cubicBezTo>
                      <a:pt x="1102" y="0"/>
                      <a:pt x="977" y="49"/>
                      <a:pt x="882" y="163"/>
                    </a:cubicBezTo>
                    <a:cubicBezTo>
                      <a:pt x="669" y="436"/>
                      <a:pt x="578" y="740"/>
                      <a:pt x="396" y="1044"/>
                    </a:cubicBezTo>
                    <a:cubicBezTo>
                      <a:pt x="152" y="1531"/>
                      <a:pt x="0" y="1804"/>
                      <a:pt x="92" y="2382"/>
                    </a:cubicBezTo>
                    <a:cubicBezTo>
                      <a:pt x="213" y="3142"/>
                      <a:pt x="730" y="3689"/>
                      <a:pt x="1368" y="4053"/>
                    </a:cubicBezTo>
                    <a:cubicBezTo>
                      <a:pt x="1466" y="4102"/>
                      <a:pt x="1572" y="4134"/>
                      <a:pt x="1678" y="4134"/>
                    </a:cubicBezTo>
                    <a:cubicBezTo>
                      <a:pt x="1770" y="4134"/>
                      <a:pt x="1861" y="4110"/>
                      <a:pt x="1946" y="4053"/>
                    </a:cubicBezTo>
                    <a:cubicBezTo>
                      <a:pt x="2311" y="3810"/>
                      <a:pt x="2219" y="3324"/>
                      <a:pt x="2189" y="2929"/>
                    </a:cubicBezTo>
                    <a:cubicBezTo>
                      <a:pt x="2128" y="2534"/>
                      <a:pt x="2159" y="2138"/>
                      <a:pt x="2067" y="1713"/>
                    </a:cubicBezTo>
                    <a:cubicBezTo>
                      <a:pt x="2007" y="1500"/>
                      <a:pt x="1824" y="1348"/>
                      <a:pt x="1763" y="1135"/>
                    </a:cubicBezTo>
                    <a:cubicBezTo>
                      <a:pt x="1703" y="983"/>
                      <a:pt x="1794" y="710"/>
                      <a:pt x="1794" y="528"/>
                    </a:cubicBezTo>
                    <a:cubicBezTo>
                      <a:pt x="1794" y="235"/>
                      <a:pt x="1507" y="0"/>
                      <a:pt x="12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Google Shape;3069;p20"/>
              <p:cNvSpPr/>
              <p:nvPr/>
            </p:nvSpPr>
            <p:spPr>
              <a:xfrm rot="-7016196">
                <a:off x="2966336" y="4516401"/>
                <a:ext cx="45025" cy="66949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2678" extrusionOk="0">
                    <a:moveTo>
                      <a:pt x="607" y="1"/>
                    </a:moveTo>
                    <a:cubicBezTo>
                      <a:pt x="518" y="1"/>
                      <a:pt x="428" y="21"/>
                      <a:pt x="342" y="64"/>
                    </a:cubicBezTo>
                    <a:cubicBezTo>
                      <a:pt x="145" y="204"/>
                      <a:pt x="0" y="474"/>
                      <a:pt x="51" y="706"/>
                    </a:cubicBezTo>
                    <a:lnTo>
                      <a:pt x="51" y="706"/>
                    </a:lnTo>
                    <a:cubicBezTo>
                      <a:pt x="11" y="957"/>
                      <a:pt x="85" y="1124"/>
                      <a:pt x="159" y="1371"/>
                    </a:cubicBezTo>
                    <a:cubicBezTo>
                      <a:pt x="190" y="1553"/>
                      <a:pt x="190" y="1705"/>
                      <a:pt x="190" y="1888"/>
                    </a:cubicBezTo>
                    <a:cubicBezTo>
                      <a:pt x="190" y="2283"/>
                      <a:pt x="433" y="2496"/>
                      <a:pt x="767" y="2648"/>
                    </a:cubicBezTo>
                    <a:cubicBezTo>
                      <a:pt x="797" y="2678"/>
                      <a:pt x="889" y="2678"/>
                      <a:pt x="949" y="2678"/>
                    </a:cubicBezTo>
                    <a:cubicBezTo>
                      <a:pt x="1314" y="2678"/>
                      <a:pt x="1618" y="2404"/>
                      <a:pt x="1709" y="2100"/>
                    </a:cubicBezTo>
                    <a:cubicBezTo>
                      <a:pt x="1801" y="1766"/>
                      <a:pt x="1770" y="1371"/>
                      <a:pt x="1679" y="1006"/>
                    </a:cubicBezTo>
                    <a:cubicBezTo>
                      <a:pt x="1562" y="569"/>
                      <a:pt x="1362" y="215"/>
                      <a:pt x="916" y="80"/>
                    </a:cubicBezTo>
                    <a:lnTo>
                      <a:pt x="916" y="80"/>
                    </a:lnTo>
                    <a:cubicBezTo>
                      <a:pt x="818" y="29"/>
                      <a:pt x="713" y="1"/>
                      <a:pt x="6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Google Shape;3070;p20"/>
              <p:cNvSpPr/>
              <p:nvPr/>
            </p:nvSpPr>
            <p:spPr>
              <a:xfrm rot="-7016196">
                <a:off x="3030704" y="4450217"/>
                <a:ext cx="29675" cy="32675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307" extrusionOk="0">
                    <a:moveTo>
                      <a:pt x="799" y="0"/>
                    </a:moveTo>
                    <a:cubicBezTo>
                      <a:pt x="710" y="0"/>
                      <a:pt x="618" y="39"/>
                      <a:pt x="553" y="133"/>
                    </a:cubicBezTo>
                    <a:cubicBezTo>
                      <a:pt x="461" y="285"/>
                      <a:pt x="340" y="437"/>
                      <a:pt x="249" y="619"/>
                    </a:cubicBezTo>
                    <a:cubicBezTo>
                      <a:pt x="218" y="680"/>
                      <a:pt x="188" y="741"/>
                      <a:pt x="157" y="832"/>
                    </a:cubicBezTo>
                    <a:cubicBezTo>
                      <a:pt x="127" y="923"/>
                      <a:pt x="97" y="984"/>
                      <a:pt x="66" y="1075"/>
                    </a:cubicBezTo>
                    <a:cubicBezTo>
                      <a:pt x="1" y="1206"/>
                      <a:pt x="124" y="1306"/>
                      <a:pt x="244" y="1306"/>
                    </a:cubicBezTo>
                    <a:cubicBezTo>
                      <a:pt x="290" y="1306"/>
                      <a:pt x="336" y="1291"/>
                      <a:pt x="370" y="1257"/>
                    </a:cubicBezTo>
                    <a:cubicBezTo>
                      <a:pt x="492" y="1136"/>
                      <a:pt x="644" y="1014"/>
                      <a:pt x="735" y="862"/>
                    </a:cubicBezTo>
                    <a:cubicBezTo>
                      <a:pt x="857" y="710"/>
                      <a:pt x="948" y="558"/>
                      <a:pt x="1039" y="406"/>
                    </a:cubicBezTo>
                    <a:cubicBezTo>
                      <a:pt x="1186" y="196"/>
                      <a:pt x="999" y="0"/>
                      <a:pt x="7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Google Shape;3071;p20"/>
              <p:cNvSpPr/>
              <p:nvPr/>
            </p:nvSpPr>
            <p:spPr>
              <a:xfrm rot="-7016196">
                <a:off x="3121320" y="4409859"/>
                <a:ext cx="41825" cy="79624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3185" extrusionOk="0">
                    <a:moveTo>
                      <a:pt x="836" y="0"/>
                    </a:moveTo>
                    <a:cubicBezTo>
                      <a:pt x="555" y="0"/>
                      <a:pt x="274" y="160"/>
                      <a:pt x="213" y="479"/>
                    </a:cubicBezTo>
                    <a:lnTo>
                      <a:pt x="183" y="479"/>
                    </a:lnTo>
                    <a:cubicBezTo>
                      <a:pt x="152" y="570"/>
                      <a:pt x="91" y="661"/>
                      <a:pt x="61" y="783"/>
                    </a:cubicBezTo>
                    <a:cubicBezTo>
                      <a:pt x="31" y="904"/>
                      <a:pt x="31" y="1026"/>
                      <a:pt x="31" y="1148"/>
                    </a:cubicBezTo>
                    <a:cubicBezTo>
                      <a:pt x="0" y="1360"/>
                      <a:pt x="0" y="1603"/>
                      <a:pt x="0" y="1816"/>
                    </a:cubicBezTo>
                    <a:cubicBezTo>
                      <a:pt x="31" y="2090"/>
                      <a:pt x="152" y="2242"/>
                      <a:pt x="243" y="2485"/>
                    </a:cubicBezTo>
                    <a:cubicBezTo>
                      <a:pt x="335" y="2667"/>
                      <a:pt x="395" y="2850"/>
                      <a:pt x="517" y="3002"/>
                    </a:cubicBezTo>
                    <a:cubicBezTo>
                      <a:pt x="593" y="3123"/>
                      <a:pt x="715" y="3184"/>
                      <a:pt x="836" y="3184"/>
                    </a:cubicBezTo>
                    <a:cubicBezTo>
                      <a:pt x="958" y="3184"/>
                      <a:pt x="1079" y="3123"/>
                      <a:pt x="1155" y="3002"/>
                    </a:cubicBezTo>
                    <a:cubicBezTo>
                      <a:pt x="1277" y="2850"/>
                      <a:pt x="1338" y="2667"/>
                      <a:pt x="1398" y="2485"/>
                    </a:cubicBezTo>
                    <a:cubicBezTo>
                      <a:pt x="1520" y="2242"/>
                      <a:pt x="1611" y="2090"/>
                      <a:pt x="1642" y="1816"/>
                    </a:cubicBezTo>
                    <a:cubicBezTo>
                      <a:pt x="1672" y="1603"/>
                      <a:pt x="1672" y="1360"/>
                      <a:pt x="1642" y="1148"/>
                    </a:cubicBezTo>
                    <a:cubicBezTo>
                      <a:pt x="1642" y="1026"/>
                      <a:pt x="1611" y="904"/>
                      <a:pt x="1611" y="783"/>
                    </a:cubicBezTo>
                    <a:cubicBezTo>
                      <a:pt x="1550" y="692"/>
                      <a:pt x="1520" y="570"/>
                      <a:pt x="1459" y="479"/>
                    </a:cubicBezTo>
                    <a:cubicBezTo>
                      <a:pt x="1398" y="160"/>
                      <a:pt x="1117" y="0"/>
                      <a:pt x="8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Google Shape;3072;p20"/>
              <p:cNvSpPr/>
              <p:nvPr/>
            </p:nvSpPr>
            <p:spPr>
              <a:xfrm rot="-7016196">
                <a:off x="3135058" y="4522280"/>
                <a:ext cx="42600" cy="475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903" extrusionOk="0">
                    <a:moveTo>
                      <a:pt x="1000" y="0"/>
                    </a:moveTo>
                    <a:cubicBezTo>
                      <a:pt x="766" y="0"/>
                      <a:pt x="539" y="119"/>
                      <a:pt x="427" y="321"/>
                    </a:cubicBezTo>
                    <a:cubicBezTo>
                      <a:pt x="305" y="503"/>
                      <a:pt x="214" y="686"/>
                      <a:pt x="123" y="898"/>
                    </a:cubicBezTo>
                    <a:cubicBezTo>
                      <a:pt x="31" y="1081"/>
                      <a:pt x="1" y="1233"/>
                      <a:pt x="62" y="1415"/>
                    </a:cubicBezTo>
                    <a:cubicBezTo>
                      <a:pt x="92" y="1567"/>
                      <a:pt x="214" y="1750"/>
                      <a:pt x="366" y="1810"/>
                    </a:cubicBezTo>
                    <a:cubicBezTo>
                      <a:pt x="469" y="1872"/>
                      <a:pt x="586" y="1903"/>
                      <a:pt x="705" y="1903"/>
                    </a:cubicBezTo>
                    <a:cubicBezTo>
                      <a:pt x="934" y="1903"/>
                      <a:pt x="1168" y="1788"/>
                      <a:pt x="1308" y="1567"/>
                    </a:cubicBezTo>
                    <a:cubicBezTo>
                      <a:pt x="1430" y="1354"/>
                      <a:pt x="1521" y="1081"/>
                      <a:pt x="1642" y="838"/>
                    </a:cubicBezTo>
                    <a:cubicBezTo>
                      <a:pt x="1703" y="686"/>
                      <a:pt x="1642" y="443"/>
                      <a:pt x="1551" y="321"/>
                    </a:cubicBezTo>
                    <a:cubicBezTo>
                      <a:pt x="1490" y="199"/>
                      <a:pt x="1369" y="108"/>
                      <a:pt x="1247" y="47"/>
                    </a:cubicBezTo>
                    <a:cubicBezTo>
                      <a:pt x="1167" y="15"/>
                      <a:pt x="1083" y="0"/>
                      <a:pt x="10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Google Shape;3073;p20"/>
              <p:cNvSpPr/>
              <p:nvPr/>
            </p:nvSpPr>
            <p:spPr>
              <a:xfrm rot="-7016196">
                <a:off x="3197074" y="4592698"/>
                <a:ext cx="77249" cy="80449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218" extrusionOk="0">
                    <a:moveTo>
                      <a:pt x="2223" y="1"/>
                    </a:moveTo>
                    <a:cubicBezTo>
                      <a:pt x="2179" y="1"/>
                      <a:pt x="2133" y="6"/>
                      <a:pt x="2088" y="14"/>
                    </a:cubicBezTo>
                    <a:lnTo>
                      <a:pt x="2088" y="14"/>
                    </a:lnTo>
                    <a:cubicBezTo>
                      <a:pt x="2055" y="11"/>
                      <a:pt x="2022" y="9"/>
                      <a:pt x="1988" y="9"/>
                    </a:cubicBezTo>
                    <a:cubicBezTo>
                      <a:pt x="1540" y="9"/>
                      <a:pt x="1059" y="312"/>
                      <a:pt x="761" y="635"/>
                    </a:cubicBezTo>
                    <a:cubicBezTo>
                      <a:pt x="426" y="1000"/>
                      <a:pt x="153" y="1486"/>
                      <a:pt x="62" y="2003"/>
                    </a:cubicBezTo>
                    <a:cubicBezTo>
                      <a:pt x="1" y="2398"/>
                      <a:pt x="122" y="2884"/>
                      <a:pt x="518" y="3066"/>
                    </a:cubicBezTo>
                    <a:cubicBezTo>
                      <a:pt x="705" y="3170"/>
                      <a:pt x="835" y="3217"/>
                      <a:pt x="995" y="3217"/>
                    </a:cubicBezTo>
                    <a:cubicBezTo>
                      <a:pt x="1070" y="3217"/>
                      <a:pt x="1151" y="3207"/>
                      <a:pt x="1247" y="3188"/>
                    </a:cubicBezTo>
                    <a:cubicBezTo>
                      <a:pt x="1551" y="3097"/>
                      <a:pt x="1855" y="2823"/>
                      <a:pt x="1916" y="2489"/>
                    </a:cubicBezTo>
                    <a:cubicBezTo>
                      <a:pt x="1977" y="2246"/>
                      <a:pt x="2037" y="2063"/>
                      <a:pt x="2159" y="1851"/>
                    </a:cubicBezTo>
                    <a:cubicBezTo>
                      <a:pt x="2306" y="1641"/>
                      <a:pt x="2511" y="1489"/>
                      <a:pt x="2664" y="1294"/>
                    </a:cubicBezTo>
                    <a:lnTo>
                      <a:pt x="2664" y="1294"/>
                    </a:lnTo>
                    <a:cubicBezTo>
                      <a:pt x="2754" y="1216"/>
                      <a:pt x="2806" y="1134"/>
                      <a:pt x="2858" y="1030"/>
                    </a:cubicBezTo>
                    <a:cubicBezTo>
                      <a:pt x="2875" y="996"/>
                      <a:pt x="2892" y="962"/>
                      <a:pt x="2904" y="928"/>
                    </a:cubicBezTo>
                    <a:lnTo>
                      <a:pt x="2904" y="928"/>
                    </a:lnTo>
                    <a:cubicBezTo>
                      <a:pt x="3090" y="663"/>
                      <a:pt x="3032" y="225"/>
                      <a:pt x="2676" y="149"/>
                    </a:cubicBezTo>
                    <a:lnTo>
                      <a:pt x="2676" y="149"/>
                    </a:lnTo>
                    <a:cubicBezTo>
                      <a:pt x="2706" y="194"/>
                      <a:pt x="2721" y="217"/>
                      <a:pt x="2718" y="217"/>
                    </a:cubicBezTo>
                    <a:cubicBezTo>
                      <a:pt x="2714" y="217"/>
                      <a:pt x="2691" y="194"/>
                      <a:pt x="2645" y="149"/>
                    </a:cubicBezTo>
                    <a:cubicBezTo>
                      <a:pt x="2554" y="88"/>
                      <a:pt x="2463" y="57"/>
                      <a:pt x="2372" y="27"/>
                    </a:cubicBezTo>
                    <a:cubicBezTo>
                      <a:pt x="2325" y="8"/>
                      <a:pt x="2275" y="1"/>
                      <a:pt x="222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Google Shape;3074;p20"/>
              <p:cNvSpPr/>
              <p:nvPr/>
            </p:nvSpPr>
            <p:spPr>
              <a:xfrm rot="-7016196">
                <a:off x="3225815" y="4382501"/>
                <a:ext cx="99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275" extrusionOk="0">
                    <a:moveTo>
                      <a:pt x="183" y="1"/>
                    </a:moveTo>
                    <a:cubicBezTo>
                      <a:pt x="0" y="1"/>
                      <a:pt x="0" y="274"/>
                      <a:pt x="183" y="274"/>
                    </a:cubicBezTo>
                    <a:cubicBezTo>
                      <a:pt x="395" y="274"/>
                      <a:pt x="395" y="1"/>
                      <a:pt x="1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Google Shape;3075;p20"/>
              <p:cNvSpPr/>
              <p:nvPr/>
            </p:nvSpPr>
            <p:spPr>
              <a:xfrm rot="-7016196">
                <a:off x="3273269" y="4491390"/>
                <a:ext cx="24350" cy="39525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581" extrusionOk="0">
                    <a:moveTo>
                      <a:pt x="487" y="0"/>
                    </a:moveTo>
                    <a:cubicBezTo>
                      <a:pt x="244" y="30"/>
                      <a:pt x="0" y="213"/>
                      <a:pt x="31" y="486"/>
                    </a:cubicBezTo>
                    <a:lnTo>
                      <a:pt x="0" y="486"/>
                    </a:lnTo>
                    <a:lnTo>
                      <a:pt x="31" y="1094"/>
                    </a:lnTo>
                    <a:cubicBezTo>
                      <a:pt x="31" y="1337"/>
                      <a:pt x="244" y="1581"/>
                      <a:pt x="487" y="1581"/>
                    </a:cubicBezTo>
                    <a:cubicBezTo>
                      <a:pt x="760" y="1550"/>
                      <a:pt x="943" y="1368"/>
                      <a:pt x="973" y="1094"/>
                    </a:cubicBezTo>
                    <a:lnTo>
                      <a:pt x="973" y="486"/>
                    </a:lnTo>
                    <a:cubicBezTo>
                      <a:pt x="973" y="243"/>
                      <a:pt x="760" y="0"/>
                      <a:pt x="4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Google Shape;3076;p20"/>
              <p:cNvSpPr/>
              <p:nvPr/>
            </p:nvSpPr>
            <p:spPr>
              <a:xfrm rot="-7016196">
                <a:off x="3197746" y="4380793"/>
                <a:ext cx="44100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369" extrusionOk="0">
                    <a:moveTo>
                      <a:pt x="882" y="1"/>
                    </a:moveTo>
                    <a:cubicBezTo>
                      <a:pt x="0" y="1"/>
                      <a:pt x="0" y="1368"/>
                      <a:pt x="882" y="1368"/>
                    </a:cubicBezTo>
                    <a:cubicBezTo>
                      <a:pt x="1763" y="1368"/>
                      <a:pt x="1763" y="1"/>
                      <a:pt x="8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Google Shape;3077;p20"/>
              <p:cNvSpPr/>
              <p:nvPr/>
            </p:nvSpPr>
            <p:spPr>
              <a:xfrm rot="-7016196">
                <a:off x="2878951" y="4474420"/>
                <a:ext cx="50800" cy="60874"/>
              </a:xfrm>
              <a:custGeom>
                <a:avLst/>
                <a:gdLst/>
                <a:ahLst/>
                <a:cxnLst/>
                <a:rect l="l" t="t" r="r" b="b"/>
                <a:pathLst>
                  <a:path w="2032" h="2435" extrusionOk="0">
                    <a:moveTo>
                      <a:pt x="665" y="0"/>
                    </a:moveTo>
                    <a:cubicBezTo>
                      <a:pt x="603" y="0"/>
                      <a:pt x="526" y="29"/>
                      <a:pt x="482" y="73"/>
                    </a:cubicBezTo>
                    <a:cubicBezTo>
                      <a:pt x="435" y="143"/>
                      <a:pt x="407" y="195"/>
                      <a:pt x="368" y="256"/>
                    </a:cubicBezTo>
                    <a:lnTo>
                      <a:pt x="368" y="256"/>
                    </a:lnTo>
                    <a:cubicBezTo>
                      <a:pt x="1" y="655"/>
                      <a:pt x="160" y="1341"/>
                      <a:pt x="269" y="1806"/>
                    </a:cubicBezTo>
                    <a:cubicBezTo>
                      <a:pt x="330" y="2079"/>
                      <a:pt x="603" y="2353"/>
                      <a:pt x="877" y="2414"/>
                    </a:cubicBezTo>
                    <a:cubicBezTo>
                      <a:pt x="974" y="2424"/>
                      <a:pt x="1066" y="2435"/>
                      <a:pt x="1156" y="2435"/>
                    </a:cubicBezTo>
                    <a:cubicBezTo>
                      <a:pt x="1319" y="2435"/>
                      <a:pt x="1469" y="2399"/>
                      <a:pt x="1606" y="2262"/>
                    </a:cubicBezTo>
                    <a:lnTo>
                      <a:pt x="1698" y="2201"/>
                    </a:lnTo>
                    <a:cubicBezTo>
                      <a:pt x="1910" y="2018"/>
                      <a:pt x="2032" y="1654"/>
                      <a:pt x="1910" y="1380"/>
                    </a:cubicBezTo>
                    <a:cubicBezTo>
                      <a:pt x="1796" y="1061"/>
                      <a:pt x="1700" y="777"/>
                      <a:pt x="1492" y="539"/>
                    </a:cubicBezTo>
                    <a:lnTo>
                      <a:pt x="1492" y="539"/>
                    </a:lnTo>
                    <a:lnTo>
                      <a:pt x="1515" y="559"/>
                    </a:lnTo>
                    <a:cubicBezTo>
                      <a:pt x="1359" y="326"/>
                      <a:pt x="1181" y="114"/>
                      <a:pt x="924" y="76"/>
                    </a:cubicBezTo>
                    <a:lnTo>
                      <a:pt x="924" y="76"/>
                    </a:lnTo>
                    <a:cubicBezTo>
                      <a:pt x="864" y="50"/>
                      <a:pt x="801" y="31"/>
                      <a:pt x="725" y="12"/>
                    </a:cubicBezTo>
                    <a:cubicBezTo>
                      <a:pt x="709" y="4"/>
                      <a:pt x="688" y="0"/>
                      <a:pt x="6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078;p20"/>
              <p:cNvSpPr/>
              <p:nvPr/>
            </p:nvSpPr>
            <p:spPr>
              <a:xfrm rot="-7016196">
                <a:off x="3000470" y="4291259"/>
                <a:ext cx="41825" cy="79624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3185" extrusionOk="0">
                    <a:moveTo>
                      <a:pt x="836" y="0"/>
                    </a:moveTo>
                    <a:cubicBezTo>
                      <a:pt x="555" y="0"/>
                      <a:pt x="274" y="160"/>
                      <a:pt x="213" y="479"/>
                    </a:cubicBezTo>
                    <a:lnTo>
                      <a:pt x="183" y="479"/>
                    </a:lnTo>
                    <a:cubicBezTo>
                      <a:pt x="152" y="570"/>
                      <a:pt x="91" y="661"/>
                      <a:pt x="61" y="783"/>
                    </a:cubicBezTo>
                    <a:cubicBezTo>
                      <a:pt x="31" y="904"/>
                      <a:pt x="31" y="1026"/>
                      <a:pt x="31" y="1148"/>
                    </a:cubicBezTo>
                    <a:cubicBezTo>
                      <a:pt x="0" y="1360"/>
                      <a:pt x="0" y="1603"/>
                      <a:pt x="0" y="1816"/>
                    </a:cubicBezTo>
                    <a:cubicBezTo>
                      <a:pt x="31" y="2090"/>
                      <a:pt x="152" y="2242"/>
                      <a:pt x="243" y="2485"/>
                    </a:cubicBezTo>
                    <a:cubicBezTo>
                      <a:pt x="335" y="2667"/>
                      <a:pt x="395" y="2850"/>
                      <a:pt x="517" y="3002"/>
                    </a:cubicBezTo>
                    <a:cubicBezTo>
                      <a:pt x="593" y="3123"/>
                      <a:pt x="715" y="3184"/>
                      <a:pt x="836" y="3184"/>
                    </a:cubicBezTo>
                    <a:cubicBezTo>
                      <a:pt x="958" y="3184"/>
                      <a:pt x="1079" y="3123"/>
                      <a:pt x="1155" y="3002"/>
                    </a:cubicBezTo>
                    <a:cubicBezTo>
                      <a:pt x="1277" y="2850"/>
                      <a:pt x="1338" y="2667"/>
                      <a:pt x="1398" y="2485"/>
                    </a:cubicBezTo>
                    <a:cubicBezTo>
                      <a:pt x="1520" y="2242"/>
                      <a:pt x="1611" y="2090"/>
                      <a:pt x="1642" y="1816"/>
                    </a:cubicBezTo>
                    <a:cubicBezTo>
                      <a:pt x="1672" y="1603"/>
                      <a:pt x="1672" y="1360"/>
                      <a:pt x="1642" y="1148"/>
                    </a:cubicBezTo>
                    <a:cubicBezTo>
                      <a:pt x="1642" y="1026"/>
                      <a:pt x="1611" y="904"/>
                      <a:pt x="1611" y="783"/>
                    </a:cubicBezTo>
                    <a:cubicBezTo>
                      <a:pt x="1550" y="692"/>
                      <a:pt x="1520" y="570"/>
                      <a:pt x="1459" y="479"/>
                    </a:cubicBezTo>
                    <a:cubicBezTo>
                      <a:pt x="1398" y="160"/>
                      <a:pt x="1117" y="0"/>
                      <a:pt x="8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079;p20"/>
              <p:cNvSpPr/>
              <p:nvPr/>
            </p:nvSpPr>
            <p:spPr>
              <a:xfrm rot="-7016196">
                <a:off x="3351624" y="4459464"/>
                <a:ext cx="57774" cy="10334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134" extrusionOk="0">
                    <a:moveTo>
                      <a:pt x="1228" y="0"/>
                    </a:moveTo>
                    <a:cubicBezTo>
                      <a:pt x="1102" y="0"/>
                      <a:pt x="977" y="49"/>
                      <a:pt x="882" y="163"/>
                    </a:cubicBezTo>
                    <a:cubicBezTo>
                      <a:pt x="669" y="436"/>
                      <a:pt x="578" y="740"/>
                      <a:pt x="396" y="1044"/>
                    </a:cubicBezTo>
                    <a:cubicBezTo>
                      <a:pt x="152" y="1531"/>
                      <a:pt x="0" y="1804"/>
                      <a:pt x="92" y="2382"/>
                    </a:cubicBezTo>
                    <a:cubicBezTo>
                      <a:pt x="213" y="3142"/>
                      <a:pt x="730" y="3689"/>
                      <a:pt x="1368" y="4053"/>
                    </a:cubicBezTo>
                    <a:cubicBezTo>
                      <a:pt x="1466" y="4102"/>
                      <a:pt x="1572" y="4134"/>
                      <a:pt x="1678" y="4134"/>
                    </a:cubicBezTo>
                    <a:cubicBezTo>
                      <a:pt x="1770" y="4134"/>
                      <a:pt x="1861" y="4110"/>
                      <a:pt x="1946" y="4053"/>
                    </a:cubicBezTo>
                    <a:cubicBezTo>
                      <a:pt x="2311" y="3810"/>
                      <a:pt x="2219" y="3324"/>
                      <a:pt x="2189" y="2929"/>
                    </a:cubicBezTo>
                    <a:cubicBezTo>
                      <a:pt x="2128" y="2534"/>
                      <a:pt x="2159" y="2138"/>
                      <a:pt x="2067" y="1713"/>
                    </a:cubicBezTo>
                    <a:cubicBezTo>
                      <a:pt x="2007" y="1500"/>
                      <a:pt x="1824" y="1348"/>
                      <a:pt x="1763" y="1135"/>
                    </a:cubicBezTo>
                    <a:cubicBezTo>
                      <a:pt x="1703" y="983"/>
                      <a:pt x="1794" y="710"/>
                      <a:pt x="1794" y="528"/>
                    </a:cubicBezTo>
                    <a:cubicBezTo>
                      <a:pt x="1794" y="235"/>
                      <a:pt x="1507" y="0"/>
                      <a:pt x="12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Google Shape;3080;p20"/>
              <p:cNvSpPr/>
              <p:nvPr/>
            </p:nvSpPr>
            <p:spPr>
              <a:xfrm rot="-7016196">
                <a:off x="3134309" y="4274543"/>
                <a:ext cx="44100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369" extrusionOk="0">
                    <a:moveTo>
                      <a:pt x="882" y="1"/>
                    </a:moveTo>
                    <a:cubicBezTo>
                      <a:pt x="0" y="1"/>
                      <a:pt x="0" y="1368"/>
                      <a:pt x="882" y="1368"/>
                    </a:cubicBezTo>
                    <a:cubicBezTo>
                      <a:pt x="1763" y="1368"/>
                      <a:pt x="1763" y="1"/>
                      <a:pt x="8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081;p20"/>
              <p:cNvSpPr/>
              <p:nvPr/>
            </p:nvSpPr>
            <p:spPr>
              <a:xfrm rot="-7016196">
                <a:off x="3263911" y="4297601"/>
                <a:ext cx="45025" cy="66949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2678" extrusionOk="0">
                    <a:moveTo>
                      <a:pt x="607" y="1"/>
                    </a:moveTo>
                    <a:cubicBezTo>
                      <a:pt x="518" y="1"/>
                      <a:pt x="428" y="21"/>
                      <a:pt x="342" y="64"/>
                    </a:cubicBezTo>
                    <a:cubicBezTo>
                      <a:pt x="145" y="204"/>
                      <a:pt x="0" y="474"/>
                      <a:pt x="51" y="706"/>
                    </a:cubicBezTo>
                    <a:lnTo>
                      <a:pt x="51" y="706"/>
                    </a:lnTo>
                    <a:cubicBezTo>
                      <a:pt x="11" y="957"/>
                      <a:pt x="85" y="1124"/>
                      <a:pt x="159" y="1371"/>
                    </a:cubicBezTo>
                    <a:cubicBezTo>
                      <a:pt x="190" y="1553"/>
                      <a:pt x="190" y="1705"/>
                      <a:pt x="190" y="1888"/>
                    </a:cubicBezTo>
                    <a:cubicBezTo>
                      <a:pt x="190" y="2283"/>
                      <a:pt x="433" y="2496"/>
                      <a:pt x="767" y="2648"/>
                    </a:cubicBezTo>
                    <a:cubicBezTo>
                      <a:pt x="797" y="2678"/>
                      <a:pt x="889" y="2678"/>
                      <a:pt x="949" y="2678"/>
                    </a:cubicBezTo>
                    <a:cubicBezTo>
                      <a:pt x="1314" y="2678"/>
                      <a:pt x="1618" y="2404"/>
                      <a:pt x="1709" y="2100"/>
                    </a:cubicBezTo>
                    <a:cubicBezTo>
                      <a:pt x="1801" y="1766"/>
                      <a:pt x="1770" y="1371"/>
                      <a:pt x="1679" y="1006"/>
                    </a:cubicBezTo>
                    <a:cubicBezTo>
                      <a:pt x="1562" y="569"/>
                      <a:pt x="1362" y="215"/>
                      <a:pt x="916" y="80"/>
                    </a:cubicBezTo>
                    <a:lnTo>
                      <a:pt x="916" y="80"/>
                    </a:lnTo>
                    <a:cubicBezTo>
                      <a:pt x="818" y="29"/>
                      <a:pt x="713" y="1"/>
                      <a:pt x="6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082;p20"/>
              <p:cNvSpPr/>
              <p:nvPr/>
            </p:nvSpPr>
            <p:spPr>
              <a:xfrm rot="-7016196">
                <a:off x="3373651" y="4300633"/>
                <a:ext cx="50800" cy="60874"/>
              </a:xfrm>
              <a:custGeom>
                <a:avLst/>
                <a:gdLst/>
                <a:ahLst/>
                <a:cxnLst/>
                <a:rect l="l" t="t" r="r" b="b"/>
                <a:pathLst>
                  <a:path w="2032" h="2435" extrusionOk="0">
                    <a:moveTo>
                      <a:pt x="665" y="0"/>
                    </a:moveTo>
                    <a:cubicBezTo>
                      <a:pt x="603" y="0"/>
                      <a:pt x="526" y="29"/>
                      <a:pt x="482" y="73"/>
                    </a:cubicBezTo>
                    <a:cubicBezTo>
                      <a:pt x="435" y="143"/>
                      <a:pt x="407" y="195"/>
                      <a:pt x="368" y="256"/>
                    </a:cubicBezTo>
                    <a:lnTo>
                      <a:pt x="368" y="256"/>
                    </a:lnTo>
                    <a:cubicBezTo>
                      <a:pt x="1" y="655"/>
                      <a:pt x="160" y="1341"/>
                      <a:pt x="269" y="1806"/>
                    </a:cubicBezTo>
                    <a:cubicBezTo>
                      <a:pt x="330" y="2079"/>
                      <a:pt x="603" y="2353"/>
                      <a:pt x="877" y="2414"/>
                    </a:cubicBezTo>
                    <a:cubicBezTo>
                      <a:pt x="974" y="2424"/>
                      <a:pt x="1066" y="2435"/>
                      <a:pt x="1156" y="2435"/>
                    </a:cubicBezTo>
                    <a:cubicBezTo>
                      <a:pt x="1319" y="2435"/>
                      <a:pt x="1469" y="2399"/>
                      <a:pt x="1606" y="2262"/>
                    </a:cubicBezTo>
                    <a:lnTo>
                      <a:pt x="1698" y="2201"/>
                    </a:lnTo>
                    <a:cubicBezTo>
                      <a:pt x="1910" y="2018"/>
                      <a:pt x="2032" y="1654"/>
                      <a:pt x="1910" y="1380"/>
                    </a:cubicBezTo>
                    <a:cubicBezTo>
                      <a:pt x="1796" y="1061"/>
                      <a:pt x="1700" y="777"/>
                      <a:pt x="1492" y="539"/>
                    </a:cubicBezTo>
                    <a:lnTo>
                      <a:pt x="1492" y="539"/>
                    </a:lnTo>
                    <a:lnTo>
                      <a:pt x="1515" y="559"/>
                    </a:lnTo>
                    <a:cubicBezTo>
                      <a:pt x="1359" y="326"/>
                      <a:pt x="1181" y="114"/>
                      <a:pt x="924" y="76"/>
                    </a:cubicBezTo>
                    <a:lnTo>
                      <a:pt x="924" y="76"/>
                    </a:lnTo>
                    <a:cubicBezTo>
                      <a:pt x="864" y="50"/>
                      <a:pt x="801" y="31"/>
                      <a:pt x="725" y="12"/>
                    </a:cubicBezTo>
                    <a:cubicBezTo>
                      <a:pt x="709" y="4"/>
                      <a:pt x="688" y="0"/>
                      <a:pt x="6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083;p20"/>
              <p:cNvSpPr/>
              <p:nvPr/>
            </p:nvSpPr>
            <p:spPr>
              <a:xfrm rot="-7016196">
                <a:off x="3492409" y="4449431"/>
                <a:ext cx="44100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369" extrusionOk="0">
                    <a:moveTo>
                      <a:pt x="882" y="1"/>
                    </a:moveTo>
                    <a:cubicBezTo>
                      <a:pt x="0" y="1"/>
                      <a:pt x="0" y="1368"/>
                      <a:pt x="882" y="1368"/>
                    </a:cubicBezTo>
                    <a:cubicBezTo>
                      <a:pt x="1763" y="1368"/>
                      <a:pt x="1763" y="1"/>
                      <a:pt x="8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084;p20"/>
              <p:cNvSpPr/>
              <p:nvPr/>
            </p:nvSpPr>
            <p:spPr>
              <a:xfrm rot="-7016196">
                <a:off x="3599961" y="4428652"/>
                <a:ext cx="57774" cy="10334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134" extrusionOk="0">
                    <a:moveTo>
                      <a:pt x="1228" y="0"/>
                    </a:moveTo>
                    <a:cubicBezTo>
                      <a:pt x="1102" y="0"/>
                      <a:pt x="977" y="49"/>
                      <a:pt x="882" y="163"/>
                    </a:cubicBezTo>
                    <a:cubicBezTo>
                      <a:pt x="669" y="436"/>
                      <a:pt x="578" y="740"/>
                      <a:pt x="396" y="1044"/>
                    </a:cubicBezTo>
                    <a:cubicBezTo>
                      <a:pt x="152" y="1531"/>
                      <a:pt x="0" y="1804"/>
                      <a:pt x="92" y="2382"/>
                    </a:cubicBezTo>
                    <a:cubicBezTo>
                      <a:pt x="213" y="3142"/>
                      <a:pt x="730" y="3689"/>
                      <a:pt x="1368" y="4053"/>
                    </a:cubicBezTo>
                    <a:cubicBezTo>
                      <a:pt x="1466" y="4102"/>
                      <a:pt x="1572" y="4134"/>
                      <a:pt x="1678" y="4134"/>
                    </a:cubicBezTo>
                    <a:cubicBezTo>
                      <a:pt x="1770" y="4134"/>
                      <a:pt x="1861" y="4110"/>
                      <a:pt x="1946" y="4053"/>
                    </a:cubicBezTo>
                    <a:cubicBezTo>
                      <a:pt x="2311" y="3810"/>
                      <a:pt x="2219" y="3324"/>
                      <a:pt x="2189" y="2929"/>
                    </a:cubicBezTo>
                    <a:cubicBezTo>
                      <a:pt x="2128" y="2534"/>
                      <a:pt x="2159" y="2138"/>
                      <a:pt x="2067" y="1713"/>
                    </a:cubicBezTo>
                    <a:cubicBezTo>
                      <a:pt x="2007" y="1500"/>
                      <a:pt x="1824" y="1348"/>
                      <a:pt x="1763" y="1135"/>
                    </a:cubicBezTo>
                    <a:cubicBezTo>
                      <a:pt x="1703" y="983"/>
                      <a:pt x="1794" y="710"/>
                      <a:pt x="1794" y="528"/>
                    </a:cubicBezTo>
                    <a:cubicBezTo>
                      <a:pt x="1794" y="235"/>
                      <a:pt x="1507" y="0"/>
                      <a:pt x="12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20"/>
              <p:cNvSpPr/>
              <p:nvPr/>
            </p:nvSpPr>
            <p:spPr>
              <a:xfrm rot="-7016196">
                <a:off x="3540382" y="4291259"/>
                <a:ext cx="41825" cy="79624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3185" extrusionOk="0">
                    <a:moveTo>
                      <a:pt x="836" y="0"/>
                    </a:moveTo>
                    <a:cubicBezTo>
                      <a:pt x="555" y="0"/>
                      <a:pt x="274" y="160"/>
                      <a:pt x="213" y="479"/>
                    </a:cubicBezTo>
                    <a:lnTo>
                      <a:pt x="183" y="479"/>
                    </a:lnTo>
                    <a:cubicBezTo>
                      <a:pt x="152" y="570"/>
                      <a:pt x="91" y="661"/>
                      <a:pt x="61" y="783"/>
                    </a:cubicBezTo>
                    <a:cubicBezTo>
                      <a:pt x="31" y="904"/>
                      <a:pt x="31" y="1026"/>
                      <a:pt x="31" y="1148"/>
                    </a:cubicBezTo>
                    <a:cubicBezTo>
                      <a:pt x="0" y="1360"/>
                      <a:pt x="0" y="1603"/>
                      <a:pt x="0" y="1816"/>
                    </a:cubicBezTo>
                    <a:cubicBezTo>
                      <a:pt x="31" y="2090"/>
                      <a:pt x="152" y="2242"/>
                      <a:pt x="243" y="2485"/>
                    </a:cubicBezTo>
                    <a:cubicBezTo>
                      <a:pt x="335" y="2667"/>
                      <a:pt x="395" y="2850"/>
                      <a:pt x="517" y="3002"/>
                    </a:cubicBezTo>
                    <a:cubicBezTo>
                      <a:pt x="593" y="3123"/>
                      <a:pt x="715" y="3184"/>
                      <a:pt x="836" y="3184"/>
                    </a:cubicBezTo>
                    <a:cubicBezTo>
                      <a:pt x="958" y="3184"/>
                      <a:pt x="1079" y="3123"/>
                      <a:pt x="1155" y="3002"/>
                    </a:cubicBezTo>
                    <a:cubicBezTo>
                      <a:pt x="1277" y="2850"/>
                      <a:pt x="1338" y="2667"/>
                      <a:pt x="1398" y="2485"/>
                    </a:cubicBezTo>
                    <a:cubicBezTo>
                      <a:pt x="1520" y="2242"/>
                      <a:pt x="1611" y="2090"/>
                      <a:pt x="1642" y="1816"/>
                    </a:cubicBezTo>
                    <a:cubicBezTo>
                      <a:pt x="1672" y="1603"/>
                      <a:pt x="1672" y="1360"/>
                      <a:pt x="1642" y="1148"/>
                    </a:cubicBezTo>
                    <a:cubicBezTo>
                      <a:pt x="1642" y="1026"/>
                      <a:pt x="1611" y="904"/>
                      <a:pt x="1611" y="783"/>
                    </a:cubicBezTo>
                    <a:cubicBezTo>
                      <a:pt x="1550" y="692"/>
                      <a:pt x="1520" y="570"/>
                      <a:pt x="1459" y="479"/>
                    </a:cubicBezTo>
                    <a:cubicBezTo>
                      <a:pt x="1398" y="160"/>
                      <a:pt x="1117" y="0"/>
                      <a:pt x="8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20"/>
              <p:cNvSpPr/>
              <p:nvPr/>
            </p:nvSpPr>
            <p:spPr>
              <a:xfrm rot="-7016196">
                <a:off x="3265120" y="4146630"/>
                <a:ext cx="42600" cy="475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903" extrusionOk="0">
                    <a:moveTo>
                      <a:pt x="1000" y="0"/>
                    </a:moveTo>
                    <a:cubicBezTo>
                      <a:pt x="766" y="0"/>
                      <a:pt x="539" y="119"/>
                      <a:pt x="427" y="321"/>
                    </a:cubicBezTo>
                    <a:cubicBezTo>
                      <a:pt x="305" y="503"/>
                      <a:pt x="214" y="686"/>
                      <a:pt x="123" y="898"/>
                    </a:cubicBezTo>
                    <a:cubicBezTo>
                      <a:pt x="31" y="1081"/>
                      <a:pt x="1" y="1233"/>
                      <a:pt x="62" y="1415"/>
                    </a:cubicBezTo>
                    <a:cubicBezTo>
                      <a:pt x="92" y="1567"/>
                      <a:pt x="214" y="1750"/>
                      <a:pt x="366" y="1810"/>
                    </a:cubicBezTo>
                    <a:cubicBezTo>
                      <a:pt x="469" y="1872"/>
                      <a:pt x="586" y="1903"/>
                      <a:pt x="705" y="1903"/>
                    </a:cubicBezTo>
                    <a:cubicBezTo>
                      <a:pt x="934" y="1903"/>
                      <a:pt x="1168" y="1788"/>
                      <a:pt x="1308" y="1567"/>
                    </a:cubicBezTo>
                    <a:cubicBezTo>
                      <a:pt x="1430" y="1354"/>
                      <a:pt x="1521" y="1081"/>
                      <a:pt x="1642" y="838"/>
                    </a:cubicBezTo>
                    <a:cubicBezTo>
                      <a:pt x="1703" y="686"/>
                      <a:pt x="1642" y="443"/>
                      <a:pt x="1551" y="321"/>
                    </a:cubicBezTo>
                    <a:cubicBezTo>
                      <a:pt x="1490" y="199"/>
                      <a:pt x="1369" y="108"/>
                      <a:pt x="1247" y="47"/>
                    </a:cubicBezTo>
                    <a:cubicBezTo>
                      <a:pt x="1167" y="15"/>
                      <a:pt x="1083" y="0"/>
                      <a:pt x="10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20"/>
              <p:cNvSpPr/>
              <p:nvPr/>
            </p:nvSpPr>
            <p:spPr>
              <a:xfrm rot="-7016196">
                <a:off x="3113739" y="4681895"/>
                <a:ext cx="50800" cy="60874"/>
              </a:xfrm>
              <a:custGeom>
                <a:avLst/>
                <a:gdLst/>
                <a:ahLst/>
                <a:cxnLst/>
                <a:rect l="l" t="t" r="r" b="b"/>
                <a:pathLst>
                  <a:path w="2032" h="2435" extrusionOk="0">
                    <a:moveTo>
                      <a:pt x="665" y="0"/>
                    </a:moveTo>
                    <a:cubicBezTo>
                      <a:pt x="603" y="0"/>
                      <a:pt x="526" y="29"/>
                      <a:pt x="482" y="73"/>
                    </a:cubicBezTo>
                    <a:cubicBezTo>
                      <a:pt x="435" y="143"/>
                      <a:pt x="407" y="195"/>
                      <a:pt x="368" y="256"/>
                    </a:cubicBezTo>
                    <a:lnTo>
                      <a:pt x="368" y="256"/>
                    </a:lnTo>
                    <a:cubicBezTo>
                      <a:pt x="1" y="655"/>
                      <a:pt x="160" y="1341"/>
                      <a:pt x="269" y="1806"/>
                    </a:cubicBezTo>
                    <a:cubicBezTo>
                      <a:pt x="330" y="2079"/>
                      <a:pt x="603" y="2353"/>
                      <a:pt x="877" y="2414"/>
                    </a:cubicBezTo>
                    <a:cubicBezTo>
                      <a:pt x="974" y="2424"/>
                      <a:pt x="1066" y="2435"/>
                      <a:pt x="1156" y="2435"/>
                    </a:cubicBezTo>
                    <a:cubicBezTo>
                      <a:pt x="1319" y="2435"/>
                      <a:pt x="1469" y="2399"/>
                      <a:pt x="1606" y="2262"/>
                    </a:cubicBezTo>
                    <a:lnTo>
                      <a:pt x="1698" y="2201"/>
                    </a:lnTo>
                    <a:cubicBezTo>
                      <a:pt x="1910" y="2018"/>
                      <a:pt x="2032" y="1654"/>
                      <a:pt x="1910" y="1380"/>
                    </a:cubicBezTo>
                    <a:cubicBezTo>
                      <a:pt x="1796" y="1061"/>
                      <a:pt x="1700" y="777"/>
                      <a:pt x="1492" y="539"/>
                    </a:cubicBezTo>
                    <a:lnTo>
                      <a:pt x="1492" y="539"/>
                    </a:lnTo>
                    <a:lnTo>
                      <a:pt x="1515" y="559"/>
                    </a:lnTo>
                    <a:cubicBezTo>
                      <a:pt x="1359" y="326"/>
                      <a:pt x="1181" y="114"/>
                      <a:pt x="924" y="76"/>
                    </a:cubicBezTo>
                    <a:lnTo>
                      <a:pt x="924" y="76"/>
                    </a:lnTo>
                    <a:cubicBezTo>
                      <a:pt x="864" y="50"/>
                      <a:pt x="801" y="31"/>
                      <a:pt x="725" y="12"/>
                    </a:cubicBezTo>
                    <a:cubicBezTo>
                      <a:pt x="709" y="4"/>
                      <a:pt x="688" y="0"/>
                      <a:pt x="6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5" name="Google Shape;3715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16" name="Google Shape;3716;p25"/>
          <p:cNvSpPr txBox="1">
            <a:spLocks noGrp="1"/>
          </p:cNvSpPr>
          <p:nvPr>
            <p:ph type="subTitle" idx="1"/>
          </p:nvPr>
        </p:nvSpPr>
        <p:spPr>
          <a:xfrm>
            <a:off x="937625" y="3107599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17" name="Google Shape;3717;p25"/>
          <p:cNvSpPr txBox="1">
            <a:spLocks noGrp="1"/>
          </p:cNvSpPr>
          <p:nvPr>
            <p:ph type="subTitle" idx="2"/>
          </p:nvPr>
        </p:nvSpPr>
        <p:spPr>
          <a:xfrm>
            <a:off x="3484350" y="3107599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18" name="Google Shape;3718;p25"/>
          <p:cNvSpPr txBox="1">
            <a:spLocks noGrp="1"/>
          </p:cNvSpPr>
          <p:nvPr>
            <p:ph type="subTitle" idx="3"/>
          </p:nvPr>
        </p:nvSpPr>
        <p:spPr>
          <a:xfrm>
            <a:off x="6031075" y="3107599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19" name="Google Shape;3719;p25"/>
          <p:cNvSpPr txBox="1">
            <a:spLocks noGrp="1"/>
          </p:cNvSpPr>
          <p:nvPr>
            <p:ph type="subTitle" idx="4"/>
          </p:nvPr>
        </p:nvSpPr>
        <p:spPr>
          <a:xfrm>
            <a:off x="937625" y="2342578"/>
            <a:ext cx="2175300" cy="8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20" name="Google Shape;3720;p25"/>
          <p:cNvSpPr txBox="1">
            <a:spLocks noGrp="1"/>
          </p:cNvSpPr>
          <p:nvPr>
            <p:ph type="subTitle" idx="5"/>
          </p:nvPr>
        </p:nvSpPr>
        <p:spPr>
          <a:xfrm>
            <a:off x="3484350" y="2342578"/>
            <a:ext cx="2175300" cy="8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21" name="Google Shape;3721;p25"/>
          <p:cNvSpPr txBox="1">
            <a:spLocks noGrp="1"/>
          </p:cNvSpPr>
          <p:nvPr>
            <p:ph type="subTitle" idx="6"/>
          </p:nvPr>
        </p:nvSpPr>
        <p:spPr>
          <a:xfrm>
            <a:off x="6031075" y="2342578"/>
            <a:ext cx="2175300" cy="8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3722" name="Google Shape;3722;p25"/>
          <p:cNvGrpSpPr/>
          <p:nvPr/>
        </p:nvGrpSpPr>
        <p:grpSpPr>
          <a:xfrm>
            <a:off x="-654773" y="3642311"/>
            <a:ext cx="10324398" cy="2154808"/>
            <a:chOff x="-479998" y="3656311"/>
            <a:chExt cx="10324398" cy="2154808"/>
          </a:xfrm>
        </p:grpSpPr>
        <p:grpSp>
          <p:nvGrpSpPr>
            <p:cNvPr id="3723" name="Google Shape;3723;p25"/>
            <p:cNvGrpSpPr/>
            <p:nvPr/>
          </p:nvGrpSpPr>
          <p:grpSpPr>
            <a:xfrm>
              <a:off x="6700888" y="4070965"/>
              <a:ext cx="3143513" cy="1366585"/>
              <a:chOff x="6700888" y="4070965"/>
              <a:chExt cx="3143513" cy="1366585"/>
            </a:xfrm>
          </p:grpSpPr>
          <p:sp>
            <p:nvSpPr>
              <p:cNvPr id="3724" name="Google Shape;3724;p25"/>
              <p:cNvSpPr/>
              <p:nvPr/>
            </p:nvSpPr>
            <p:spPr>
              <a:xfrm flipH="1">
                <a:off x="8149075" y="4350725"/>
                <a:ext cx="1695325" cy="1086825"/>
              </a:xfrm>
              <a:custGeom>
                <a:avLst/>
                <a:gdLst/>
                <a:ahLst/>
                <a:cxnLst/>
                <a:rect l="l" t="t" r="r" b="b"/>
                <a:pathLst>
                  <a:path w="67813" h="43473" extrusionOk="0">
                    <a:moveTo>
                      <a:pt x="6360" y="0"/>
                    </a:moveTo>
                    <a:cubicBezTo>
                      <a:pt x="4030" y="0"/>
                      <a:pt x="2741" y="929"/>
                      <a:pt x="1611" y="2772"/>
                    </a:cubicBezTo>
                    <a:cubicBezTo>
                      <a:pt x="243" y="5021"/>
                      <a:pt x="183" y="7817"/>
                      <a:pt x="152" y="10462"/>
                    </a:cubicBezTo>
                    <a:cubicBezTo>
                      <a:pt x="61" y="18760"/>
                      <a:pt x="0" y="27179"/>
                      <a:pt x="1976" y="35265"/>
                    </a:cubicBezTo>
                    <a:cubicBezTo>
                      <a:pt x="2462" y="37301"/>
                      <a:pt x="3161" y="39429"/>
                      <a:pt x="4863" y="40675"/>
                    </a:cubicBezTo>
                    <a:cubicBezTo>
                      <a:pt x="6110" y="41587"/>
                      <a:pt x="7751" y="41860"/>
                      <a:pt x="9301" y="42073"/>
                    </a:cubicBezTo>
                    <a:cubicBezTo>
                      <a:pt x="16208" y="43008"/>
                      <a:pt x="23184" y="43472"/>
                      <a:pt x="30161" y="43472"/>
                    </a:cubicBezTo>
                    <a:cubicBezTo>
                      <a:pt x="40654" y="43472"/>
                      <a:pt x="51151" y="42422"/>
                      <a:pt x="61430" y="40341"/>
                    </a:cubicBezTo>
                    <a:cubicBezTo>
                      <a:pt x="63649" y="39885"/>
                      <a:pt x="66141" y="39186"/>
                      <a:pt x="67175" y="37149"/>
                    </a:cubicBezTo>
                    <a:cubicBezTo>
                      <a:pt x="67813" y="35872"/>
                      <a:pt x="67691" y="34353"/>
                      <a:pt x="67357" y="32985"/>
                    </a:cubicBezTo>
                    <a:cubicBezTo>
                      <a:pt x="66141" y="28122"/>
                      <a:pt x="62038" y="24079"/>
                      <a:pt x="57174" y="22924"/>
                    </a:cubicBezTo>
                    <a:cubicBezTo>
                      <a:pt x="55624" y="22559"/>
                      <a:pt x="53983" y="22438"/>
                      <a:pt x="52524" y="21739"/>
                    </a:cubicBezTo>
                    <a:cubicBezTo>
                      <a:pt x="47721" y="19428"/>
                      <a:pt x="46840" y="11556"/>
                      <a:pt x="41581" y="10675"/>
                    </a:cubicBezTo>
                    <a:cubicBezTo>
                      <a:pt x="39940" y="10401"/>
                      <a:pt x="37752" y="10705"/>
                      <a:pt x="37053" y="9185"/>
                    </a:cubicBezTo>
                    <a:cubicBezTo>
                      <a:pt x="36657" y="8334"/>
                      <a:pt x="36992" y="7361"/>
                      <a:pt x="37022" y="6450"/>
                    </a:cubicBezTo>
                    <a:cubicBezTo>
                      <a:pt x="37053" y="4443"/>
                      <a:pt x="35472" y="2681"/>
                      <a:pt x="33648" y="1860"/>
                    </a:cubicBezTo>
                    <a:cubicBezTo>
                      <a:pt x="31794" y="1070"/>
                      <a:pt x="29727" y="1009"/>
                      <a:pt x="27721" y="948"/>
                    </a:cubicBezTo>
                    <a:cubicBezTo>
                      <a:pt x="23070" y="857"/>
                      <a:pt x="18420" y="735"/>
                      <a:pt x="13800" y="644"/>
                    </a:cubicBezTo>
                    <a:cubicBezTo>
                      <a:pt x="11247" y="583"/>
                      <a:pt x="10791" y="553"/>
                      <a:pt x="8207" y="158"/>
                    </a:cubicBezTo>
                    <a:cubicBezTo>
                      <a:pt x="7525" y="53"/>
                      <a:pt x="6913" y="0"/>
                      <a:pt x="6360" y="0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725" name="Google Shape;3725;p25"/>
              <p:cNvGrpSpPr/>
              <p:nvPr/>
            </p:nvGrpSpPr>
            <p:grpSpPr>
              <a:xfrm>
                <a:off x="8079785" y="4070965"/>
                <a:ext cx="822293" cy="608113"/>
                <a:chOff x="2865710" y="4140652"/>
                <a:chExt cx="822293" cy="608113"/>
              </a:xfrm>
            </p:grpSpPr>
            <p:sp>
              <p:nvSpPr>
                <p:cNvPr id="3726" name="Google Shape;3726;p25"/>
                <p:cNvSpPr/>
                <p:nvPr/>
              </p:nvSpPr>
              <p:spPr>
                <a:xfrm rot="-7016196">
                  <a:off x="3007886" y="4562827"/>
                  <a:ext cx="57774" cy="103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4134" extrusionOk="0">
                      <a:moveTo>
                        <a:pt x="1228" y="0"/>
                      </a:moveTo>
                      <a:cubicBezTo>
                        <a:pt x="1102" y="0"/>
                        <a:pt x="977" y="49"/>
                        <a:pt x="882" y="163"/>
                      </a:cubicBezTo>
                      <a:cubicBezTo>
                        <a:pt x="669" y="436"/>
                        <a:pt x="578" y="740"/>
                        <a:pt x="396" y="1044"/>
                      </a:cubicBezTo>
                      <a:cubicBezTo>
                        <a:pt x="152" y="1531"/>
                        <a:pt x="0" y="1804"/>
                        <a:pt x="92" y="2382"/>
                      </a:cubicBezTo>
                      <a:cubicBezTo>
                        <a:pt x="213" y="3142"/>
                        <a:pt x="730" y="3689"/>
                        <a:pt x="1368" y="4053"/>
                      </a:cubicBezTo>
                      <a:cubicBezTo>
                        <a:pt x="1466" y="4102"/>
                        <a:pt x="1572" y="4134"/>
                        <a:pt x="1678" y="4134"/>
                      </a:cubicBezTo>
                      <a:cubicBezTo>
                        <a:pt x="1770" y="4134"/>
                        <a:pt x="1861" y="4110"/>
                        <a:pt x="1946" y="4053"/>
                      </a:cubicBezTo>
                      <a:cubicBezTo>
                        <a:pt x="2311" y="3810"/>
                        <a:pt x="2219" y="3324"/>
                        <a:pt x="2189" y="2929"/>
                      </a:cubicBezTo>
                      <a:cubicBezTo>
                        <a:pt x="2128" y="2534"/>
                        <a:pt x="2159" y="2138"/>
                        <a:pt x="2067" y="1713"/>
                      </a:cubicBezTo>
                      <a:cubicBezTo>
                        <a:pt x="2007" y="1500"/>
                        <a:pt x="1824" y="1348"/>
                        <a:pt x="1763" y="1135"/>
                      </a:cubicBezTo>
                      <a:cubicBezTo>
                        <a:pt x="1703" y="983"/>
                        <a:pt x="1794" y="710"/>
                        <a:pt x="1794" y="528"/>
                      </a:cubicBezTo>
                      <a:cubicBezTo>
                        <a:pt x="1794" y="235"/>
                        <a:pt x="1507" y="0"/>
                        <a:pt x="122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7" name="Google Shape;3727;p25"/>
                <p:cNvSpPr/>
                <p:nvPr/>
              </p:nvSpPr>
              <p:spPr>
                <a:xfrm rot="-7016196">
                  <a:off x="2966336" y="4516401"/>
                  <a:ext cx="45025" cy="66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1" h="2678" extrusionOk="0">
                      <a:moveTo>
                        <a:pt x="607" y="1"/>
                      </a:moveTo>
                      <a:cubicBezTo>
                        <a:pt x="518" y="1"/>
                        <a:pt x="428" y="21"/>
                        <a:pt x="342" y="64"/>
                      </a:cubicBezTo>
                      <a:cubicBezTo>
                        <a:pt x="145" y="204"/>
                        <a:pt x="0" y="474"/>
                        <a:pt x="51" y="706"/>
                      </a:cubicBezTo>
                      <a:lnTo>
                        <a:pt x="51" y="706"/>
                      </a:lnTo>
                      <a:cubicBezTo>
                        <a:pt x="11" y="957"/>
                        <a:pt x="85" y="1124"/>
                        <a:pt x="159" y="1371"/>
                      </a:cubicBezTo>
                      <a:cubicBezTo>
                        <a:pt x="190" y="1553"/>
                        <a:pt x="190" y="1705"/>
                        <a:pt x="190" y="1888"/>
                      </a:cubicBezTo>
                      <a:cubicBezTo>
                        <a:pt x="190" y="2283"/>
                        <a:pt x="433" y="2496"/>
                        <a:pt x="767" y="2648"/>
                      </a:cubicBezTo>
                      <a:cubicBezTo>
                        <a:pt x="797" y="2678"/>
                        <a:pt x="889" y="2678"/>
                        <a:pt x="949" y="2678"/>
                      </a:cubicBezTo>
                      <a:cubicBezTo>
                        <a:pt x="1314" y="2678"/>
                        <a:pt x="1618" y="2404"/>
                        <a:pt x="1709" y="2100"/>
                      </a:cubicBezTo>
                      <a:cubicBezTo>
                        <a:pt x="1801" y="1766"/>
                        <a:pt x="1770" y="1371"/>
                        <a:pt x="1679" y="1006"/>
                      </a:cubicBezTo>
                      <a:cubicBezTo>
                        <a:pt x="1562" y="569"/>
                        <a:pt x="1362" y="215"/>
                        <a:pt x="916" y="80"/>
                      </a:cubicBezTo>
                      <a:lnTo>
                        <a:pt x="916" y="80"/>
                      </a:lnTo>
                      <a:cubicBezTo>
                        <a:pt x="818" y="29"/>
                        <a:pt x="713" y="1"/>
                        <a:pt x="60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8" name="Google Shape;3728;p25"/>
                <p:cNvSpPr/>
                <p:nvPr/>
              </p:nvSpPr>
              <p:spPr>
                <a:xfrm rot="-7016196">
                  <a:off x="3030704" y="4450217"/>
                  <a:ext cx="29675" cy="3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307" extrusionOk="0">
                      <a:moveTo>
                        <a:pt x="799" y="0"/>
                      </a:moveTo>
                      <a:cubicBezTo>
                        <a:pt x="710" y="0"/>
                        <a:pt x="618" y="39"/>
                        <a:pt x="553" y="133"/>
                      </a:cubicBezTo>
                      <a:cubicBezTo>
                        <a:pt x="461" y="285"/>
                        <a:pt x="340" y="437"/>
                        <a:pt x="249" y="619"/>
                      </a:cubicBezTo>
                      <a:cubicBezTo>
                        <a:pt x="218" y="680"/>
                        <a:pt x="188" y="741"/>
                        <a:pt x="157" y="832"/>
                      </a:cubicBezTo>
                      <a:cubicBezTo>
                        <a:pt x="127" y="923"/>
                        <a:pt x="97" y="984"/>
                        <a:pt x="66" y="1075"/>
                      </a:cubicBezTo>
                      <a:cubicBezTo>
                        <a:pt x="1" y="1206"/>
                        <a:pt x="124" y="1306"/>
                        <a:pt x="244" y="1306"/>
                      </a:cubicBezTo>
                      <a:cubicBezTo>
                        <a:pt x="290" y="1306"/>
                        <a:pt x="336" y="1291"/>
                        <a:pt x="370" y="1257"/>
                      </a:cubicBezTo>
                      <a:cubicBezTo>
                        <a:pt x="492" y="1136"/>
                        <a:pt x="644" y="1014"/>
                        <a:pt x="735" y="862"/>
                      </a:cubicBezTo>
                      <a:cubicBezTo>
                        <a:pt x="857" y="710"/>
                        <a:pt x="948" y="558"/>
                        <a:pt x="1039" y="406"/>
                      </a:cubicBezTo>
                      <a:cubicBezTo>
                        <a:pt x="1186" y="196"/>
                        <a:pt x="999" y="0"/>
                        <a:pt x="79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9" name="Google Shape;3729;p25"/>
                <p:cNvSpPr/>
                <p:nvPr/>
              </p:nvSpPr>
              <p:spPr>
                <a:xfrm rot="-7016196">
                  <a:off x="3121320" y="4409859"/>
                  <a:ext cx="41825" cy="7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" h="3185" extrusionOk="0">
                      <a:moveTo>
                        <a:pt x="836" y="0"/>
                      </a:moveTo>
                      <a:cubicBezTo>
                        <a:pt x="555" y="0"/>
                        <a:pt x="274" y="160"/>
                        <a:pt x="213" y="479"/>
                      </a:cubicBezTo>
                      <a:lnTo>
                        <a:pt x="183" y="479"/>
                      </a:lnTo>
                      <a:cubicBezTo>
                        <a:pt x="152" y="570"/>
                        <a:pt x="91" y="661"/>
                        <a:pt x="61" y="783"/>
                      </a:cubicBezTo>
                      <a:cubicBezTo>
                        <a:pt x="31" y="904"/>
                        <a:pt x="31" y="1026"/>
                        <a:pt x="31" y="1148"/>
                      </a:cubicBezTo>
                      <a:cubicBezTo>
                        <a:pt x="0" y="1360"/>
                        <a:pt x="0" y="1603"/>
                        <a:pt x="0" y="1816"/>
                      </a:cubicBezTo>
                      <a:cubicBezTo>
                        <a:pt x="31" y="2090"/>
                        <a:pt x="152" y="2242"/>
                        <a:pt x="243" y="2485"/>
                      </a:cubicBezTo>
                      <a:cubicBezTo>
                        <a:pt x="335" y="2667"/>
                        <a:pt x="395" y="2850"/>
                        <a:pt x="517" y="3002"/>
                      </a:cubicBezTo>
                      <a:cubicBezTo>
                        <a:pt x="593" y="3123"/>
                        <a:pt x="715" y="3184"/>
                        <a:pt x="836" y="3184"/>
                      </a:cubicBezTo>
                      <a:cubicBezTo>
                        <a:pt x="958" y="3184"/>
                        <a:pt x="1079" y="3123"/>
                        <a:pt x="1155" y="3002"/>
                      </a:cubicBezTo>
                      <a:cubicBezTo>
                        <a:pt x="1277" y="2850"/>
                        <a:pt x="1338" y="2667"/>
                        <a:pt x="1398" y="2485"/>
                      </a:cubicBezTo>
                      <a:cubicBezTo>
                        <a:pt x="1520" y="2242"/>
                        <a:pt x="1611" y="2090"/>
                        <a:pt x="1642" y="1816"/>
                      </a:cubicBezTo>
                      <a:cubicBezTo>
                        <a:pt x="1672" y="1603"/>
                        <a:pt x="1672" y="1360"/>
                        <a:pt x="1642" y="1148"/>
                      </a:cubicBezTo>
                      <a:cubicBezTo>
                        <a:pt x="1642" y="1026"/>
                        <a:pt x="1611" y="904"/>
                        <a:pt x="1611" y="783"/>
                      </a:cubicBezTo>
                      <a:cubicBezTo>
                        <a:pt x="1550" y="692"/>
                        <a:pt x="1520" y="570"/>
                        <a:pt x="1459" y="479"/>
                      </a:cubicBezTo>
                      <a:cubicBezTo>
                        <a:pt x="1398" y="160"/>
                        <a:pt x="1117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0" name="Google Shape;3730;p25"/>
                <p:cNvSpPr/>
                <p:nvPr/>
              </p:nvSpPr>
              <p:spPr>
                <a:xfrm rot="-7016196">
                  <a:off x="3135058" y="4522280"/>
                  <a:ext cx="42600" cy="4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" h="1903" extrusionOk="0">
                      <a:moveTo>
                        <a:pt x="1000" y="0"/>
                      </a:moveTo>
                      <a:cubicBezTo>
                        <a:pt x="766" y="0"/>
                        <a:pt x="539" y="119"/>
                        <a:pt x="427" y="321"/>
                      </a:cubicBezTo>
                      <a:cubicBezTo>
                        <a:pt x="305" y="503"/>
                        <a:pt x="214" y="686"/>
                        <a:pt x="123" y="898"/>
                      </a:cubicBezTo>
                      <a:cubicBezTo>
                        <a:pt x="31" y="1081"/>
                        <a:pt x="1" y="1233"/>
                        <a:pt x="62" y="1415"/>
                      </a:cubicBezTo>
                      <a:cubicBezTo>
                        <a:pt x="92" y="1567"/>
                        <a:pt x="214" y="1750"/>
                        <a:pt x="366" y="1810"/>
                      </a:cubicBezTo>
                      <a:cubicBezTo>
                        <a:pt x="469" y="1872"/>
                        <a:pt x="586" y="1903"/>
                        <a:pt x="705" y="1903"/>
                      </a:cubicBezTo>
                      <a:cubicBezTo>
                        <a:pt x="934" y="1903"/>
                        <a:pt x="1168" y="1788"/>
                        <a:pt x="1308" y="1567"/>
                      </a:cubicBezTo>
                      <a:cubicBezTo>
                        <a:pt x="1430" y="1354"/>
                        <a:pt x="1521" y="1081"/>
                        <a:pt x="1642" y="838"/>
                      </a:cubicBezTo>
                      <a:cubicBezTo>
                        <a:pt x="1703" y="686"/>
                        <a:pt x="1642" y="443"/>
                        <a:pt x="1551" y="321"/>
                      </a:cubicBezTo>
                      <a:cubicBezTo>
                        <a:pt x="1490" y="199"/>
                        <a:pt x="1369" y="108"/>
                        <a:pt x="1247" y="47"/>
                      </a:cubicBezTo>
                      <a:cubicBezTo>
                        <a:pt x="1167" y="15"/>
                        <a:pt x="1083" y="0"/>
                        <a:pt x="10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1" name="Google Shape;3731;p25"/>
                <p:cNvSpPr/>
                <p:nvPr/>
              </p:nvSpPr>
              <p:spPr>
                <a:xfrm rot="-7016196">
                  <a:off x="3197074" y="4592698"/>
                  <a:ext cx="77249" cy="80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0" h="3218" extrusionOk="0">
                      <a:moveTo>
                        <a:pt x="2223" y="1"/>
                      </a:moveTo>
                      <a:cubicBezTo>
                        <a:pt x="2179" y="1"/>
                        <a:pt x="2133" y="6"/>
                        <a:pt x="2088" y="14"/>
                      </a:cubicBezTo>
                      <a:lnTo>
                        <a:pt x="2088" y="14"/>
                      </a:lnTo>
                      <a:cubicBezTo>
                        <a:pt x="2055" y="11"/>
                        <a:pt x="2022" y="9"/>
                        <a:pt x="1988" y="9"/>
                      </a:cubicBezTo>
                      <a:cubicBezTo>
                        <a:pt x="1540" y="9"/>
                        <a:pt x="1059" y="312"/>
                        <a:pt x="761" y="635"/>
                      </a:cubicBezTo>
                      <a:cubicBezTo>
                        <a:pt x="426" y="1000"/>
                        <a:pt x="153" y="1486"/>
                        <a:pt x="62" y="2003"/>
                      </a:cubicBezTo>
                      <a:cubicBezTo>
                        <a:pt x="1" y="2398"/>
                        <a:pt x="122" y="2884"/>
                        <a:pt x="518" y="3066"/>
                      </a:cubicBezTo>
                      <a:cubicBezTo>
                        <a:pt x="705" y="3170"/>
                        <a:pt x="835" y="3217"/>
                        <a:pt x="995" y="3217"/>
                      </a:cubicBezTo>
                      <a:cubicBezTo>
                        <a:pt x="1070" y="3217"/>
                        <a:pt x="1151" y="3207"/>
                        <a:pt x="1247" y="3188"/>
                      </a:cubicBezTo>
                      <a:cubicBezTo>
                        <a:pt x="1551" y="3097"/>
                        <a:pt x="1855" y="2823"/>
                        <a:pt x="1916" y="2489"/>
                      </a:cubicBezTo>
                      <a:cubicBezTo>
                        <a:pt x="1977" y="2246"/>
                        <a:pt x="2037" y="2063"/>
                        <a:pt x="2159" y="1851"/>
                      </a:cubicBezTo>
                      <a:cubicBezTo>
                        <a:pt x="2306" y="1641"/>
                        <a:pt x="2511" y="1489"/>
                        <a:pt x="2664" y="1294"/>
                      </a:cubicBezTo>
                      <a:lnTo>
                        <a:pt x="2664" y="1294"/>
                      </a:lnTo>
                      <a:cubicBezTo>
                        <a:pt x="2754" y="1216"/>
                        <a:pt x="2806" y="1134"/>
                        <a:pt x="2858" y="1030"/>
                      </a:cubicBezTo>
                      <a:cubicBezTo>
                        <a:pt x="2875" y="996"/>
                        <a:pt x="2892" y="962"/>
                        <a:pt x="2904" y="928"/>
                      </a:cubicBezTo>
                      <a:lnTo>
                        <a:pt x="2904" y="928"/>
                      </a:lnTo>
                      <a:cubicBezTo>
                        <a:pt x="3090" y="663"/>
                        <a:pt x="3032" y="225"/>
                        <a:pt x="2676" y="149"/>
                      </a:cubicBezTo>
                      <a:lnTo>
                        <a:pt x="2676" y="149"/>
                      </a:lnTo>
                      <a:cubicBezTo>
                        <a:pt x="2706" y="194"/>
                        <a:pt x="2721" y="217"/>
                        <a:pt x="2718" y="217"/>
                      </a:cubicBezTo>
                      <a:cubicBezTo>
                        <a:pt x="2714" y="217"/>
                        <a:pt x="2691" y="194"/>
                        <a:pt x="2645" y="149"/>
                      </a:cubicBezTo>
                      <a:cubicBezTo>
                        <a:pt x="2554" y="88"/>
                        <a:pt x="2463" y="57"/>
                        <a:pt x="2372" y="27"/>
                      </a:cubicBezTo>
                      <a:cubicBezTo>
                        <a:pt x="2325" y="8"/>
                        <a:pt x="2275" y="1"/>
                        <a:pt x="222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2" name="Google Shape;3732;p25"/>
                <p:cNvSpPr/>
                <p:nvPr/>
              </p:nvSpPr>
              <p:spPr>
                <a:xfrm rot="-7016196">
                  <a:off x="3225815" y="4382501"/>
                  <a:ext cx="9900" cy="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275" extrusionOk="0">
                      <a:moveTo>
                        <a:pt x="183" y="1"/>
                      </a:moveTo>
                      <a:cubicBezTo>
                        <a:pt x="0" y="1"/>
                        <a:pt x="0" y="274"/>
                        <a:pt x="183" y="274"/>
                      </a:cubicBezTo>
                      <a:cubicBezTo>
                        <a:pt x="395" y="274"/>
                        <a:pt x="395" y="1"/>
                        <a:pt x="18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3" name="Google Shape;3733;p25"/>
                <p:cNvSpPr/>
                <p:nvPr/>
              </p:nvSpPr>
              <p:spPr>
                <a:xfrm rot="-7016196">
                  <a:off x="3273269" y="4491390"/>
                  <a:ext cx="24350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581" extrusionOk="0">
                      <a:moveTo>
                        <a:pt x="487" y="0"/>
                      </a:moveTo>
                      <a:cubicBezTo>
                        <a:pt x="244" y="30"/>
                        <a:pt x="0" y="213"/>
                        <a:pt x="31" y="486"/>
                      </a:cubicBezTo>
                      <a:lnTo>
                        <a:pt x="0" y="486"/>
                      </a:lnTo>
                      <a:lnTo>
                        <a:pt x="31" y="1094"/>
                      </a:lnTo>
                      <a:cubicBezTo>
                        <a:pt x="31" y="1337"/>
                        <a:pt x="244" y="1581"/>
                        <a:pt x="487" y="1581"/>
                      </a:cubicBezTo>
                      <a:cubicBezTo>
                        <a:pt x="760" y="1550"/>
                        <a:pt x="943" y="1368"/>
                        <a:pt x="973" y="1094"/>
                      </a:cubicBezTo>
                      <a:lnTo>
                        <a:pt x="973" y="486"/>
                      </a:lnTo>
                      <a:cubicBezTo>
                        <a:pt x="973" y="243"/>
                        <a:pt x="760" y="0"/>
                        <a:pt x="48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4" name="Google Shape;3734;p25"/>
                <p:cNvSpPr/>
                <p:nvPr/>
              </p:nvSpPr>
              <p:spPr>
                <a:xfrm rot="-7016196">
                  <a:off x="3197746" y="4380793"/>
                  <a:ext cx="44100" cy="3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4" h="1369" extrusionOk="0">
                      <a:moveTo>
                        <a:pt x="882" y="1"/>
                      </a:moveTo>
                      <a:cubicBezTo>
                        <a:pt x="0" y="1"/>
                        <a:pt x="0" y="1368"/>
                        <a:pt x="882" y="1368"/>
                      </a:cubicBezTo>
                      <a:cubicBezTo>
                        <a:pt x="1763" y="1368"/>
                        <a:pt x="1763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5" name="Google Shape;3735;p25"/>
                <p:cNvSpPr/>
                <p:nvPr/>
              </p:nvSpPr>
              <p:spPr>
                <a:xfrm rot="-7016196">
                  <a:off x="2878951" y="4474420"/>
                  <a:ext cx="50800" cy="60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2435" extrusionOk="0">
                      <a:moveTo>
                        <a:pt x="665" y="0"/>
                      </a:moveTo>
                      <a:cubicBezTo>
                        <a:pt x="603" y="0"/>
                        <a:pt x="526" y="29"/>
                        <a:pt x="482" y="73"/>
                      </a:cubicBezTo>
                      <a:cubicBezTo>
                        <a:pt x="435" y="143"/>
                        <a:pt x="407" y="195"/>
                        <a:pt x="368" y="256"/>
                      </a:cubicBezTo>
                      <a:lnTo>
                        <a:pt x="368" y="256"/>
                      </a:lnTo>
                      <a:cubicBezTo>
                        <a:pt x="1" y="655"/>
                        <a:pt x="160" y="1341"/>
                        <a:pt x="269" y="1806"/>
                      </a:cubicBezTo>
                      <a:cubicBezTo>
                        <a:pt x="330" y="2079"/>
                        <a:pt x="603" y="2353"/>
                        <a:pt x="877" y="2414"/>
                      </a:cubicBezTo>
                      <a:cubicBezTo>
                        <a:pt x="974" y="2424"/>
                        <a:pt x="1066" y="2435"/>
                        <a:pt x="1156" y="2435"/>
                      </a:cubicBezTo>
                      <a:cubicBezTo>
                        <a:pt x="1319" y="2435"/>
                        <a:pt x="1469" y="2399"/>
                        <a:pt x="1606" y="2262"/>
                      </a:cubicBezTo>
                      <a:lnTo>
                        <a:pt x="1698" y="2201"/>
                      </a:lnTo>
                      <a:cubicBezTo>
                        <a:pt x="1910" y="2018"/>
                        <a:pt x="2032" y="1654"/>
                        <a:pt x="1910" y="1380"/>
                      </a:cubicBezTo>
                      <a:cubicBezTo>
                        <a:pt x="1796" y="1061"/>
                        <a:pt x="1700" y="777"/>
                        <a:pt x="1492" y="539"/>
                      </a:cubicBezTo>
                      <a:lnTo>
                        <a:pt x="1492" y="539"/>
                      </a:lnTo>
                      <a:lnTo>
                        <a:pt x="1515" y="559"/>
                      </a:lnTo>
                      <a:cubicBezTo>
                        <a:pt x="1359" y="326"/>
                        <a:pt x="1181" y="114"/>
                        <a:pt x="924" y="76"/>
                      </a:cubicBezTo>
                      <a:lnTo>
                        <a:pt x="924" y="76"/>
                      </a:lnTo>
                      <a:cubicBezTo>
                        <a:pt x="864" y="50"/>
                        <a:pt x="801" y="31"/>
                        <a:pt x="725" y="12"/>
                      </a:cubicBezTo>
                      <a:cubicBezTo>
                        <a:pt x="709" y="4"/>
                        <a:pt x="688" y="0"/>
                        <a:pt x="6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6" name="Google Shape;3736;p25"/>
                <p:cNvSpPr/>
                <p:nvPr/>
              </p:nvSpPr>
              <p:spPr>
                <a:xfrm rot="-7016196">
                  <a:off x="3000470" y="4291259"/>
                  <a:ext cx="41825" cy="7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" h="3185" extrusionOk="0">
                      <a:moveTo>
                        <a:pt x="836" y="0"/>
                      </a:moveTo>
                      <a:cubicBezTo>
                        <a:pt x="555" y="0"/>
                        <a:pt x="274" y="160"/>
                        <a:pt x="213" y="479"/>
                      </a:cubicBezTo>
                      <a:lnTo>
                        <a:pt x="183" y="479"/>
                      </a:lnTo>
                      <a:cubicBezTo>
                        <a:pt x="152" y="570"/>
                        <a:pt x="91" y="661"/>
                        <a:pt x="61" y="783"/>
                      </a:cubicBezTo>
                      <a:cubicBezTo>
                        <a:pt x="31" y="904"/>
                        <a:pt x="31" y="1026"/>
                        <a:pt x="31" y="1148"/>
                      </a:cubicBezTo>
                      <a:cubicBezTo>
                        <a:pt x="0" y="1360"/>
                        <a:pt x="0" y="1603"/>
                        <a:pt x="0" y="1816"/>
                      </a:cubicBezTo>
                      <a:cubicBezTo>
                        <a:pt x="31" y="2090"/>
                        <a:pt x="152" y="2242"/>
                        <a:pt x="243" y="2485"/>
                      </a:cubicBezTo>
                      <a:cubicBezTo>
                        <a:pt x="335" y="2667"/>
                        <a:pt x="395" y="2850"/>
                        <a:pt x="517" y="3002"/>
                      </a:cubicBezTo>
                      <a:cubicBezTo>
                        <a:pt x="593" y="3123"/>
                        <a:pt x="715" y="3184"/>
                        <a:pt x="836" y="3184"/>
                      </a:cubicBezTo>
                      <a:cubicBezTo>
                        <a:pt x="958" y="3184"/>
                        <a:pt x="1079" y="3123"/>
                        <a:pt x="1155" y="3002"/>
                      </a:cubicBezTo>
                      <a:cubicBezTo>
                        <a:pt x="1277" y="2850"/>
                        <a:pt x="1338" y="2667"/>
                        <a:pt x="1398" y="2485"/>
                      </a:cubicBezTo>
                      <a:cubicBezTo>
                        <a:pt x="1520" y="2242"/>
                        <a:pt x="1611" y="2090"/>
                        <a:pt x="1642" y="1816"/>
                      </a:cubicBezTo>
                      <a:cubicBezTo>
                        <a:pt x="1672" y="1603"/>
                        <a:pt x="1672" y="1360"/>
                        <a:pt x="1642" y="1148"/>
                      </a:cubicBezTo>
                      <a:cubicBezTo>
                        <a:pt x="1642" y="1026"/>
                        <a:pt x="1611" y="904"/>
                        <a:pt x="1611" y="783"/>
                      </a:cubicBezTo>
                      <a:cubicBezTo>
                        <a:pt x="1550" y="692"/>
                        <a:pt x="1520" y="570"/>
                        <a:pt x="1459" y="479"/>
                      </a:cubicBezTo>
                      <a:cubicBezTo>
                        <a:pt x="1398" y="160"/>
                        <a:pt x="1117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7" name="Google Shape;3737;p25"/>
                <p:cNvSpPr/>
                <p:nvPr/>
              </p:nvSpPr>
              <p:spPr>
                <a:xfrm rot="-7016196">
                  <a:off x="3351624" y="4459464"/>
                  <a:ext cx="57774" cy="103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4134" extrusionOk="0">
                      <a:moveTo>
                        <a:pt x="1228" y="0"/>
                      </a:moveTo>
                      <a:cubicBezTo>
                        <a:pt x="1102" y="0"/>
                        <a:pt x="977" y="49"/>
                        <a:pt x="882" y="163"/>
                      </a:cubicBezTo>
                      <a:cubicBezTo>
                        <a:pt x="669" y="436"/>
                        <a:pt x="578" y="740"/>
                        <a:pt x="396" y="1044"/>
                      </a:cubicBezTo>
                      <a:cubicBezTo>
                        <a:pt x="152" y="1531"/>
                        <a:pt x="0" y="1804"/>
                        <a:pt x="92" y="2382"/>
                      </a:cubicBezTo>
                      <a:cubicBezTo>
                        <a:pt x="213" y="3142"/>
                        <a:pt x="730" y="3689"/>
                        <a:pt x="1368" y="4053"/>
                      </a:cubicBezTo>
                      <a:cubicBezTo>
                        <a:pt x="1466" y="4102"/>
                        <a:pt x="1572" y="4134"/>
                        <a:pt x="1678" y="4134"/>
                      </a:cubicBezTo>
                      <a:cubicBezTo>
                        <a:pt x="1770" y="4134"/>
                        <a:pt x="1861" y="4110"/>
                        <a:pt x="1946" y="4053"/>
                      </a:cubicBezTo>
                      <a:cubicBezTo>
                        <a:pt x="2311" y="3810"/>
                        <a:pt x="2219" y="3324"/>
                        <a:pt x="2189" y="2929"/>
                      </a:cubicBezTo>
                      <a:cubicBezTo>
                        <a:pt x="2128" y="2534"/>
                        <a:pt x="2159" y="2138"/>
                        <a:pt x="2067" y="1713"/>
                      </a:cubicBezTo>
                      <a:cubicBezTo>
                        <a:pt x="2007" y="1500"/>
                        <a:pt x="1824" y="1348"/>
                        <a:pt x="1763" y="1135"/>
                      </a:cubicBezTo>
                      <a:cubicBezTo>
                        <a:pt x="1703" y="983"/>
                        <a:pt x="1794" y="710"/>
                        <a:pt x="1794" y="528"/>
                      </a:cubicBezTo>
                      <a:cubicBezTo>
                        <a:pt x="1794" y="235"/>
                        <a:pt x="1507" y="0"/>
                        <a:pt x="122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8" name="Google Shape;3738;p25"/>
                <p:cNvSpPr/>
                <p:nvPr/>
              </p:nvSpPr>
              <p:spPr>
                <a:xfrm rot="-7016196">
                  <a:off x="3134309" y="4274543"/>
                  <a:ext cx="44100" cy="3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4" h="1369" extrusionOk="0">
                      <a:moveTo>
                        <a:pt x="882" y="1"/>
                      </a:moveTo>
                      <a:cubicBezTo>
                        <a:pt x="0" y="1"/>
                        <a:pt x="0" y="1368"/>
                        <a:pt x="882" y="1368"/>
                      </a:cubicBezTo>
                      <a:cubicBezTo>
                        <a:pt x="1763" y="1368"/>
                        <a:pt x="1763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9" name="Google Shape;3739;p25"/>
                <p:cNvSpPr/>
                <p:nvPr/>
              </p:nvSpPr>
              <p:spPr>
                <a:xfrm rot="-7016196">
                  <a:off x="3263911" y="4297601"/>
                  <a:ext cx="45025" cy="66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1" h="2678" extrusionOk="0">
                      <a:moveTo>
                        <a:pt x="607" y="1"/>
                      </a:moveTo>
                      <a:cubicBezTo>
                        <a:pt x="518" y="1"/>
                        <a:pt x="428" y="21"/>
                        <a:pt x="342" y="64"/>
                      </a:cubicBezTo>
                      <a:cubicBezTo>
                        <a:pt x="145" y="204"/>
                        <a:pt x="0" y="474"/>
                        <a:pt x="51" y="706"/>
                      </a:cubicBezTo>
                      <a:lnTo>
                        <a:pt x="51" y="706"/>
                      </a:lnTo>
                      <a:cubicBezTo>
                        <a:pt x="11" y="957"/>
                        <a:pt x="85" y="1124"/>
                        <a:pt x="159" y="1371"/>
                      </a:cubicBezTo>
                      <a:cubicBezTo>
                        <a:pt x="190" y="1553"/>
                        <a:pt x="190" y="1705"/>
                        <a:pt x="190" y="1888"/>
                      </a:cubicBezTo>
                      <a:cubicBezTo>
                        <a:pt x="190" y="2283"/>
                        <a:pt x="433" y="2496"/>
                        <a:pt x="767" y="2648"/>
                      </a:cubicBezTo>
                      <a:cubicBezTo>
                        <a:pt x="797" y="2678"/>
                        <a:pt x="889" y="2678"/>
                        <a:pt x="949" y="2678"/>
                      </a:cubicBezTo>
                      <a:cubicBezTo>
                        <a:pt x="1314" y="2678"/>
                        <a:pt x="1618" y="2404"/>
                        <a:pt x="1709" y="2100"/>
                      </a:cubicBezTo>
                      <a:cubicBezTo>
                        <a:pt x="1801" y="1766"/>
                        <a:pt x="1770" y="1371"/>
                        <a:pt x="1679" y="1006"/>
                      </a:cubicBezTo>
                      <a:cubicBezTo>
                        <a:pt x="1562" y="569"/>
                        <a:pt x="1362" y="215"/>
                        <a:pt x="916" y="80"/>
                      </a:cubicBezTo>
                      <a:lnTo>
                        <a:pt x="916" y="80"/>
                      </a:lnTo>
                      <a:cubicBezTo>
                        <a:pt x="818" y="29"/>
                        <a:pt x="713" y="1"/>
                        <a:pt x="60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0" name="Google Shape;3740;p25"/>
                <p:cNvSpPr/>
                <p:nvPr/>
              </p:nvSpPr>
              <p:spPr>
                <a:xfrm rot="-7016196">
                  <a:off x="3373651" y="4300633"/>
                  <a:ext cx="50800" cy="60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2435" extrusionOk="0">
                      <a:moveTo>
                        <a:pt x="665" y="0"/>
                      </a:moveTo>
                      <a:cubicBezTo>
                        <a:pt x="603" y="0"/>
                        <a:pt x="526" y="29"/>
                        <a:pt x="482" y="73"/>
                      </a:cubicBezTo>
                      <a:cubicBezTo>
                        <a:pt x="435" y="143"/>
                        <a:pt x="407" y="195"/>
                        <a:pt x="368" y="256"/>
                      </a:cubicBezTo>
                      <a:lnTo>
                        <a:pt x="368" y="256"/>
                      </a:lnTo>
                      <a:cubicBezTo>
                        <a:pt x="1" y="655"/>
                        <a:pt x="160" y="1341"/>
                        <a:pt x="269" y="1806"/>
                      </a:cubicBezTo>
                      <a:cubicBezTo>
                        <a:pt x="330" y="2079"/>
                        <a:pt x="603" y="2353"/>
                        <a:pt x="877" y="2414"/>
                      </a:cubicBezTo>
                      <a:cubicBezTo>
                        <a:pt x="974" y="2424"/>
                        <a:pt x="1066" y="2435"/>
                        <a:pt x="1156" y="2435"/>
                      </a:cubicBezTo>
                      <a:cubicBezTo>
                        <a:pt x="1319" y="2435"/>
                        <a:pt x="1469" y="2399"/>
                        <a:pt x="1606" y="2262"/>
                      </a:cubicBezTo>
                      <a:lnTo>
                        <a:pt x="1698" y="2201"/>
                      </a:lnTo>
                      <a:cubicBezTo>
                        <a:pt x="1910" y="2018"/>
                        <a:pt x="2032" y="1654"/>
                        <a:pt x="1910" y="1380"/>
                      </a:cubicBezTo>
                      <a:cubicBezTo>
                        <a:pt x="1796" y="1061"/>
                        <a:pt x="1700" y="777"/>
                        <a:pt x="1492" y="539"/>
                      </a:cubicBezTo>
                      <a:lnTo>
                        <a:pt x="1492" y="539"/>
                      </a:lnTo>
                      <a:lnTo>
                        <a:pt x="1515" y="559"/>
                      </a:lnTo>
                      <a:cubicBezTo>
                        <a:pt x="1359" y="326"/>
                        <a:pt x="1181" y="114"/>
                        <a:pt x="924" y="76"/>
                      </a:cubicBezTo>
                      <a:lnTo>
                        <a:pt x="924" y="76"/>
                      </a:lnTo>
                      <a:cubicBezTo>
                        <a:pt x="864" y="50"/>
                        <a:pt x="801" y="31"/>
                        <a:pt x="725" y="12"/>
                      </a:cubicBezTo>
                      <a:cubicBezTo>
                        <a:pt x="709" y="4"/>
                        <a:pt x="688" y="0"/>
                        <a:pt x="6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1" name="Google Shape;3741;p25"/>
                <p:cNvSpPr/>
                <p:nvPr/>
              </p:nvSpPr>
              <p:spPr>
                <a:xfrm rot="-7016196">
                  <a:off x="3492409" y="4449431"/>
                  <a:ext cx="44100" cy="3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4" h="1369" extrusionOk="0">
                      <a:moveTo>
                        <a:pt x="882" y="1"/>
                      </a:moveTo>
                      <a:cubicBezTo>
                        <a:pt x="0" y="1"/>
                        <a:pt x="0" y="1368"/>
                        <a:pt x="882" y="1368"/>
                      </a:cubicBezTo>
                      <a:cubicBezTo>
                        <a:pt x="1763" y="1368"/>
                        <a:pt x="1763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2" name="Google Shape;3742;p25"/>
                <p:cNvSpPr/>
                <p:nvPr/>
              </p:nvSpPr>
              <p:spPr>
                <a:xfrm rot="-7016196">
                  <a:off x="3599961" y="4428652"/>
                  <a:ext cx="57774" cy="103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4134" extrusionOk="0">
                      <a:moveTo>
                        <a:pt x="1228" y="0"/>
                      </a:moveTo>
                      <a:cubicBezTo>
                        <a:pt x="1102" y="0"/>
                        <a:pt x="977" y="49"/>
                        <a:pt x="882" y="163"/>
                      </a:cubicBezTo>
                      <a:cubicBezTo>
                        <a:pt x="669" y="436"/>
                        <a:pt x="578" y="740"/>
                        <a:pt x="396" y="1044"/>
                      </a:cubicBezTo>
                      <a:cubicBezTo>
                        <a:pt x="152" y="1531"/>
                        <a:pt x="0" y="1804"/>
                        <a:pt x="92" y="2382"/>
                      </a:cubicBezTo>
                      <a:cubicBezTo>
                        <a:pt x="213" y="3142"/>
                        <a:pt x="730" y="3689"/>
                        <a:pt x="1368" y="4053"/>
                      </a:cubicBezTo>
                      <a:cubicBezTo>
                        <a:pt x="1466" y="4102"/>
                        <a:pt x="1572" y="4134"/>
                        <a:pt x="1678" y="4134"/>
                      </a:cubicBezTo>
                      <a:cubicBezTo>
                        <a:pt x="1770" y="4134"/>
                        <a:pt x="1861" y="4110"/>
                        <a:pt x="1946" y="4053"/>
                      </a:cubicBezTo>
                      <a:cubicBezTo>
                        <a:pt x="2311" y="3810"/>
                        <a:pt x="2219" y="3324"/>
                        <a:pt x="2189" y="2929"/>
                      </a:cubicBezTo>
                      <a:cubicBezTo>
                        <a:pt x="2128" y="2534"/>
                        <a:pt x="2159" y="2138"/>
                        <a:pt x="2067" y="1713"/>
                      </a:cubicBezTo>
                      <a:cubicBezTo>
                        <a:pt x="2007" y="1500"/>
                        <a:pt x="1824" y="1348"/>
                        <a:pt x="1763" y="1135"/>
                      </a:cubicBezTo>
                      <a:cubicBezTo>
                        <a:pt x="1703" y="983"/>
                        <a:pt x="1794" y="710"/>
                        <a:pt x="1794" y="528"/>
                      </a:cubicBezTo>
                      <a:cubicBezTo>
                        <a:pt x="1794" y="235"/>
                        <a:pt x="1507" y="0"/>
                        <a:pt x="122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3" name="Google Shape;3743;p25"/>
                <p:cNvSpPr/>
                <p:nvPr/>
              </p:nvSpPr>
              <p:spPr>
                <a:xfrm rot="-7016196">
                  <a:off x="3540382" y="4291259"/>
                  <a:ext cx="41825" cy="7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" h="3185" extrusionOk="0">
                      <a:moveTo>
                        <a:pt x="836" y="0"/>
                      </a:moveTo>
                      <a:cubicBezTo>
                        <a:pt x="555" y="0"/>
                        <a:pt x="274" y="160"/>
                        <a:pt x="213" y="479"/>
                      </a:cubicBezTo>
                      <a:lnTo>
                        <a:pt x="183" y="479"/>
                      </a:lnTo>
                      <a:cubicBezTo>
                        <a:pt x="152" y="570"/>
                        <a:pt x="91" y="661"/>
                        <a:pt x="61" y="783"/>
                      </a:cubicBezTo>
                      <a:cubicBezTo>
                        <a:pt x="31" y="904"/>
                        <a:pt x="31" y="1026"/>
                        <a:pt x="31" y="1148"/>
                      </a:cubicBezTo>
                      <a:cubicBezTo>
                        <a:pt x="0" y="1360"/>
                        <a:pt x="0" y="1603"/>
                        <a:pt x="0" y="1816"/>
                      </a:cubicBezTo>
                      <a:cubicBezTo>
                        <a:pt x="31" y="2090"/>
                        <a:pt x="152" y="2242"/>
                        <a:pt x="243" y="2485"/>
                      </a:cubicBezTo>
                      <a:cubicBezTo>
                        <a:pt x="335" y="2667"/>
                        <a:pt x="395" y="2850"/>
                        <a:pt x="517" y="3002"/>
                      </a:cubicBezTo>
                      <a:cubicBezTo>
                        <a:pt x="593" y="3123"/>
                        <a:pt x="715" y="3184"/>
                        <a:pt x="836" y="3184"/>
                      </a:cubicBezTo>
                      <a:cubicBezTo>
                        <a:pt x="958" y="3184"/>
                        <a:pt x="1079" y="3123"/>
                        <a:pt x="1155" y="3002"/>
                      </a:cubicBezTo>
                      <a:cubicBezTo>
                        <a:pt x="1277" y="2850"/>
                        <a:pt x="1338" y="2667"/>
                        <a:pt x="1398" y="2485"/>
                      </a:cubicBezTo>
                      <a:cubicBezTo>
                        <a:pt x="1520" y="2242"/>
                        <a:pt x="1611" y="2090"/>
                        <a:pt x="1642" y="1816"/>
                      </a:cubicBezTo>
                      <a:cubicBezTo>
                        <a:pt x="1672" y="1603"/>
                        <a:pt x="1672" y="1360"/>
                        <a:pt x="1642" y="1148"/>
                      </a:cubicBezTo>
                      <a:cubicBezTo>
                        <a:pt x="1642" y="1026"/>
                        <a:pt x="1611" y="904"/>
                        <a:pt x="1611" y="783"/>
                      </a:cubicBezTo>
                      <a:cubicBezTo>
                        <a:pt x="1550" y="692"/>
                        <a:pt x="1520" y="570"/>
                        <a:pt x="1459" y="479"/>
                      </a:cubicBezTo>
                      <a:cubicBezTo>
                        <a:pt x="1398" y="160"/>
                        <a:pt x="1117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4" name="Google Shape;3744;p25"/>
                <p:cNvSpPr/>
                <p:nvPr/>
              </p:nvSpPr>
              <p:spPr>
                <a:xfrm rot="-7016196">
                  <a:off x="3265120" y="4146630"/>
                  <a:ext cx="42600" cy="4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" h="1903" extrusionOk="0">
                      <a:moveTo>
                        <a:pt x="1000" y="0"/>
                      </a:moveTo>
                      <a:cubicBezTo>
                        <a:pt x="766" y="0"/>
                        <a:pt x="539" y="119"/>
                        <a:pt x="427" y="321"/>
                      </a:cubicBezTo>
                      <a:cubicBezTo>
                        <a:pt x="305" y="503"/>
                        <a:pt x="214" y="686"/>
                        <a:pt x="123" y="898"/>
                      </a:cubicBezTo>
                      <a:cubicBezTo>
                        <a:pt x="31" y="1081"/>
                        <a:pt x="1" y="1233"/>
                        <a:pt x="62" y="1415"/>
                      </a:cubicBezTo>
                      <a:cubicBezTo>
                        <a:pt x="92" y="1567"/>
                        <a:pt x="214" y="1750"/>
                        <a:pt x="366" y="1810"/>
                      </a:cubicBezTo>
                      <a:cubicBezTo>
                        <a:pt x="469" y="1872"/>
                        <a:pt x="586" y="1903"/>
                        <a:pt x="705" y="1903"/>
                      </a:cubicBezTo>
                      <a:cubicBezTo>
                        <a:pt x="934" y="1903"/>
                        <a:pt x="1168" y="1788"/>
                        <a:pt x="1308" y="1567"/>
                      </a:cubicBezTo>
                      <a:cubicBezTo>
                        <a:pt x="1430" y="1354"/>
                        <a:pt x="1521" y="1081"/>
                        <a:pt x="1642" y="838"/>
                      </a:cubicBezTo>
                      <a:cubicBezTo>
                        <a:pt x="1703" y="686"/>
                        <a:pt x="1642" y="443"/>
                        <a:pt x="1551" y="321"/>
                      </a:cubicBezTo>
                      <a:cubicBezTo>
                        <a:pt x="1490" y="199"/>
                        <a:pt x="1369" y="108"/>
                        <a:pt x="1247" y="47"/>
                      </a:cubicBezTo>
                      <a:cubicBezTo>
                        <a:pt x="1167" y="15"/>
                        <a:pt x="1083" y="0"/>
                        <a:pt x="10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5" name="Google Shape;3745;p25"/>
                <p:cNvSpPr/>
                <p:nvPr/>
              </p:nvSpPr>
              <p:spPr>
                <a:xfrm rot="-7016196">
                  <a:off x="3113739" y="4681895"/>
                  <a:ext cx="50800" cy="60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2435" extrusionOk="0">
                      <a:moveTo>
                        <a:pt x="665" y="0"/>
                      </a:moveTo>
                      <a:cubicBezTo>
                        <a:pt x="603" y="0"/>
                        <a:pt x="526" y="29"/>
                        <a:pt x="482" y="73"/>
                      </a:cubicBezTo>
                      <a:cubicBezTo>
                        <a:pt x="435" y="143"/>
                        <a:pt x="407" y="195"/>
                        <a:pt x="368" y="256"/>
                      </a:cubicBezTo>
                      <a:lnTo>
                        <a:pt x="368" y="256"/>
                      </a:lnTo>
                      <a:cubicBezTo>
                        <a:pt x="1" y="655"/>
                        <a:pt x="160" y="1341"/>
                        <a:pt x="269" y="1806"/>
                      </a:cubicBezTo>
                      <a:cubicBezTo>
                        <a:pt x="330" y="2079"/>
                        <a:pt x="603" y="2353"/>
                        <a:pt x="877" y="2414"/>
                      </a:cubicBezTo>
                      <a:cubicBezTo>
                        <a:pt x="974" y="2424"/>
                        <a:pt x="1066" y="2435"/>
                        <a:pt x="1156" y="2435"/>
                      </a:cubicBezTo>
                      <a:cubicBezTo>
                        <a:pt x="1319" y="2435"/>
                        <a:pt x="1469" y="2399"/>
                        <a:pt x="1606" y="2262"/>
                      </a:cubicBezTo>
                      <a:lnTo>
                        <a:pt x="1698" y="2201"/>
                      </a:lnTo>
                      <a:cubicBezTo>
                        <a:pt x="1910" y="2018"/>
                        <a:pt x="2032" y="1654"/>
                        <a:pt x="1910" y="1380"/>
                      </a:cubicBezTo>
                      <a:cubicBezTo>
                        <a:pt x="1796" y="1061"/>
                        <a:pt x="1700" y="777"/>
                        <a:pt x="1492" y="539"/>
                      </a:cubicBezTo>
                      <a:lnTo>
                        <a:pt x="1492" y="539"/>
                      </a:lnTo>
                      <a:lnTo>
                        <a:pt x="1515" y="559"/>
                      </a:lnTo>
                      <a:cubicBezTo>
                        <a:pt x="1359" y="326"/>
                        <a:pt x="1181" y="114"/>
                        <a:pt x="924" y="76"/>
                      </a:cubicBezTo>
                      <a:lnTo>
                        <a:pt x="924" y="76"/>
                      </a:lnTo>
                      <a:cubicBezTo>
                        <a:pt x="864" y="50"/>
                        <a:pt x="801" y="31"/>
                        <a:pt x="725" y="12"/>
                      </a:cubicBezTo>
                      <a:cubicBezTo>
                        <a:pt x="709" y="4"/>
                        <a:pt x="688" y="0"/>
                        <a:pt x="6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746" name="Google Shape;3746;p25"/>
              <p:cNvSpPr/>
              <p:nvPr/>
            </p:nvSpPr>
            <p:spPr>
              <a:xfrm>
                <a:off x="8010225" y="4627175"/>
                <a:ext cx="550950" cy="607750"/>
              </a:xfrm>
              <a:custGeom>
                <a:avLst/>
                <a:gdLst/>
                <a:ahLst/>
                <a:cxnLst/>
                <a:rect l="l" t="t" r="r" b="b"/>
                <a:pathLst>
                  <a:path w="22038" h="24310" extrusionOk="0">
                    <a:moveTo>
                      <a:pt x="20616" y="0"/>
                    </a:moveTo>
                    <a:cubicBezTo>
                      <a:pt x="19569" y="0"/>
                      <a:pt x="18570" y="293"/>
                      <a:pt x="17539" y="775"/>
                    </a:cubicBezTo>
                    <a:cubicBezTo>
                      <a:pt x="16688" y="1201"/>
                      <a:pt x="16080" y="1900"/>
                      <a:pt x="15594" y="2690"/>
                    </a:cubicBezTo>
                    <a:cubicBezTo>
                      <a:pt x="15290" y="3176"/>
                      <a:pt x="14986" y="4453"/>
                      <a:pt x="14591" y="4635"/>
                    </a:cubicBezTo>
                    <a:cubicBezTo>
                      <a:pt x="14464" y="4692"/>
                      <a:pt x="14283" y="4712"/>
                      <a:pt x="14071" y="4712"/>
                    </a:cubicBezTo>
                    <a:cubicBezTo>
                      <a:pt x="13515" y="4712"/>
                      <a:pt x="12746" y="4571"/>
                      <a:pt x="12184" y="4571"/>
                    </a:cubicBezTo>
                    <a:cubicBezTo>
                      <a:pt x="12038" y="4571"/>
                      <a:pt x="11905" y="4581"/>
                      <a:pt x="11794" y="4605"/>
                    </a:cubicBezTo>
                    <a:cubicBezTo>
                      <a:pt x="10730" y="4848"/>
                      <a:pt x="9697" y="5365"/>
                      <a:pt x="8937" y="6125"/>
                    </a:cubicBezTo>
                    <a:cubicBezTo>
                      <a:pt x="7569" y="7462"/>
                      <a:pt x="7113" y="9377"/>
                      <a:pt x="7204" y="11231"/>
                    </a:cubicBezTo>
                    <a:cubicBezTo>
                      <a:pt x="7265" y="12052"/>
                      <a:pt x="7478" y="12873"/>
                      <a:pt x="7691" y="13632"/>
                    </a:cubicBezTo>
                    <a:cubicBezTo>
                      <a:pt x="7796" y="13974"/>
                      <a:pt x="7947" y="14271"/>
                      <a:pt x="8084" y="14581"/>
                    </a:cubicBezTo>
                    <a:lnTo>
                      <a:pt x="8084" y="14581"/>
                    </a:lnTo>
                    <a:lnTo>
                      <a:pt x="7448" y="15243"/>
                    </a:lnTo>
                    <a:cubicBezTo>
                      <a:pt x="6505" y="15912"/>
                      <a:pt x="5502" y="15578"/>
                      <a:pt x="4499" y="15882"/>
                    </a:cubicBezTo>
                    <a:cubicBezTo>
                      <a:pt x="3922" y="16064"/>
                      <a:pt x="3375" y="16429"/>
                      <a:pt x="2919" y="16794"/>
                    </a:cubicBezTo>
                    <a:cubicBezTo>
                      <a:pt x="639" y="18648"/>
                      <a:pt x="1" y="21687"/>
                      <a:pt x="1429" y="24241"/>
                    </a:cubicBezTo>
                    <a:cubicBezTo>
                      <a:pt x="1468" y="24289"/>
                      <a:pt x="1521" y="24309"/>
                      <a:pt x="1575" y="24309"/>
                    </a:cubicBezTo>
                    <a:cubicBezTo>
                      <a:pt x="1691" y="24309"/>
                      <a:pt x="1805" y="24213"/>
                      <a:pt x="1764" y="24089"/>
                    </a:cubicBezTo>
                    <a:cubicBezTo>
                      <a:pt x="912" y="20927"/>
                      <a:pt x="3131" y="16550"/>
                      <a:pt x="6657" y="16186"/>
                    </a:cubicBezTo>
                    <a:cubicBezTo>
                      <a:pt x="6766" y="16176"/>
                      <a:pt x="6871" y="16173"/>
                      <a:pt x="6975" y="16173"/>
                    </a:cubicBezTo>
                    <a:cubicBezTo>
                      <a:pt x="7301" y="16173"/>
                      <a:pt x="7608" y="16208"/>
                      <a:pt x="7923" y="16208"/>
                    </a:cubicBezTo>
                    <a:cubicBezTo>
                      <a:pt x="8152" y="16208"/>
                      <a:pt x="8385" y="16190"/>
                      <a:pt x="8633" y="16125"/>
                    </a:cubicBezTo>
                    <a:cubicBezTo>
                      <a:pt x="9059" y="16003"/>
                      <a:pt x="9362" y="15730"/>
                      <a:pt x="9697" y="15578"/>
                    </a:cubicBezTo>
                    <a:cubicBezTo>
                      <a:pt x="10426" y="15243"/>
                      <a:pt x="10913" y="15213"/>
                      <a:pt x="11460" y="14514"/>
                    </a:cubicBezTo>
                    <a:cubicBezTo>
                      <a:pt x="11855" y="13967"/>
                      <a:pt x="12159" y="13329"/>
                      <a:pt x="12402" y="12721"/>
                    </a:cubicBezTo>
                    <a:cubicBezTo>
                      <a:pt x="12645" y="12113"/>
                      <a:pt x="12736" y="11474"/>
                      <a:pt x="12980" y="10897"/>
                    </a:cubicBezTo>
                    <a:cubicBezTo>
                      <a:pt x="13059" y="10728"/>
                      <a:pt x="13067" y="10657"/>
                      <a:pt x="13064" y="10632"/>
                    </a:cubicBezTo>
                    <a:lnTo>
                      <a:pt x="13064" y="10632"/>
                    </a:lnTo>
                    <a:cubicBezTo>
                      <a:pt x="13075" y="10644"/>
                      <a:pt x="13105" y="10661"/>
                      <a:pt x="13180" y="10661"/>
                    </a:cubicBezTo>
                    <a:cubicBezTo>
                      <a:pt x="13237" y="10661"/>
                      <a:pt x="13318" y="10651"/>
                      <a:pt x="13435" y="10623"/>
                    </a:cubicBezTo>
                    <a:cubicBezTo>
                      <a:pt x="14864" y="10259"/>
                      <a:pt x="16353" y="9590"/>
                      <a:pt x="17326" y="8496"/>
                    </a:cubicBezTo>
                    <a:cubicBezTo>
                      <a:pt x="18512" y="7249"/>
                      <a:pt x="18512" y="5638"/>
                      <a:pt x="19150" y="4149"/>
                    </a:cubicBezTo>
                    <a:cubicBezTo>
                      <a:pt x="19758" y="2629"/>
                      <a:pt x="20487" y="1413"/>
                      <a:pt x="21916" y="471"/>
                    </a:cubicBezTo>
                    <a:cubicBezTo>
                      <a:pt x="22037" y="380"/>
                      <a:pt x="22037" y="167"/>
                      <a:pt x="21855" y="137"/>
                    </a:cubicBezTo>
                    <a:cubicBezTo>
                      <a:pt x="21432" y="44"/>
                      <a:pt x="21020" y="0"/>
                      <a:pt x="206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7" name="Google Shape;3747;p25"/>
              <p:cNvSpPr/>
              <p:nvPr/>
            </p:nvSpPr>
            <p:spPr>
              <a:xfrm rot="-9656290">
                <a:off x="8913499" y="4269840"/>
                <a:ext cx="471167" cy="210362"/>
              </a:xfrm>
              <a:custGeom>
                <a:avLst/>
                <a:gdLst/>
                <a:ahLst/>
                <a:cxnLst/>
                <a:rect l="l" t="t" r="r" b="b"/>
                <a:pathLst>
                  <a:path w="18846" h="8825" extrusionOk="0">
                    <a:moveTo>
                      <a:pt x="10141" y="0"/>
                    </a:moveTo>
                    <a:cubicBezTo>
                      <a:pt x="9172" y="0"/>
                      <a:pt x="8213" y="160"/>
                      <a:pt x="7386" y="536"/>
                    </a:cubicBezTo>
                    <a:cubicBezTo>
                      <a:pt x="5471" y="1357"/>
                      <a:pt x="5289" y="2755"/>
                      <a:pt x="4985" y="4548"/>
                    </a:cubicBezTo>
                    <a:cubicBezTo>
                      <a:pt x="4590" y="6949"/>
                      <a:pt x="2645" y="8226"/>
                      <a:pt x="274" y="8348"/>
                    </a:cubicBezTo>
                    <a:cubicBezTo>
                      <a:pt x="91" y="8378"/>
                      <a:pt x="0" y="8682"/>
                      <a:pt x="213" y="8712"/>
                    </a:cubicBezTo>
                    <a:cubicBezTo>
                      <a:pt x="681" y="8787"/>
                      <a:pt x="1145" y="8825"/>
                      <a:pt x="1606" y="8825"/>
                    </a:cubicBezTo>
                    <a:cubicBezTo>
                      <a:pt x="2644" y="8825"/>
                      <a:pt x="3662" y="8635"/>
                      <a:pt x="4651" y="8256"/>
                    </a:cubicBezTo>
                    <a:cubicBezTo>
                      <a:pt x="5471" y="7922"/>
                      <a:pt x="6444" y="7679"/>
                      <a:pt x="7204" y="7193"/>
                    </a:cubicBezTo>
                    <a:cubicBezTo>
                      <a:pt x="7903" y="6737"/>
                      <a:pt x="8329" y="5825"/>
                      <a:pt x="9089" y="5460"/>
                    </a:cubicBezTo>
                    <a:cubicBezTo>
                      <a:pt x="9277" y="5366"/>
                      <a:pt x="9534" y="5335"/>
                      <a:pt x="9816" y="5335"/>
                    </a:cubicBezTo>
                    <a:cubicBezTo>
                      <a:pt x="10260" y="5335"/>
                      <a:pt x="10765" y="5411"/>
                      <a:pt x="11155" y="5430"/>
                    </a:cubicBezTo>
                    <a:cubicBezTo>
                      <a:pt x="11516" y="5449"/>
                      <a:pt x="11895" y="5462"/>
                      <a:pt x="12279" y="5462"/>
                    </a:cubicBezTo>
                    <a:cubicBezTo>
                      <a:pt x="13093" y="5462"/>
                      <a:pt x="13928" y="5403"/>
                      <a:pt x="14651" y="5217"/>
                    </a:cubicBezTo>
                    <a:cubicBezTo>
                      <a:pt x="16049" y="4882"/>
                      <a:pt x="17964" y="3940"/>
                      <a:pt x="18694" y="2664"/>
                    </a:cubicBezTo>
                    <a:cubicBezTo>
                      <a:pt x="18846" y="2420"/>
                      <a:pt x="18663" y="2147"/>
                      <a:pt x="18390" y="2116"/>
                    </a:cubicBezTo>
                    <a:cubicBezTo>
                      <a:pt x="17326" y="2116"/>
                      <a:pt x="16596" y="2025"/>
                      <a:pt x="15624" y="1539"/>
                    </a:cubicBezTo>
                    <a:cubicBezTo>
                      <a:pt x="14803" y="1113"/>
                      <a:pt x="13921" y="749"/>
                      <a:pt x="13010" y="445"/>
                    </a:cubicBezTo>
                    <a:cubicBezTo>
                      <a:pt x="12133" y="168"/>
                      <a:pt x="11132" y="0"/>
                      <a:pt x="101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8" name="Google Shape;3748;p25"/>
              <p:cNvSpPr/>
              <p:nvPr/>
            </p:nvSpPr>
            <p:spPr>
              <a:xfrm>
                <a:off x="6700888" y="4298925"/>
                <a:ext cx="1309325" cy="869575"/>
              </a:xfrm>
              <a:custGeom>
                <a:avLst/>
                <a:gdLst/>
                <a:ahLst/>
                <a:cxnLst/>
                <a:rect l="l" t="t" r="r" b="b"/>
                <a:pathLst>
                  <a:path w="52373" h="34783" extrusionOk="0">
                    <a:moveTo>
                      <a:pt x="24129" y="0"/>
                    </a:moveTo>
                    <a:cubicBezTo>
                      <a:pt x="22639" y="0"/>
                      <a:pt x="21270" y="534"/>
                      <a:pt x="20518" y="1828"/>
                    </a:cubicBezTo>
                    <a:cubicBezTo>
                      <a:pt x="18755" y="4898"/>
                      <a:pt x="22068" y="9305"/>
                      <a:pt x="19940" y="12132"/>
                    </a:cubicBezTo>
                    <a:cubicBezTo>
                      <a:pt x="18664" y="13804"/>
                      <a:pt x="16171" y="13864"/>
                      <a:pt x="14378" y="14959"/>
                    </a:cubicBezTo>
                    <a:cubicBezTo>
                      <a:pt x="12220" y="16266"/>
                      <a:pt x="11247" y="18910"/>
                      <a:pt x="9180" y="20339"/>
                    </a:cubicBezTo>
                    <a:cubicBezTo>
                      <a:pt x="5837" y="22618"/>
                      <a:pt x="1764" y="21980"/>
                      <a:pt x="852" y="26843"/>
                    </a:cubicBezTo>
                    <a:cubicBezTo>
                      <a:pt x="1" y="31555"/>
                      <a:pt x="3618" y="33439"/>
                      <a:pt x="7691" y="34169"/>
                    </a:cubicBezTo>
                    <a:cubicBezTo>
                      <a:pt x="10070" y="34591"/>
                      <a:pt x="12547" y="34783"/>
                      <a:pt x="15073" y="34783"/>
                    </a:cubicBezTo>
                    <a:cubicBezTo>
                      <a:pt x="24358" y="34783"/>
                      <a:pt x="34295" y="32191"/>
                      <a:pt x="42372" y="28941"/>
                    </a:cubicBezTo>
                    <a:cubicBezTo>
                      <a:pt x="45290" y="27755"/>
                      <a:pt x="48239" y="26327"/>
                      <a:pt x="50062" y="23773"/>
                    </a:cubicBezTo>
                    <a:cubicBezTo>
                      <a:pt x="51977" y="21129"/>
                      <a:pt x="52372" y="17482"/>
                      <a:pt x="51157" y="14442"/>
                    </a:cubicBezTo>
                    <a:cubicBezTo>
                      <a:pt x="49910" y="11433"/>
                      <a:pt x="47144" y="9092"/>
                      <a:pt x="43983" y="8302"/>
                    </a:cubicBezTo>
                    <a:cubicBezTo>
                      <a:pt x="41217" y="7603"/>
                      <a:pt x="38238" y="7998"/>
                      <a:pt x="35624" y="6934"/>
                    </a:cubicBezTo>
                    <a:cubicBezTo>
                      <a:pt x="32858" y="5779"/>
                      <a:pt x="31004" y="3165"/>
                      <a:pt x="28542" y="1433"/>
                    </a:cubicBezTo>
                    <a:cubicBezTo>
                      <a:pt x="27298" y="557"/>
                      <a:pt x="25651" y="0"/>
                      <a:pt x="241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749" name="Google Shape;3749;p25"/>
              <p:cNvGrpSpPr/>
              <p:nvPr/>
            </p:nvGrpSpPr>
            <p:grpSpPr>
              <a:xfrm>
                <a:off x="7585075" y="4609888"/>
                <a:ext cx="494700" cy="380800"/>
                <a:chOff x="1079325" y="2972225"/>
                <a:chExt cx="494700" cy="380800"/>
              </a:xfrm>
            </p:grpSpPr>
            <p:sp>
              <p:nvSpPr>
                <p:cNvPr id="3750" name="Google Shape;3750;p25"/>
                <p:cNvSpPr/>
                <p:nvPr/>
              </p:nvSpPr>
              <p:spPr>
                <a:xfrm>
                  <a:off x="1315650" y="2972225"/>
                  <a:ext cx="90450" cy="8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8" h="3471" extrusionOk="0">
                      <a:moveTo>
                        <a:pt x="1672" y="0"/>
                      </a:moveTo>
                      <a:cubicBezTo>
                        <a:pt x="1459" y="0"/>
                        <a:pt x="1246" y="31"/>
                        <a:pt x="1034" y="152"/>
                      </a:cubicBezTo>
                      <a:cubicBezTo>
                        <a:pt x="851" y="213"/>
                        <a:pt x="669" y="304"/>
                        <a:pt x="517" y="487"/>
                      </a:cubicBezTo>
                      <a:cubicBezTo>
                        <a:pt x="213" y="791"/>
                        <a:pt x="0" y="1216"/>
                        <a:pt x="31" y="1642"/>
                      </a:cubicBezTo>
                      <a:lnTo>
                        <a:pt x="91" y="2067"/>
                      </a:lnTo>
                      <a:cubicBezTo>
                        <a:pt x="182" y="2371"/>
                        <a:pt x="304" y="2614"/>
                        <a:pt x="517" y="2827"/>
                      </a:cubicBezTo>
                      <a:lnTo>
                        <a:pt x="517" y="2797"/>
                      </a:lnTo>
                      <a:lnTo>
                        <a:pt x="638" y="2949"/>
                      </a:lnTo>
                      <a:cubicBezTo>
                        <a:pt x="699" y="3009"/>
                        <a:pt x="730" y="3040"/>
                        <a:pt x="821" y="3101"/>
                      </a:cubicBezTo>
                      <a:cubicBezTo>
                        <a:pt x="973" y="3253"/>
                        <a:pt x="1155" y="3344"/>
                        <a:pt x="1368" y="3374"/>
                      </a:cubicBezTo>
                      <a:cubicBezTo>
                        <a:pt x="1398" y="3405"/>
                        <a:pt x="1429" y="3405"/>
                        <a:pt x="1459" y="3405"/>
                      </a:cubicBezTo>
                      <a:cubicBezTo>
                        <a:pt x="1594" y="3450"/>
                        <a:pt x="1735" y="3471"/>
                        <a:pt x="1877" y="3471"/>
                      </a:cubicBezTo>
                      <a:cubicBezTo>
                        <a:pt x="2307" y="3471"/>
                        <a:pt x="2742" y="3276"/>
                        <a:pt x="3040" y="2979"/>
                      </a:cubicBezTo>
                      <a:cubicBezTo>
                        <a:pt x="3435" y="2584"/>
                        <a:pt x="3617" y="1946"/>
                        <a:pt x="3465" y="1429"/>
                      </a:cubicBezTo>
                      <a:cubicBezTo>
                        <a:pt x="3435" y="1398"/>
                        <a:pt x="3435" y="1368"/>
                        <a:pt x="3435" y="1338"/>
                      </a:cubicBezTo>
                      <a:cubicBezTo>
                        <a:pt x="3313" y="1064"/>
                        <a:pt x="3222" y="791"/>
                        <a:pt x="2979" y="608"/>
                      </a:cubicBezTo>
                      <a:lnTo>
                        <a:pt x="2857" y="487"/>
                      </a:lnTo>
                      <a:cubicBezTo>
                        <a:pt x="2705" y="335"/>
                        <a:pt x="2523" y="213"/>
                        <a:pt x="2310" y="152"/>
                      </a:cubicBezTo>
                      <a:cubicBezTo>
                        <a:pt x="2128" y="31"/>
                        <a:pt x="1915" y="0"/>
                        <a:pt x="167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1" name="Google Shape;3751;p25"/>
                <p:cNvSpPr/>
                <p:nvPr/>
              </p:nvSpPr>
              <p:spPr>
                <a:xfrm>
                  <a:off x="1254850" y="3127850"/>
                  <a:ext cx="90450" cy="9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8" h="3824" extrusionOk="0">
                      <a:moveTo>
                        <a:pt x="2280" y="705"/>
                      </a:moveTo>
                      <a:lnTo>
                        <a:pt x="2307" y="718"/>
                      </a:lnTo>
                      <a:lnTo>
                        <a:pt x="2307" y="718"/>
                      </a:lnTo>
                      <a:cubicBezTo>
                        <a:pt x="2299" y="714"/>
                        <a:pt x="2290" y="710"/>
                        <a:pt x="2280" y="705"/>
                      </a:cubicBezTo>
                      <a:close/>
                      <a:moveTo>
                        <a:pt x="2921" y="1905"/>
                      </a:moveTo>
                      <a:lnTo>
                        <a:pt x="2918" y="1921"/>
                      </a:lnTo>
                      <a:cubicBezTo>
                        <a:pt x="2918" y="1916"/>
                        <a:pt x="2919" y="1911"/>
                        <a:pt x="2921" y="1905"/>
                      </a:cubicBezTo>
                      <a:close/>
                      <a:moveTo>
                        <a:pt x="1522" y="1"/>
                      </a:moveTo>
                      <a:cubicBezTo>
                        <a:pt x="1397" y="1"/>
                        <a:pt x="1272" y="21"/>
                        <a:pt x="1155" y="67"/>
                      </a:cubicBezTo>
                      <a:cubicBezTo>
                        <a:pt x="791" y="189"/>
                        <a:pt x="517" y="401"/>
                        <a:pt x="304" y="736"/>
                      </a:cubicBezTo>
                      <a:lnTo>
                        <a:pt x="304" y="705"/>
                      </a:lnTo>
                      <a:cubicBezTo>
                        <a:pt x="92" y="1009"/>
                        <a:pt x="31" y="1344"/>
                        <a:pt x="0" y="1678"/>
                      </a:cubicBezTo>
                      <a:cubicBezTo>
                        <a:pt x="0" y="2043"/>
                        <a:pt x="92" y="2408"/>
                        <a:pt x="244" y="2712"/>
                      </a:cubicBezTo>
                      <a:cubicBezTo>
                        <a:pt x="365" y="2894"/>
                        <a:pt x="517" y="3107"/>
                        <a:pt x="669" y="3259"/>
                      </a:cubicBezTo>
                      <a:cubicBezTo>
                        <a:pt x="943" y="3471"/>
                        <a:pt x="1247" y="3684"/>
                        <a:pt x="1611" y="3775"/>
                      </a:cubicBezTo>
                      <a:cubicBezTo>
                        <a:pt x="1748" y="3807"/>
                        <a:pt x="1888" y="3824"/>
                        <a:pt x="2028" y="3824"/>
                      </a:cubicBezTo>
                      <a:cubicBezTo>
                        <a:pt x="2293" y="3824"/>
                        <a:pt x="2558" y="3763"/>
                        <a:pt x="2797" y="3623"/>
                      </a:cubicBezTo>
                      <a:cubicBezTo>
                        <a:pt x="3131" y="3411"/>
                        <a:pt x="3435" y="3046"/>
                        <a:pt x="3526" y="2681"/>
                      </a:cubicBezTo>
                      <a:cubicBezTo>
                        <a:pt x="3618" y="2286"/>
                        <a:pt x="3587" y="1830"/>
                        <a:pt x="3374" y="1465"/>
                      </a:cubicBezTo>
                      <a:cubicBezTo>
                        <a:pt x="3241" y="1282"/>
                        <a:pt x="3090" y="1117"/>
                        <a:pt x="2915" y="990"/>
                      </a:cubicBezTo>
                      <a:lnTo>
                        <a:pt x="2915" y="990"/>
                      </a:lnTo>
                      <a:cubicBezTo>
                        <a:pt x="2782" y="611"/>
                        <a:pt x="2493" y="290"/>
                        <a:pt x="2098" y="128"/>
                      </a:cubicBezTo>
                      <a:cubicBezTo>
                        <a:pt x="1929" y="53"/>
                        <a:pt x="1725" y="1"/>
                        <a:pt x="15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2" name="Google Shape;3752;p25"/>
                <p:cNvSpPr/>
                <p:nvPr/>
              </p:nvSpPr>
              <p:spPr>
                <a:xfrm>
                  <a:off x="1340725" y="3102950"/>
                  <a:ext cx="88175" cy="93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7" h="3758" extrusionOk="0">
                      <a:moveTo>
                        <a:pt x="1333" y="1"/>
                      </a:moveTo>
                      <a:cubicBezTo>
                        <a:pt x="1132" y="1"/>
                        <a:pt x="933" y="47"/>
                        <a:pt x="760" y="151"/>
                      </a:cubicBezTo>
                      <a:cubicBezTo>
                        <a:pt x="365" y="425"/>
                        <a:pt x="0" y="1033"/>
                        <a:pt x="213" y="1519"/>
                      </a:cubicBezTo>
                      <a:cubicBezTo>
                        <a:pt x="486" y="2218"/>
                        <a:pt x="821" y="3221"/>
                        <a:pt x="1520" y="3586"/>
                      </a:cubicBezTo>
                      <a:cubicBezTo>
                        <a:pt x="1740" y="3696"/>
                        <a:pt x="1976" y="3757"/>
                        <a:pt x="2211" y="3757"/>
                      </a:cubicBezTo>
                      <a:cubicBezTo>
                        <a:pt x="2432" y="3757"/>
                        <a:pt x="2652" y="3703"/>
                        <a:pt x="2857" y="3586"/>
                      </a:cubicBezTo>
                      <a:cubicBezTo>
                        <a:pt x="3253" y="3343"/>
                        <a:pt x="3526" y="2887"/>
                        <a:pt x="3496" y="2431"/>
                      </a:cubicBezTo>
                      <a:cubicBezTo>
                        <a:pt x="3465" y="1823"/>
                        <a:pt x="3192" y="1428"/>
                        <a:pt x="2797" y="972"/>
                      </a:cubicBezTo>
                      <a:cubicBezTo>
                        <a:pt x="2614" y="759"/>
                        <a:pt x="2432" y="546"/>
                        <a:pt x="2219" y="334"/>
                      </a:cubicBezTo>
                      <a:cubicBezTo>
                        <a:pt x="1993" y="126"/>
                        <a:pt x="1661" y="1"/>
                        <a:pt x="133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3" name="Google Shape;3753;p25"/>
                <p:cNvSpPr/>
                <p:nvPr/>
              </p:nvSpPr>
              <p:spPr>
                <a:xfrm>
                  <a:off x="1474450" y="3130150"/>
                  <a:ext cx="77550" cy="6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2" h="2699" extrusionOk="0">
                      <a:moveTo>
                        <a:pt x="1662" y="1"/>
                      </a:moveTo>
                      <a:cubicBezTo>
                        <a:pt x="1563" y="1"/>
                        <a:pt x="1466" y="6"/>
                        <a:pt x="1369" y="6"/>
                      </a:cubicBezTo>
                      <a:cubicBezTo>
                        <a:pt x="1004" y="6"/>
                        <a:pt x="670" y="157"/>
                        <a:pt x="396" y="401"/>
                      </a:cubicBezTo>
                      <a:cubicBezTo>
                        <a:pt x="274" y="522"/>
                        <a:pt x="183" y="674"/>
                        <a:pt x="122" y="826"/>
                      </a:cubicBezTo>
                      <a:cubicBezTo>
                        <a:pt x="31" y="978"/>
                        <a:pt x="1" y="1161"/>
                        <a:pt x="1" y="1343"/>
                      </a:cubicBezTo>
                      <a:cubicBezTo>
                        <a:pt x="31" y="1708"/>
                        <a:pt x="153" y="2042"/>
                        <a:pt x="396" y="2285"/>
                      </a:cubicBezTo>
                      <a:cubicBezTo>
                        <a:pt x="670" y="2528"/>
                        <a:pt x="1004" y="2680"/>
                        <a:pt x="1369" y="2680"/>
                      </a:cubicBezTo>
                      <a:cubicBezTo>
                        <a:pt x="1458" y="2691"/>
                        <a:pt x="1547" y="2699"/>
                        <a:pt x="1637" y="2699"/>
                      </a:cubicBezTo>
                      <a:cubicBezTo>
                        <a:pt x="1794" y="2699"/>
                        <a:pt x="1955" y="2677"/>
                        <a:pt x="2129" y="2620"/>
                      </a:cubicBezTo>
                      <a:lnTo>
                        <a:pt x="2432" y="2498"/>
                      </a:lnTo>
                      <a:cubicBezTo>
                        <a:pt x="2584" y="2407"/>
                        <a:pt x="2706" y="2285"/>
                        <a:pt x="2797" y="2164"/>
                      </a:cubicBezTo>
                      <a:cubicBezTo>
                        <a:pt x="2888" y="2072"/>
                        <a:pt x="2949" y="1981"/>
                        <a:pt x="2980" y="1860"/>
                      </a:cubicBezTo>
                      <a:cubicBezTo>
                        <a:pt x="3071" y="1708"/>
                        <a:pt x="3101" y="1525"/>
                        <a:pt x="3101" y="1343"/>
                      </a:cubicBezTo>
                      <a:lnTo>
                        <a:pt x="3040" y="978"/>
                      </a:lnTo>
                      <a:lnTo>
                        <a:pt x="2919" y="674"/>
                      </a:lnTo>
                      <a:cubicBezTo>
                        <a:pt x="2767" y="370"/>
                        <a:pt x="2432" y="157"/>
                        <a:pt x="2129" y="66"/>
                      </a:cubicBezTo>
                      <a:cubicBezTo>
                        <a:pt x="1964" y="12"/>
                        <a:pt x="1811" y="1"/>
                        <a:pt x="166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4" name="Google Shape;3754;p25"/>
                <p:cNvSpPr/>
                <p:nvPr/>
              </p:nvSpPr>
              <p:spPr>
                <a:xfrm>
                  <a:off x="1232800" y="3021875"/>
                  <a:ext cx="63100" cy="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" h="2320" extrusionOk="0">
                      <a:moveTo>
                        <a:pt x="1195" y="0"/>
                      </a:moveTo>
                      <a:cubicBezTo>
                        <a:pt x="1130" y="0"/>
                        <a:pt x="1067" y="8"/>
                        <a:pt x="1004" y="20"/>
                      </a:cubicBezTo>
                      <a:cubicBezTo>
                        <a:pt x="852" y="20"/>
                        <a:pt x="730" y="81"/>
                        <a:pt x="578" y="172"/>
                      </a:cubicBezTo>
                      <a:lnTo>
                        <a:pt x="366" y="355"/>
                      </a:lnTo>
                      <a:cubicBezTo>
                        <a:pt x="244" y="446"/>
                        <a:pt x="153" y="567"/>
                        <a:pt x="123" y="719"/>
                      </a:cubicBezTo>
                      <a:cubicBezTo>
                        <a:pt x="31" y="841"/>
                        <a:pt x="1" y="993"/>
                        <a:pt x="1" y="1145"/>
                      </a:cubicBezTo>
                      <a:lnTo>
                        <a:pt x="62" y="1479"/>
                      </a:lnTo>
                      <a:cubicBezTo>
                        <a:pt x="92" y="1631"/>
                        <a:pt x="153" y="1753"/>
                        <a:pt x="275" y="1874"/>
                      </a:cubicBezTo>
                      <a:cubicBezTo>
                        <a:pt x="335" y="1996"/>
                        <a:pt x="457" y="2087"/>
                        <a:pt x="578" y="2148"/>
                      </a:cubicBezTo>
                      <a:lnTo>
                        <a:pt x="852" y="2270"/>
                      </a:lnTo>
                      <a:cubicBezTo>
                        <a:pt x="941" y="2305"/>
                        <a:pt x="1041" y="2320"/>
                        <a:pt x="1132" y="2320"/>
                      </a:cubicBezTo>
                      <a:cubicBezTo>
                        <a:pt x="1197" y="2320"/>
                        <a:pt x="1258" y="2313"/>
                        <a:pt x="1308" y="2300"/>
                      </a:cubicBezTo>
                      <a:cubicBezTo>
                        <a:pt x="1490" y="2300"/>
                        <a:pt x="1612" y="2239"/>
                        <a:pt x="1764" y="2148"/>
                      </a:cubicBezTo>
                      <a:cubicBezTo>
                        <a:pt x="1823" y="2109"/>
                        <a:pt x="1879" y="2066"/>
                        <a:pt x="1932" y="2019"/>
                      </a:cubicBezTo>
                      <a:lnTo>
                        <a:pt x="1932" y="2019"/>
                      </a:lnTo>
                      <a:cubicBezTo>
                        <a:pt x="2090" y="1952"/>
                        <a:pt x="2211" y="1848"/>
                        <a:pt x="2311" y="1722"/>
                      </a:cubicBezTo>
                      <a:cubicBezTo>
                        <a:pt x="2433" y="1571"/>
                        <a:pt x="2524" y="1358"/>
                        <a:pt x="2493" y="1145"/>
                      </a:cubicBezTo>
                      <a:cubicBezTo>
                        <a:pt x="2493" y="993"/>
                        <a:pt x="2463" y="841"/>
                        <a:pt x="2372" y="689"/>
                      </a:cubicBezTo>
                      <a:cubicBezTo>
                        <a:pt x="2297" y="515"/>
                        <a:pt x="2122" y="382"/>
                        <a:pt x="1944" y="306"/>
                      </a:cubicBezTo>
                      <a:lnTo>
                        <a:pt x="1944" y="306"/>
                      </a:lnTo>
                      <a:cubicBezTo>
                        <a:pt x="1888" y="251"/>
                        <a:pt x="1828" y="204"/>
                        <a:pt x="1764" y="172"/>
                      </a:cubicBezTo>
                      <a:lnTo>
                        <a:pt x="1490" y="51"/>
                      </a:lnTo>
                      <a:cubicBezTo>
                        <a:pt x="1384" y="15"/>
                        <a:pt x="1287" y="0"/>
                        <a:pt x="11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5" name="Google Shape;3755;p25"/>
                <p:cNvSpPr/>
                <p:nvPr/>
              </p:nvSpPr>
              <p:spPr>
                <a:xfrm>
                  <a:off x="1308800" y="3282250"/>
                  <a:ext cx="73725" cy="7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" h="2831" extrusionOk="0">
                      <a:moveTo>
                        <a:pt x="1399" y="1"/>
                      </a:moveTo>
                      <a:cubicBezTo>
                        <a:pt x="1216" y="1"/>
                        <a:pt x="1034" y="31"/>
                        <a:pt x="852" y="122"/>
                      </a:cubicBezTo>
                      <a:cubicBezTo>
                        <a:pt x="700" y="183"/>
                        <a:pt x="548" y="274"/>
                        <a:pt x="396" y="426"/>
                      </a:cubicBezTo>
                      <a:cubicBezTo>
                        <a:pt x="274" y="548"/>
                        <a:pt x="183" y="700"/>
                        <a:pt x="122" y="882"/>
                      </a:cubicBezTo>
                      <a:cubicBezTo>
                        <a:pt x="31" y="1034"/>
                        <a:pt x="1" y="1216"/>
                        <a:pt x="1" y="1429"/>
                      </a:cubicBezTo>
                      <a:cubicBezTo>
                        <a:pt x="1" y="1794"/>
                        <a:pt x="122" y="2159"/>
                        <a:pt x="396" y="2432"/>
                      </a:cubicBezTo>
                      <a:cubicBezTo>
                        <a:pt x="677" y="2658"/>
                        <a:pt x="985" y="2831"/>
                        <a:pt x="1319" y="2831"/>
                      </a:cubicBezTo>
                      <a:cubicBezTo>
                        <a:pt x="1345" y="2831"/>
                        <a:pt x="1372" y="2830"/>
                        <a:pt x="1399" y="2827"/>
                      </a:cubicBezTo>
                      <a:lnTo>
                        <a:pt x="1794" y="2797"/>
                      </a:lnTo>
                      <a:cubicBezTo>
                        <a:pt x="1976" y="2736"/>
                        <a:pt x="2128" y="2645"/>
                        <a:pt x="2280" y="2523"/>
                      </a:cubicBezTo>
                      <a:cubicBezTo>
                        <a:pt x="2398" y="2453"/>
                        <a:pt x="2498" y="2363"/>
                        <a:pt x="2580" y="2241"/>
                      </a:cubicBezTo>
                      <a:lnTo>
                        <a:pt x="2580" y="2241"/>
                      </a:lnTo>
                      <a:cubicBezTo>
                        <a:pt x="2625" y="2199"/>
                        <a:pt x="2665" y="2152"/>
                        <a:pt x="2706" y="2098"/>
                      </a:cubicBezTo>
                      <a:cubicBezTo>
                        <a:pt x="2767" y="2007"/>
                        <a:pt x="2797" y="1946"/>
                        <a:pt x="2827" y="1855"/>
                      </a:cubicBezTo>
                      <a:cubicBezTo>
                        <a:pt x="2888" y="1703"/>
                        <a:pt x="2949" y="1581"/>
                        <a:pt x="2919" y="1429"/>
                      </a:cubicBezTo>
                      <a:cubicBezTo>
                        <a:pt x="2919" y="1216"/>
                        <a:pt x="2858" y="1034"/>
                        <a:pt x="2767" y="852"/>
                      </a:cubicBezTo>
                      <a:cubicBezTo>
                        <a:pt x="2715" y="749"/>
                        <a:pt x="2643" y="669"/>
                        <a:pt x="2549" y="591"/>
                      </a:cubicBezTo>
                      <a:lnTo>
                        <a:pt x="2549" y="591"/>
                      </a:lnTo>
                      <a:lnTo>
                        <a:pt x="2402" y="426"/>
                      </a:lnTo>
                      <a:cubicBezTo>
                        <a:pt x="2280" y="274"/>
                        <a:pt x="2128" y="183"/>
                        <a:pt x="1946" y="122"/>
                      </a:cubicBezTo>
                      <a:cubicBezTo>
                        <a:pt x="1794" y="31"/>
                        <a:pt x="1612" y="1"/>
                        <a:pt x="139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6" name="Google Shape;3756;p25"/>
                <p:cNvSpPr/>
                <p:nvPr/>
              </p:nvSpPr>
              <p:spPr>
                <a:xfrm>
                  <a:off x="1208500" y="3216050"/>
                  <a:ext cx="46375" cy="5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5" h="2102" extrusionOk="0">
                      <a:moveTo>
                        <a:pt x="983" y="0"/>
                      </a:moveTo>
                      <a:cubicBezTo>
                        <a:pt x="959" y="0"/>
                        <a:pt x="936" y="2"/>
                        <a:pt x="912" y="4"/>
                      </a:cubicBezTo>
                      <a:cubicBezTo>
                        <a:pt x="699" y="4"/>
                        <a:pt x="456" y="95"/>
                        <a:pt x="304" y="247"/>
                      </a:cubicBezTo>
                      <a:cubicBezTo>
                        <a:pt x="183" y="369"/>
                        <a:pt x="122" y="491"/>
                        <a:pt x="61" y="643"/>
                      </a:cubicBezTo>
                      <a:cubicBezTo>
                        <a:pt x="61" y="734"/>
                        <a:pt x="61" y="825"/>
                        <a:pt x="31" y="916"/>
                      </a:cubicBezTo>
                      <a:cubicBezTo>
                        <a:pt x="31" y="1007"/>
                        <a:pt x="31" y="1098"/>
                        <a:pt x="0" y="1190"/>
                      </a:cubicBezTo>
                      <a:cubicBezTo>
                        <a:pt x="0" y="1402"/>
                        <a:pt x="122" y="1676"/>
                        <a:pt x="274" y="1828"/>
                      </a:cubicBezTo>
                      <a:cubicBezTo>
                        <a:pt x="426" y="1980"/>
                        <a:pt x="699" y="2102"/>
                        <a:pt x="912" y="2102"/>
                      </a:cubicBezTo>
                      <a:cubicBezTo>
                        <a:pt x="1155" y="2102"/>
                        <a:pt x="1399" y="2010"/>
                        <a:pt x="1550" y="1828"/>
                      </a:cubicBezTo>
                      <a:cubicBezTo>
                        <a:pt x="1702" y="1676"/>
                        <a:pt x="1854" y="1433"/>
                        <a:pt x="1824" y="1190"/>
                      </a:cubicBezTo>
                      <a:lnTo>
                        <a:pt x="1794" y="916"/>
                      </a:lnTo>
                      <a:cubicBezTo>
                        <a:pt x="1794" y="855"/>
                        <a:pt x="1794" y="825"/>
                        <a:pt x="1763" y="764"/>
                      </a:cubicBezTo>
                      <a:cubicBezTo>
                        <a:pt x="1763" y="612"/>
                        <a:pt x="1702" y="460"/>
                        <a:pt x="1611" y="339"/>
                      </a:cubicBezTo>
                      <a:cubicBezTo>
                        <a:pt x="1472" y="144"/>
                        <a:pt x="1232" y="0"/>
                        <a:pt x="9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7" name="Google Shape;3757;p25"/>
                <p:cNvSpPr/>
                <p:nvPr/>
              </p:nvSpPr>
              <p:spPr>
                <a:xfrm>
                  <a:off x="1429625" y="3275425"/>
                  <a:ext cx="54725" cy="4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9" h="1733" extrusionOk="0">
                      <a:moveTo>
                        <a:pt x="1095" y="0"/>
                      </a:moveTo>
                      <a:cubicBezTo>
                        <a:pt x="0" y="0"/>
                        <a:pt x="0" y="1733"/>
                        <a:pt x="1095" y="1733"/>
                      </a:cubicBezTo>
                      <a:cubicBezTo>
                        <a:pt x="2189" y="1733"/>
                        <a:pt x="2189" y="0"/>
                        <a:pt x="10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8" name="Google Shape;3758;p25"/>
                <p:cNvSpPr/>
                <p:nvPr/>
              </p:nvSpPr>
              <p:spPr>
                <a:xfrm>
                  <a:off x="1154550" y="3102925"/>
                  <a:ext cx="5092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1581" extrusionOk="0">
                      <a:moveTo>
                        <a:pt x="1034" y="0"/>
                      </a:moveTo>
                      <a:cubicBezTo>
                        <a:pt x="0" y="0"/>
                        <a:pt x="0" y="1581"/>
                        <a:pt x="1034" y="1581"/>
                      </a:cubicBezTo>
                      <a:cubicBezTo>
                        <a:pt x="2037" y="1581"/>
                        <a:pt x="2037" y="0"/>
                        <a:pt x="10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9" name="Google Shape;3759;p25"/>
                <p:cNvSpPr/>
                <p:nvPr/>
              </p:nvSpPr>
              <p:spPr>
                <a:xfrm>
                  <a:off x="1524600" y="3257925"/>
                  <a:ext cx="49425" cy="3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7" h="1491" extrusionOk="0">
                      <a:moveTo>
                        <a:pt x="1004" y="1"/>
                      </a:moveTo>
                      <a:cubicBezTo>
                        <a:pt x="1" y="1"/>
                        <a:pt x="1" y="1490"/>
                        <a:pt x="1004" y="1490"/>
                      </a:cubicBezTo>
                      <a:cubicBezTo>
                        <a:pt x="1977" y="1490"/>
                        <a:pt x="1977" y="1"/>
                        <a:pt x="100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0" name="Google Shape;3760;p25"/>
                <p:cNvSpPr/>
                <p:nvPr/>
              </p:nvSpPr>
              <p:spPr>
                <a:xfrm>
                  <a:off x="1079325" y="3116600"/>
                  <a:ext cx="16725" cy="1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9" h="518" extrusionOk="0">
                      <a:moveTo>
                        <a:pt x="334" y="0"/>
                      </a:moveTo>
                      <a:cubicBezTo>
                        <a:pt x="0" y="0"/>
                        <a:pt x="0" y="517"/>
                        <a:pt x="334" y="517"/>
                      </a:cubicBezTo>
                      <a:cubicBezTo>
                        <a:pt x="669" y="517"/>
                        <a:pt x="669" y="0"/>
                        <a:pt x="3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761" name="Google Shape;3761;p25"/>
            <p:cNvGrpSpPr/>
            <p:nvPr/>
          </p:nvGrpSpPr>
          <p:grpSpPr>
            <a:xfrm>
              <a:off x="-479998" y="3656311"/>
              <a:ext cx="2042052" cy="2154808"/>
              <a:chOff x="-479998" y="3656311"/>
              <a:chExt cx="2042052" cy="2154808"/>
            </a:xfrm>
          </p:grpSpPr>
          <p:sp>
            <p:nvSpPr>
              <p:cNvPr id="3762" name="Google Shape;3762;p25"/>
              <p:cNvSpPr/>
              <p:nvPr/>
            </p:nvSpPr>
            <p:spPr>
              <a:xfrm>
                <a:off x="0" y="4198675"/>
                <a:ext cx="1165700" cy="1203225"/>
              </a:xfrm>
              <a:custGeom>
                <a:avLst/>
                <a:gdLst/>
                <a:ahLst/>
                <a:cxnLst/>
                <a:rect l="l" t="t" r="r" b="b"/>
                <a:pathLst>
                  <a:path w="46628" h="48129" extrusionOk="0">
                    <a:moveTo>
                      <a:pt x="26272" y="1"/>
                    </a:moveTo>
                    <a:cubicBezTo>
                      <a:pt x="19508" y="1"/>
                      <a:pt x="12739" y="1936"/>
                      <a:pt x="7053" y="5590"/>
                    </a:cubicBezTo>
                    <a:cubicBezTo>
                      <a:pt x="1642" y="9085"/>
                      <a:pt x="4043" y="10423"/>
                      <a:pt x="3527" y="15772"/>
                    </a:cubicBezTo>
                    <a:cubicBezTo>
                      <a:pt x="3131" y="19997"/>
                      <a:pt x="1" y="25347"/>
                      <a:pt x="3101" y="29238"/>
                    </a:cubicBezTo>
                    <a:lnTo>
                      <a:pt x="3131" y="29238"/>
                    </a:lnTo>
                    <a:cubicBezTo>
                      <a:pt x="4317" y="30727"/>
                      <a:pt x="6262" y="31517"/>
                      <a:pt x="7205" y="33189"/>
                    </a:cubicBezTo>
                    <a:cubicBezTo>
                      <a:pt x="7843" y="34344"/>
                      <a:pt x="7904" y="35712"/>
                      <a:pt x="8086" y="37019"/>
                    </a:cubicBezTo>
                    <a:cubicBezTo>
                      <a:pt x="8542" y="40119"/>
                      <a:pt x="9788" y="43189"/>
                      <a:pt x="12068" y="45347"/>
                    </a:cubicBezTo>
                    <a:cubicBezTo>
                      <a:pt x="13805" y="46992"/>
                      <a:pt x="16179" y="48037"/>
                      <a:pt x="18542" y="48037"/>
                    </a:cubicBezTo>
                    <a:cubicBezTo>
                      <a:pt x="19279" y="48037"/>
                      <a:pt x="20015" y="47935"/>
                      <a:pt x="20731" y="47718"/>
                    </a:cubicBezTo>
                    <a:cubicBezTo>
                      <a:pt x="23567" y="46850"/>
                      <a:pt x="25990" y="44355"/>
                      <a:pt x="28892" y="44355"/>
                    </a:cubicBezTo>
                    <a:cubicBezTo>
                      <a:pt x="29038" y="44355"/>
                      <a:pt x="29185" y="44362"/>
                      <a:pt x="29333" y="44375"/>
                    </a:cubicBezTo>
                    <a:cubicBezTo>
                      <a:pt x="32403" y="44679"/>
                      <a:pt x="34591" y="47840"/>
                      <a:pt x="37661" y="48113"/>
                    </a:cubicBezTo>
                    <a:cubicBezTo>
                      <a:pt x="37787" y="48124"/>
                      <a:pt x="37912" y="48129"/>
                      <a:pt x="38037" y="48129"/>
                    </a:cubicBezTo>
                    <a:cubicBezTo>
                      <a:pt x="40115" y="48129"/>
                      <a:pt x="42044" y="46730"/>
                      <a:pt x="43163" y="44952"/>
                    </a:cubicBezTo>
                    <a:cubicBezTo>
                      <a:pt x="44348" y="43098"/>
                      <a:pt x="44804" y="40849"/>
                      <a:pt x="45138" y="38660"/>
                    </a:cubicBezTo>
                    <a:cubicBezTo>
                      <a:pt x="46324" y="31001"/>
                      <a:pt x="46628" y="23189"/>
                      <a:pt x="46050" y="15468"/>
                    </a:cubicBezTo>
                    <a:cubicBezTo>
                      <a:pt x="45777" y="11821"/>
                      <a:pt x="45199" y="7930"/>
                      <a:pt x="42737" y="5195"/>
                    </a:cubicBezTo>
                    <a:cubicBezTo>
                      <a:pt x="40974" y="3219"/>
                      <a:pt x="38421" y="2125"/>
                      <a:pt x="35898" y="1365"/>
                    </a:cubicBezTo>
                    <a:cubicBezTo>
                      <a:pt x="32771" y="447"/>
                      <a:pt x="29522" y="1"/>
                      <a:pt x="262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3" name="Google Shape;3763;p25"/>
              <p:cNvSpPr/>
              <p:nvPr/>
            </p:nvSpPr>
            <p:spPr>
              <a:xfrm rot="-1929037">
                <a:off x="-130305" y="3883122"/>
                <a:ext cx="1342666" cy="1701186"/>
              </a:xfrm>
              <a:custGeom>
                <a:avLst/>
                <a:gdLst/>
                <a:ahLst/>
                <a:cxnLst/>
                <a:rect l="l" t="t" r="r" b="b"/>
                <a:pathLst>
                  <a:path w="72556" h="91930" extrusionOk="0">
                    <a:moveTo>
                      <a:pt x="8404" y="0"/>
                    </a:moveTo>
                    <a:cubicBezTo>
                      <a:pt x="5829" y="0"/>
                      <a:pt x="4478" y="4262"/>
                      <a:pt x="4074" y="7018"/>
                    </a:cubicBezTo>
                    <a:cubicBezTo>
                      <a:pt x="3132" y="13614"/>
                      <a:pt x="2159" y="20210"/>
                      <a:pt x="1460" y="26836"/>
                    </a:cubicBezTo>
                    <a:cubicBezTo>
                      <a:pt x="396" y="37201"/>
                      <a:pt x="1" y="47627"/>
                      <a:pt x="305" y="58052"/>
                    </a:cubicBezTo>
                    <a:cubicBezTo>
                      <a:pt x="578" y="67566"/>
                      <a:pt x="1855" y="78022"/>
                      <a:pt x="8785" y="84557"/>
                    </a:cubicBezTo>
                    <a:cubicBezTo>
                      <a:pt x="14621" y="90059"/>
                      <a:pt x="23132" y="91487"/>
                      <a:pt x="31157" y="91822"/>
                    </a:cubicBezTo>
                    <a:cubicBezTo>
                      <a:pt x="32812" y="91894"/>
                      <a:pt x="34469" y="91930"/>
                      <a:pt x="36126" y="91930"/>
                    </a:cubicBezTo>
                    <a:cubicBezTo>
                      <a:pt x="42105" y="91930"/>
                      <a:pt x="48088" y="91469"/>
                      <a:pt x="54014" y="90636"/>
                    </a:cubicBezTo>
                    <a:cubicBezTo>
                      <a:pt x="60245" y="89724"/>
                      <a:pt x="66993" y="88053"/>
                      <a:pt x="70762" y="83007"/>
                    </a:cubicBezTo>
                    <a:cubicBezTo>
                      <a:pt x="71735" y="81700"/>
                      <a:pt x="72495" y="80180"/>
                      <a:pt x="72525" y="78539"/>
                    </a:cubicBezTo>
                    <a:cubicBezTo>
                      <a:pt x="72555" y="76958"/>
                      <a:pt x="71917" y="75438"/>
                      <a:pt x="71309" y="73949"/>
                    </a:cubicBezTo>
                    <a:cubicBezTo>
                      <a:pt x="70884" y="72946"/>
                      <a:pt x="70397" y="71882"/>
                      <a:pt x="69516" y="71244"/>
                    </a:cubicBezTo>
                    <a:cubicBezTo>
                      <a:pt x="68817" y="70727"/>
                      <a:pt x="67935" y="70545"/>
                      <a:pt x="67115" y="70241"/>
                    </a:cubicBezTo>
                    <a:cubicBezTo>
                      <a:pt x="63072" y="68630"/>
                      <a:pt x="61370" y="63949"/>
                      <a:pt x="58330" y="60879"/>
                    </a:cubicBezTo>
                    <a:cubicBezTo>
                      <a:pt x="56111" y="58599"/>
                      <a:pt x="52859" y="56806"/>
                      <a:pt x="52434" y="53675"/>
                    </a:cubicBezTo>
                    <a:cubicBezTo>
                      <a:pt x="52130" y="51608"/>
                      <a:pt x="53224" y="49602"/>
                      <a:pt x="53528" y="47566"/>
                    </a:cubicBezTo>
                    <a:cubicBezTo>
                      <a:pt x="53790" y="45587"/>
                      <a:pt x="52687" y="43052"/>
                      <a:pt x="50779" y="43052"/>
                    </a:cubicBezTo>
                    <a:cubicBezTo>
                      <a:pt x="50694" y="43052"/>
                      <a:pt x="50607" y="43057"/>
                      <a:pt x="50519" y="43067"/>
                    </a:cubicBezTo>
                    <a:cubicBezTo>
                      <a:pt x="49516" y="43189"/>
                      <a:pt x="48695" y="43979"/>
                      <a:pt x="47692" y="44070"/>
                    </a:cubicBezTo>
                    <a:cubicBezTo>
                      <a:pt x="47623" y="44076"/>
                      <a:pt x="47555" y="44079"/>
                      <a:pt x="47489" y="44079"/>
                    </a:cubicBezTo>
                    <a:cubicBezTo>
                      <a:pt x="45562" y="44079"/>
                      <a:pt x="44648" y="41579"/>
                      <a:pt x="43649" y="39845"/>
                    </a:cubicBezTo>
                    <a:cubicBezTo>
                      <a:pt x="41643" y="36380"/>
                      <a:pt x="37388" y="34708"/>
                      <a:pt x="35382" y="31274"/>
                    </a:cubicBezTo>
                    <a:cubicBezTo>
                      <a:pt x="33254" y="27687"/>
                      <a:pt x="34075" y="23219"/>
                      <a:pt x="34500" y="19085"/>
                    </a:cubicBezTo>
                    <a:cubicBezTo>
                      <a:pt x="34713" y="17109"/>
                      <a:pt x="34774" y="14982"/>
                      <a:pt x="33831" y="13249"/>
                    </a:cubicBezTo>
                    <a:cubicBezTo>
                      <a:pt x="31886" y="9662"/>
                      <a:pt x="27023" y="9389"/>
                      <a:pt x="23071" y="8477"/>
                    </a:cubicBezTo>
                    <a:cubicBezTo>
                      <a:pt x="17934" y="7322"/>
                      <a:pt x="14682" y="4465"/>
                      <a:pt x="10852" y="1121"/>
                    </a:cubicBezTo>
                    <a:cubicBezTo>
                      <a:pt x="9937" y="332"/>
                      <a:pt x="9123" y="0"/>
                      <a:pt x="84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764" name="Google Shape;3764;p25"/>
              <p:cNvGrpSpPr/>
              <p:nvPr/>
            </p:nvGrpSpPr>
            <p:grpSpPr>
              <a:xfrm>
                <a:off x="478560" y="4350727"/>
                <a:ext cx="822293" cy="608113"/>
                <a:chOff x="2865710" y="4140652"/>
                <a:chExt cx="822293" cy="608113"/>
              </a:xfrm>
            </p:grpSpPr>
            <p:sp>
              <p:nvSpPr>
                <p:cNvPr id="3765" name="Google Shape;3765;p25"/>
                <p:cNvSpPr/>
                <p:nvPr/>
              </p:nvSpPr>
              <p:spPr>
                <a:xfrm rot="-7016196">
                  <a:off x="3007886" y="4562827"/>
                  <a:ext cx="57774" cy="103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4134" extrusionOk="0">
                      <a:moveTo>
                        <a:pt x="1228" y="0"/>
                      </a:moveTo>
                      <a:cubicBezTo>
                        <a:pt x="1102" y="0"/>
                        <a:pt x="977" y="49"/>
                        <a:pt x="882" y="163"/>
                      </a:cubicBezTo>
                      <a:cubicBezTo>
                        <a:pt x="669" y="436"/>
                        <a:pt x="578" y="740"/>
                        <a:pt x="396" y="1044"/>
                      </a:cubicBezTo>
                      <a:cubicBezTo>
                        <a:pt x="152" y="1531"/>
                        <a:pt x="0" y="1804"/>
                        <a:pt x="92" y="2382"/>
                      </a:cubicBezTo>
                      <a:cubicBezTo>
                        <a:pt x="213" y="3142"/>
                        <a:pt x="730" y="3689"/>
                        <a:pt x="1368" y="4053"/>
                      </a:cubicBezTo>
                      <a:cubicBezTo>
                        <a:pt x="1466" y="4102"/>
                        <a:pt x="1572" y="4134"/>
                        <a:pt x="1678" y="4134"/>
                      </a:cubicBezTo>
                      <a:cubicBezTo>
                        <a:pt x="1770" y="4134"/>
                        <a:pt x="1861" y="4110"/>
                        <a:pt x="1946" y="4053"/>
                      </a:cubicBezTo>
                      <a:cubicBezTo>
                        <a:pt x="2311" y="3810"/>
                        <a:pt x="2219" y="3324"/>
                        <a:pt x="2189" y="2929"/>
                      </a:cubicBezTo>
                      <a:cubicBezTo>
                        <a:pt x="2128" y="2534"/>
                        <a:pt x="2159" y="2138"/>
                        <a:pt x="2067" y="1713"/>
                      </a:cubicBezTo>
                      <a:cubicBezTo>
                        <a:pt x="2007" y="1500"/>
                        <a:pt x="1824" y="1348"/>
                        <a:pt x="1763" y="1135"/>
                      </a:cubicBezTo>
                      <a:cubicBezTo>
                        <a:pt x="1703" y="983"/>
                        <a:pt x="1794" y="710"/>
                        <a:pt x="1794" y="528"/>
                      </a:cubicBezTo>
                      <a:cubicBezTo>
                        <a:pt x="1794" y="235"/>
                        <a:pt x="1507" y="0"/>
                        <a:pt x="12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6" name="Google Shape;3766;p25"/>
                <p:cNvSpPr/>
                <p:nvPr/>
              </p:nvSpPr>
              <p:spPr>
                <a:xfrm rot="-7016196">
                  <a:off x="2966336" y="4516401"/>
                  <a:ext cx="45025" cy="66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1" h="2678" extrusionOk="0">
                      <a:moveTo>
                        <a:pt x="607" y="1"/>
                      </a:moveTo>
                      <a:cubicBezTo>
                        <a:pt x="518" y="1"/>
                        <a:pt x="428" y="21"/>
                        <a:pt x="342" y="64"/>
                      </a:cubicBezTo>
                      <a:cubicBezTo>
                        <a:pt x="145" y="204"/>
                        <a:pt x="0" y="474"/>
                        <a:pt x="51" y="706"/>
                      </a:cubicBezTo>
                      <a:lnTo>
                        <a:pt x="51" y="706"/>
                      </a:lnTo>
                      <a:cubicBezTo>
                        <a:pt x="11" y="957"/>
                        <a:pt x="85" y="1124"/>
                        <a:pt x="159" y="1371"/>
                      </a:cubicBezTo>
                      <a:cubicBezTo>
                        <a:pt x="190" y="1553"/>
                        <a:pt x="190" y="1705"/>
                        <a:pt x="190" y="1888"/>
                      </a:cubicBezTo>
                      <a:cubicBezTo>
                        <a:pt x="190" y="2283"/>
                        <a:pt x="433" y="2496"/>
                        <a:pt x="767" y="2648"/>
                      </a:cubicBezTo>
                      <a:cubicBezTo>
                        <a:pt x="797" y="2678"/>
                        <a:pt x="889" y="2678"/>
                        <a:pt x="949" y="2678"/>
                      </a:cubicBezTo>
                      <a:cubicBezTo>
                        <a:pt x="1314" y="2678"/>
                        <a:pt x="1618" y="2404"/>
                        <a:pt x="1709" y="2100"/>
                      </a:cubicBezTo>
                      <a:cubicBezTo>
                        <a:pt x="1801" y="1766"/>
                        <a:pt x="1770" y="1371"/>
                        <a:pt x="1679" y="1006"/>
                      </a:cubicBezTo>
                      <a:cubicBezTo>
                        <a:pt x="1562" y="569"/>
                        <a:pt x="1362" y="215"/>
                        <a:pt x="916" y="80"/>
                      </a:cubicBezTo>
                      <a:lnTo>
                        <a:pt x="916" y="80"/>
                      </a:lnTo>
                      <a:cubicBezTo>
                        <a:pt x="818" y="29"/>
                        <a:pt x="713" y="1"/>
                        <a:pt x="60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7" name="Google Shape;3767;p25"/>
                <p:cNvSpPr/>
                <p:nvPr/>
              </p:nvSpPr>
              <p:spPr>
                <a:xfrm rot="-7016196">
                  <a:off x="3030704" y="4450217"/>
                  <a:ext cx="29675" cy="3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307" extrusionOk="0">
                      <a:moveTo>
                        <a:pt x="799" y="0"/>
                      </a:moveTo>
                      <a:cubicBezTo>
                        <a:pt x="710" y="0"/>
                        <a:pt x="618" y="39"/>
                        <a:pt x="553" y="133"/>
                      </a:cubicBezTo>
                      <a:cubicBezTo>
                        <a:pt x="461" y="285"/>
                        <a:pt x="340" y="437"/>
                        <a:pt x="249" y="619"/>
                      </a:cubicBezTo>
                      <a:cubicBezTo>
                        <a:pt x="218" y="680"/>
                        <a:pt x="188" y="741"/>
                        <a:pt x="157" y="832"/>
                      </a:cubicBezTo>
                      <a:cubicBezTo>
                        <a:pt x="127" y="923"/>
                        <a:pt x="97" y="984"/>
                        <a:pt x="66" y="1075"/>
                      </a:cubicBezTo>
                      <a:cubicBezTo>
                        <a:pt x="1" y="1206"/>
                        <a:pt x="124" y="1306"/>
                        <a:pt x="244" y="1306"/>
                      </a:cubicBezTo>
                      <a:cubicBezTo>
                        <a:pt x="290" y="1306"/>
                        <a:pt x="336" y="1291"/>
                        <a:pt x="370" y="1257"/>
                      </a:cubicBezTo>
                      <a:cubicBezTo>
                        <a:pt x="492" y="1136"/>
                        <a:pt x="644" y="1014"/>
                        <a:pt x="735" y="862"/>
                      </a:cubicBezTo>
                      <a:cubicBezTo>
                        <a:pt x="857" y="710"/>
                        <a:pt x="948" y="558"/>
                        <a:pt x="1039" y="406"/>
                      </a:cubicBezTo>
                      <a:cubicBezTo>
                        <a:pt x="1186" y="196"/>
                        <a:pt x="999" y="0"/>
                        <a:pt x="7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8" name="Google Shape;3768;p25"/>
                <p:cNvSpPr/>
                <p:nvPr/>
              </p:nvSpPr>
              <p:spPr>
                <a:xfrm rot="-7016196">
                  <a:off x="3121320" y="4409859"/>
                  <a:ext cx="41825" cy="7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" h="3185" extrusionOk="0">
                      <a:moveTo>
                        <a:pt x="836" y="0"/>
                      </a:moveTo>
                      <a:cubicBezTo>
                        <a:pt x="555" y="0"/>
                        <a:pt x="274" y="160"/>
                        <a:pt x="213" y="479"/>
                      </a:cubicBezTo>
                      <a:lnTo>
                        <a:pt x="183" y="479"/>
                      </a:lnTo>
                      <a:cubicBezTo>
                        <a:pt x="152" y="570"/>
                        <a:pt x="91" y="661"/>
                        <a:pt x="61" y="783"/>
                      </a:cubicBezTo>
                      <a:cubicBezTo>
                        <a:pt x="31" y="904"/>
                        <a:pt x="31" y="1026"/>
                        <a:pt x="31" y="1148"/>
                      </a:cubicBezTo>
                      <a:cubicBezTo>
                        <a:pt x="0" y="1360"/>
                        <a:pt x="0" y="1603"/>
                        <a:pt x="0" y="1816"/>
                      </a:cubicBezTo>
                      <a:cubicBezTo>
                        <a:pt x="31" y="2090"/>
                        <a:pt x="152" y="2242"/>
                        <a:pt x="243" y="2485"/>
                      </a:cubicBezTo>
                      <a:cubicBezTo>
                        <a:pt x="335" y="2667"/>
                        <a:pt x="395" y="2850"/>
                        <a:pt x="517" y="3002"/>
                      </a:cubicBezTo>
                      <a:cubicBezTo>
                        <a:pt x="593" y="3123"/>
                        <a:pt x="715" y="3184"/>
                        <a:pt x="836" y="3184"/>
                      </a:cubicBezTo>
                      <a:cubicBezTo>
                        <a:pt x="958" y="3184"/>
                        <a:pt x="1079" y="3123"/>
                        <a:pt x="1155" y="3002"/>
                      </a:cubicBezTo>
                      <a:cubicBezTo>
                        <a:pt x="1277" y="2850"/>
                        <a:pt x="1338" y="2667"/>
                        <a:pt x="1398" y="2485"/>
                      </a:cubicBezTo>
                      <a:cubicBezTo>
                        <a:pt x="1520" y="2242"/>
                        <a:pt x="1611" y="2090"/>
                        <a:pt x="1642" y="1816"/>
                      </a:cubicBezTo>
                      <a:cubicBezTo>
                        <a:pt x="1672" y="1603"/>
                        <a:pt x="1672" y="1360"/>
                        <a:pt x="1642" y="1148"/>
                      </a:cubicBezTo>
                      <a:cubicBezTo>
                        <a:pt x="1642" y="1026"/>
                        <a:pt x="1611" y="904"/>
                        <a:pt x="1611" y="783"/>
                      </a:cubicBezTo>
                      <a:cubicBezTo>
                        <a:pt x="1550" y="692"/>
                        <a:pt x="1520" y="570"/>
                        <a:pt x="1459" y="479"/>
                      </a:cubicBezTo>
                      <a:cubicBezTo>
                        <a:pt x="1398" y="160"/>
                        <a:pt x="1117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9" name="Google Shape;3769;p25"/>
                <p:cNvSpPr/>
                <p:nvPr/>
              </p:nvSpPr>
              <p:spPr>
                <a:xfrm rot="-7016196">
                  <a:off x="3135058" y="4522280"/>
                  <a:ext cx="42600" cy="4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" h="1903" extrusionOk="0">
                      <a:moveTo>
                        <a:pt x="1000" y="0"/>
                      </a:moveTo>
                      <a:cubicBezTo>
                        <a:pt x="766" y="0"/>
                        <a:pt x="539" y="119"/>
                        <a:pt x="427" y="321"/>
                      </a:cubicBezTo>
                      <a:cubicBezTo>
                        <a:pt x="305" y="503"/>
                        <a:pt x="214" y="686"/>
                        <a:pt x="123" y="898"/>
                      </a:cubicBezTo>
                      <a:cubicBezTo>
                        <a:pt x="31" y="1081"/>
                        <a:pt x="1" y="1233"/>
                        <a:pt x="62" y="1415"/>
                      </a:cubicBezTo>
                      <a:cubicBezTo>
                        <a:pt x="92" y="1567"/>
                        <a:pt x="214" y="1750"/>
                        <a:pt x="366" y="1810"/>
                      </a:cubicBezTo>
                      <a:cubicBezTo>
                        <a:pt x="469" y="1872"/>
                        <a:pt x="586" y="1903"/>
                        <a:pt x="705" y="1903"/>
                      </a:cubicBezTo>
                      <a:cubicBezTo>
                        <a:pt x="934" y="1903"/>
                        <a:pt x="1168" y="1788"/>
                        <a:pt x="1308" y="1567"/>
                      </a:cubicBezTo>
                      <a:cubicBezTo>
                        <a:pt x="1430" y="1354"/>
                        <a:pt x="1521" y="1081"/>
                        <a:pt x="1642" y="838"/>
                      </a:cubicBezTo>
                      <a:cubicBezTo>
                        <a:pt x="1703" y="686"/>
                        <a:pt x="1642" y="443"/>
                        <a:pt x="1551" y="321"/>
                      </a:cubicBezTo>
                      <a:cubicBezTo>
                        <a:pt x="1490" y="199"/>
                        <a:pt x="1369" y="108"/>
                        <a:pt x="1247" y="47"/>
                      </a:cubicBezTo>
                      <a:cubicBezTo>
                        <a:pt x="1167" y="15"/>
                        <a:pt x="1083" y="0"/>
                        <a:pt x="100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0" name="Google Shape;3770;p25"/>
                <p:cNvSpPr/>
                <p:nvPr/>
              </p:nvSpPr>
              <p:spPr>
                <a:xfrm rot="-7016196">
                  <a:off x="3197074" y="4592698"/>
                  <a:ext cx="77249" cy="80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0" h="3218" extrusionOk="0">
                      <a:moveTo>
                        <a:pt x="2223" y="1"/>
                      </a:moveTo>
                      <a:cubicBezTo>
                        <a:pt x="2179" y="1"/>
                        <a:pt x="2133" y="6"/>
                        <a:pt x="2088" y="14"/>
                      </a:cubicBezTo>
                      <a:lnTo>
                        <a:pt x="2088" y="14"/>
                      </a:lnTo>
                      <a:cubicBezTo>
                        <a:pt x="2055" y="11"/>
                        <a:pt x="2022" y="9"/>
                        <a:pt x="1988" y="9"/>
                      </a:cubicBezTo>
                      <a:cubicBezTo>
                        <a:pt x="1540" y="9"/>
                        <a:pt x="1059" y="312"/>
                        <a:pt x="761" y="635"/>
                      </a:cubicBezTo>
                      <a:cubicBezTo>
                        <a:pt x="426" y="1000"/>
                        <a:pt x="153" y="1486"/>
                        <a:pt x="62" y="2003"/>
                      </a:cubicBezTo>
                      <a:cubicBezTo>
                        <a:pt x="1" y="2398"/>
                        <a:pt x="122" y="2884"/>
                        <a:pt x="518" y="3066"/>
                      </a:cubicBezTo>
                      <a:cubicBezTo>
                        <a:pt x="705" y="3170"/>
                        <a:pt x="835" y="3217"/>
                        <a:pt x="995" y="3217"/>
                      </a:cubicBezTo>
                      <a:cubicBezTo>
                        <a:pt x="1070" y="3217"/>
                        <a:pt x="1151" y="3207"/>
                        <a:pt x="1247" y="3188"/>
                      </a:cubicBezTo>
                      <a:cubicBezTo>
                        <a:pt x="1551" y="3097"/>
                        <a:pt x="1855" y="2823"/>
                        <a:pt x="1916" y="2489"/>
                      </a:cubicBezTo>
                      <a:cubicBezTo>
                        <a:pt x="1977" y="2246"/>
                        <a:pt x="2037" y="2063"/>
                        <a:pt x="2159" y="1851"/>
                      </a:cubicBezTo>
                      <a:cubicBezTo>
                        <a:pt x="2306" y="1641"/>
                        <a:pt x="2511" y="1489"/>
                        <a:pt x="2664" y="1294"/>
                      </a:cubicBezTo>
                      <a:lnTo>
                        <a:pt x="2664" y="1294"/>
                      </a:lnTo>
                      <a:cubicBezTo>
                        <a:pt x="2754" y="1216"/>
                        <a:pt x="2806" y="1134"/>
                        <a:pt x="2858" y="1030"/>
                      </a:cubicBezTo>
                      <a:cubicBezTo>
                        <a:pt x="2875" y="996"/>
                        <a:pt x="2892" y="962"/>
                        <a:pt x="2904" y="928"/>
                      </a:cubicBezTo>
                      <a:lnTo>
                        <a:pt x="2904" y="928"/>
                      </a:lnTo>
                      <a:cubicBezTo>
                        <a:pt x="3090" y="663"/>
                        <a:pt x="3032" y="225"/>
                        <a:pt x="2676" y="149"/>
                      </a:cubicBezTo>
                      <a:lnTo>
                        <a:pt x="2676" y="149"/>
                      </a:lnTo>
                      <a:cubicBezTo>
                        <a:pt x="2706" y="194"/>
                        <a:pt x="2721" y="217"/>
                        <a:pt x="2718" y="217"/>
                      </a:cubicBezTo>
                      <a:cubicBezTo>
                        <a:pt x="2714" y="217"/>
                        <a:pt x="2691" y="194"/>
                        <a:pt x="2645" y="149"/>
                      </a:cubicBezTo>
                      <a:cubicBezTo>
                        <a:pt x="2554" y="88"/>
                        <a:pt x="2463" y="57"/>
                        <a:pt x="2372" y="27"/>
                      </a:cubicBezTo>
                      <a:cubicBezTo>
                        <a:pt x="2325" y="8"/>
                        <a:pt x="2275" y="1"/>
                        <a:pt x="222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1" name="Google Shape;3771;p25"/>
                <p:cNvSpPr/>
                <p:nvPr/>
              </p:nvSpPr>
              <p:spPr>
                <a:xfrm rot="-7016196">
                  <a:off x="3225815" y="4382501"/>
                  <a:ext cx="9900" cy="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275" extrusionOk="0">
                      <a:moveTo>
                        <a:pt x="183" y="1"/>
                      </a:moveTo>
                      <a:cubicBezTo>
                        <a:pt x="0" y="1"/>
                        <a:pt x="0" y="274"/>
                        <a:pt x="183" y="274"/>
                      </a:cubicBezTo>
                      <a:cubicBezTo>
                        <a:pt x="395" y="274"/>
                        <a:pt x="395" y="1"/>
                        <a:pt x="18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2" name="Google Shape;3772;p25"/>
                <p:cNvSpPr/>
                <p:nvPr/>
              </p:nvSpPr>
              <p:spPr>
                <a:xfrm rot="-7016196">
                  <a:off x="3273269" y="4491390"/>
                  <a:ext cx="24350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581" extrusionOk="0">
                      <a:moveTo>
                        <a:pt x="487" y="0"/>
                      </a:moveTo>
                      <a:cubicBezTo>
                        <a:pt x="244" y="30"/>
                        <a:pt x="0" y="213"/>
                        <a:pt x="31" y="486"/>
                      </a:cubicBezTo>
                      <a:lnTo>
                        <a:pt x="0" y="486"/>
                      </a:lnTo>
                      <a:lnTo>
                        <a:pt x="31" y="1094"/>
                      </a:lnTo>
                      <a:cubicBezTo>
                        <a:pt x="31" y="1337"/>
                        <a:pt x="244" y="1581"/>
                        <a:pt x="487" y="1581"/>
                      </a:cubicBezTo>
                      <a:cubicBezTo>
                        <a:pt x="760" y="1550"/>
                        <a:pt x="943" y="1368"/>
                        <a:pt x="973" y="1094"/>
                      </a:cubicBezTo>
                      <a:lnTo>
                        <a:pt x="973" y="486"/>
                      </a:lnTo>
                      <a:cubicBezTo>
                        <a:pt x="973" y="243"/>
                        <a:pt x="760" y="0"/>
                        <a:pt x="48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3" name="Google Shape;3773;p25"/>
                <p:cNvSpPr/>
                <p:nvPr/>
              </p:nvSpPr>
              <p:spPr>
                <a:xfrm rot="-7016196">
                  <a:off x="3197746" y="4380793"/>
                  <a:ext cx="44100" cy="3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4" h="1369" extrusionOk="0">
                      <a:moveTo>
                        <a:pt x="882" y="1"/>
                      </a:moveTo>
                      <a:cubicBezTo>
                        <a:pt x="0" y="1"/>
                        <a:pt x="0" y="1368"/>
                        <a:pt x="882" y="1368"/>
                      </a:cubicBezTo>
                      <a:cubicBezTo>
                        <a:pt x="1763" y="1368"/>
                        <a:pt x="1763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4" name="Google Shape;3774;p25"/>
                <p:cNvSpPr/>
                <p:nvPr/>
              </p:nvSpPr>
              <p:spPr>
                <a:xfrm rot="-7016196">
                  <a:off x="2878951" y="4474420"/>
                  <a:ext cx="50800" cy="60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2435" extrusionOk="0">
                      <a:moveTo>
                        <a:pt x="665" y="0"/>
                      </a:moveTo>
                      <a:cubicBezTo>
                        <a:pt x="603" y="0"/>
                        <a:pt x="526" y="29"/>
                        <a:pt x="482" y="73"/>
                      </a:cubicBezTo>
                      <a:cubicBezTo>
                        <a:pt x="435" y="143"/>
                        <a:pt x="407" y="195"/>
                        <a:pt x="368" y="256"/>
                      </a:cubicBezTo>
                      <a:lnTo>
                        <a:pt x="368" y="256"/>
                      </a:lnTo>
                      <a:cubicBezTo>
                        <a:pt x="1" y="655"/>
                        <a:pt x="160" y="1341"/>
                        <a:pt x="269" y="1806"/>
                      </a:cubicBezTo>
                      <a:cubicBezTo>
                        <a:pt x="330" y="2079"/>
                        <a:pt x="603" y="2353"/>
                        <a:pt x="877" y="2414"/>
                      </a:cubicBezTo>
                      <a:cubicBezTo>
                        <a:pt x="974" y="2424"/>
                        <a:pt x="1066" y="2435"/>
                        <a:pt x="1156" y="2435"/>
                      </a:cubicBezTo>
                      <a:cubicBezTo>
                        <a:pt x="1319" y="2435"/>
                        <a:pt x="1469" y="2399"/>
                        <a:pt x="1606" y="2262"/>
                      </a:cubicBezTo>
                      <a:lnTo>
                        <a:pt x="1698" y="2201"/>
                      </a:lnTo>
                      <a:cubicBezTo>
                        <a:pt x="1910" y="2018"/>
                        <a:pt x="2032" y="1654"/>
                        <a:pt x="1910" y="1380"/>
                      </a:cubicBezTo>
                      <a:cubicBezTo>
                        <a:pt x="1796" y="1061"/>
                        <a:pt x="1700" y="777"/>
                        <a:pt x="1492" y="539"/>
                      </a:cubicBezTo>
                      <a:lnTo>
                        <a:pt x="1492" y="539"/>
                      </a:lnTo>
                      <a:lnTo>
                        <a:pt x="1515" y="559"/>
                      </a:lnTo>
                      <a:cubicBezTo>
                        <a:pt x="1359" y="326"/>
                        <a:pt x="1181" y="114"/>
                        <a:pt x="924" y="76"/>
                      </a:cubicBezTo>
                      <a:lnTo>
                        <a:pt x="924" y="76"/>
                      </a:lnTo>
                      <a:cubicBezTo>
                        <a:pt x="864" y="50"/>
                        <a:pt x="801" y="31"/>
                        <a:pt x="725" y="12"/>
                      </a:cubicBezTo>
                      <a:cubicBezTo>
                        <a:pt x="709" y="4"/>
                        <a:pt x="688" y="0"/>
                        <a:pt x="66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5" name="Google Shape;3775;p25"/>
                <p:cNvSpPr/>
                <p:nvPr/>
              </p:nvSpPr>
              <p:spPr>
                <a:xfrm rot="-7016196">
                  <a:off x="3000470" y="4291259"/>
                  <a:ext cx="41825" cy="7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" h="3185" extrusionOk="0">
                      <a:moveTo>
                        <a:pt x="836" y="0"/>
                      </a:moveTo>
                      <a:cubicBezTo>
                        <a:pt x="555" y="0"/>
                        <a:pt x="274" y="160"/>
                        <a:pt x="213" y="479"/>
                      </a:cubicBezTo>
                      <a:lnTo>
                        <a:pt x="183" y="479"/>
                      </a:lnTo>
                      <a:cubicBezTo>
                        <a:pt x="152" y="570"/>
                        <a:pt x="91" y="661"/>
                        <a:pt x="61" y="783"/>
                      </a:cubicBezTo>
                      <a:cubicBezTo>
                        <a:pt x="31" y="904"/>
                        <a:pt x="31" y="1026"/>
                        <a:pt x="31" y="1148"/>
                      </a:cubicBezTo>
                      <a:cubicBezTo>
                        <a:pt x="0" y="1360"/>
                        <a:pt x="0" y="1603"/>
                        <a:pt x="0" y="1816"/>
                      </a:cubicBezTo>
                      <a:cubicBezTo>
                        <a:pt x="31" y="2090"/>
                        <a:pt x="152" y="2242"/>
                        <a:pt x="243" y="2485"/>
                      </a:cubicBezTo>
                      <a:cubicBezTo>
                        <a:pt x="335" y="2667"/>
                        <a:pt x="395" y="2850"/>
                        <a:pt x="517" y="3002"/>
                      </a:cubicBezTo>
                      <a:cubicBezTo>
                        <a:pt x="593" y="3123"/>
                        <a:pt x="715" y="3184"/>
                        <a:pt x="836" y="3184"/>
                      </a:cubicBezTo>
                      <a:cubicBezTo>
                        <a:pt x="958" y="3184"/>
                        <a:pt x="1079" y="3123"/>
                        <a:pt x="1155" y="3002"/>
                      </a:cubicBezTo>
                      <a:cubicBezTo>
                        <a:pt x="1277" y="2850"/>
                        <a:pt x="1338" y="2667"/>
                        <a:pt x="1398" y="2485"/>
                      </a:cubicBezTo>
                      <a:cubicBezTo>
                        <a:pt x="1520" y="2242"/>
                        <a:pt x="1611" y="2090"/>
                        <a:pt x="1642" y="1816"/>
                      </a:cubicBezTo>
                      <a:cubicBezTo>
                        <a:pt x="1672" y="1603"/>
                        <a:pt x="1672" y="1360"/>
                        <a:pt x="1642" y="1148"/>
                      </a:cubicBezTo>
                      <a:cubicBezTo>
                        <a:pt x="1642" y="1026"/>
                        <a:pt x="1611" y="904"/>
                        <a:pt x="1611" y="783"/>
                      </a:cubicBezTo>
                      <a:cubicBezTo>
                        <a:pt x="1550" y="692"/>
                        <a:pt x="1520" y="570"/>
                        <a:pt x="1459" y="479"/>
                      </a:cubicBezTo>
                      <a:cubicBezTo>
                        <a:pt x="1398" y="160"/>
                        <a:pt x="1117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6" name="Google Shape;3776;p25"/>
                <p:cNvSpPr/>
                <p:nvPr/>
              </p:nvSpPr>
              <p:spPr>
                <a:xfrm rot="-7016196">
                  <a:off x="3351624" y="4459464"/>
                  <a:ext cx="57774" cy="103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4134" extrusionOk="0">
                      <a:moveTo>
                        <a:pt x="1228" y="0"/>
                      </a:moveTo>
                      <a:cubicBezTo>
                        <a:pt x="1102" y="0"/>
                        <a:pt x="977" y="49"/>
                        <a:pt x="882" y="163"/>
                      </a:cubicBezTo>
                      <a:cubicBezTo>
                        <a:pt x="669" y="436"/>
                        <a:pt x="578" y="740"/>
                        <a:pt x="396" y="1044"/>
                      </a:cubicBezTo>
                      <a:cubicBezTo>
                        <a:pt x="152" y="1531"/>
                        <a:pt x="0" y="1804"/>
                        <a:pt x="92" y="2382"/>
                      </a:cubicBezTo>
                      <a:cubicBezTo>
                        <a:pt x="213" y="3142"/>
                        <a:pt x="730" y="3689"/>
                        <a:pt x="1368" y="4053"/>
                      </a:cubicBezTo>
                      <a:cubicBezTo>
                        <a:pt x="1466" y="4102"/>
                        <a:pt x="1572" y="4134"/>
                        <a:pt x="1678" y="4134"/>
                      </a:cubicBezTo>
                      <a:cubicBezTo>
                        <a:pt x="1770" y="4134"/>
                        <a:pt x="1861" y="4110"/>
                        <a:pt x="1946" y="4053"/>
                      </a:cubicBezTo>
                      <a:cubicBezTo>
                        <a:pt x="2311" y="3810"/>
                        <a:pt x="2219" y="3324"/>
                        <a:pt x="2189" y="2929"/>
                      </a:cubicBezTo>
                      <a:cubicBezTo>
                        <a:pt x="2128" y="2534"/>
                        <a:pt x="2159" y="2138"/>
                        <a:pt x="2067" y="1713"/>
                      </a:cubicBezTo>
                      <a:cubicBezTo>
                        <a:pt x="2007" y="1500"/>
                        <a:pt x="1824" y="1348"/>
                        <a:pt x="1763" y="1135"/>
                      </a:cubicBezTo>
                      <a:cubicBezTo>
                        <a:pt x="1703" y="983"/>
                        <a:pt x="1794" y="710"/>
                        <a:pt x="1794" y="528"/>
                      </a:cubicBezTo>
                      <a:cubicBezTo>
                        <a:pt x="1794" y="235"/>
                        <a:pt x="1507" y="0"/>
                        <a:pt x="12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7" name="Google Shape;3777;p25"/>
                <p:cNvSpPr/>
                <p:nvPr/>
              </p:nvSpPr>
              <p:spPr>
                <a:xfrm rot="-7016196">
                  <a:off x="3134309" y="4274543"/>
                  <a:ext cx="44100" cy="3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4" h="1369" extrusionOk="0">
                      <a:moveTo>
                        <a:pt x="882" y="1"/>
                      </a:moveTo>
                      <a:cubicBezTo>
                        <a:pt x="0" y="1"/>
                        <a:pt x="0" y="1368"/>
                        <a:pt x="882" y="1368"/>
                      </a:cubicBezTo>
                      <a:cubicBezTo>
                        <a:pt x="1763" y="1368"/>
                        <a:pt x="1763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8" name="Google Shape;3778;p25"/>
                <p:cNvSpPr/>
                <p:nvPr/>
              </p:nvSpPr>
              <p:spPr>
                <a:xfrm rot="-7016196">
                  <a:off x="3263911" y="4297601"/>
                  <a:ext cx="45025" cy="66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1" h="2678" extrusionOk="0">
                      <a:moveTo>
                        <a:pt x="607" y="1"/>
                      </a:moveTo>
                      <a:cubicBezTo>
                        <a:pt x="518" y="1"/>
                        <a:pt x="428" y="21"/>
                        <a:pt x="342" y="64"/>
                      </a:cubicBezTo>
                      <a:cubicBezTo>
                        <a:pt x="145" y="204"/>
                        <a:pt x="0" y="474"/>
                        <a:pt x="51" y="706"/>
                      </a:cubicBezTo>
                      <a:lnTo>
                        <a:pt x="51" y="706"/>
                      </a:lnTo>
                      <a:cubicBezTo>
                        <a:pt x="11" y="957"/>
                        <a:pt x="85" y="1124"/>
                        <a:pt x="159" y="1371"/>
                      </a:cubicBezTo>
                      <a:cubicBezTo>
                        <a:pt x="190" y="1553"/>
                        <a:pt x="190" y="1705"/>
                        <a:pt x="190" y="1888"/>
                      </a:cubicBezTo>
                      <a:cubicBezTo>
                        <a:pt x="190" y="2283"/>
                        <a:pt x="433" y="2496"/>
                        <a:pt x="767" y="2648"/>
                      </a:cubicBezTo>
                      <a:cubicBezTo>
                        <a:pt x="797" y="2678"/>
                        <a:pt x="889" y="2678"/>
                        <a:pt x="949" y="2678"/>
                      </a:cubicBezTo>
                      <a:cubicBezTo>
                        <a:pt x="1314" y="2678"/>
                        <a:pt x="1618" y="2404"/>
                        <a:pt x="1709" y="2100"/>
                      </a:cubicBezTo>
                      <a:cubicBezTo>
                        <a:pt x="1801" y="1766"/>
                        <a:pt x="1770" y="1371"/>
                        <a:pt x="1679" y="1006"/>
                      </a:cubicBezTo>
                      <a:cubicBezTo>
                        <a:pt x="1562" y="569"/>
                        <a:pt x="1362" y="215"/>
                        <a:pt x="916" y="80"/>
                      </a:cubicBezTo>
                      <a:lnTo>
                        <a:pt x="916" y="80"/>
                      </a:lnTo>
                      <a:cubicBezTo>
                        <a:pt x="818" y="29"/>
                        <a:pt x="713" y="1"/>
                        <a:pt x="60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9" name="Google Shape;3779;p25"/>
                <p:cNvSpPr/>
                <p:nvPr/>
              </p:nvSpPr>
              <p:spPr>
                <a:xfrm rot="-7016196">
                  <a:off x="3373651" y="4300633"/>
                  <a:ext cx="50800" cy="60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2435" extrusionOk="0">
                      <a:moveTo>
                        <a:pt x="665" y="0"/>
                      </a:moveTo>
                      <a:cubicBezTo>
                        <a:pt x="603" y="0"/>
                        <a:pt x="526" y="29"/>
                        <a:pt x="482" y="73"/>
                      </a:cubicBezTo>
                      <a:cubicBezTo>
                        <a:pt x="435" y="143"/>
                        <a:pt x="407" y="195"/>
                        <a:pt x="368" y="256"/>
                      </a:cubicBezTo>
                      <a:lnTo>
                        <a:pt x="368" y="256"/>
                      </a:lnTo>
                      <a:cubicBezTo>
                        <a:pt x="1" y="655"/>
                        <a:pt x="160" y="1341"/>
                        <a:pt x="269" y="1806"/>
                      </a:cubicBezTo>
                      <a:cubicBezTo>
                        <a:pt x="330" y="2079"/>
                        <a:pt x="603" y="2353"/>
                        <a:pt x="877" y="2414"/>
                      </a:cubicBezTo>
                      <a:cubicBezTo>
                        <a:pt x="974" y="2424"/>
                        <a:pt x="1066" y="2435"/>
                        <a:pt x="1156" y="2435"/>
                      </a:cubicBezTo>
                      <a:cubicBezTo>
                        <a:pt x="1319" y="2435"/>
                        <a:pt x="1469" y="2399"/>
                        <a:pt x="1606" y="2262"/>
                      </a:cubicBezTo>
                      <a:lnTo>
                        <a:pt x="1698" y="2201"/>
                      </a:lnTo>
                      <a:cubicBezTo>
                        <a:pt x="1910" y="2018"/>
                        <a:pt x="2032" y="1654"/>
                        <a:pt x="1910" y="1380"/>
                      </a:cubicBezTo>
                      <a:cubicBezTo>
                        <a:pt x="1796" y="1061"/>
                        <a:pt x="1700" y="777"/>
                        <a:pt x="1492" y="539"/>
                      </a:cubicBezTo>
                      <a:lnTo>
                        <a:pt x="1492" y="539"/>
                      </a:lnTo>
                      <a:lnTo>
                        <a:pt x="1515" y="559"/>
                      </a:lnTo>
                      <a:cubicBezTo>
                        <a:pt x="1359" y="326"/>
                        <a:pt x="1181" y="114"/>
                        <a:pt x="924" y="76"/>
                      </a:cubicBezTo>
                      <a:lnTo>
                        <a:pt x="924" y="76"/>
                      </a:lnTo>
                      <a:cubicBezTo>
                        <a:pt x="864" y="50"/>
                        <a:pt x="801" y="31"/>
                        <a:pt x="725" y="12"/>
                      </a:cubicBezTo>
                      <a:cubicBezTo>
                        <a:pt x="709" y="4"/>
                        <a:pt x="688" y="0"/>
                        <a:pt x="66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0" name="Google Shape;3780;p25"/>
                <p:cNvSpPr/>
                <p:nvPr/>
              </p:nvSpPr>
              <p:spPr>
                <a:xfrm rot="-7016196">
                  <a:off x="3492409" y="4449431"/>
                  <a:ext cx="44100" cy="3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4" h="1369" extrusionOk="0">
                      <a:moveTo>
                        <a:pt x="882" y="1"/>
                      </a:moveTo>
                      <a:cubicBezTo>
                        <a:pt x="0" y="1"/>
                        <a:pt x="0" y="1368"/>
                        <a:pt x="882" y="1368"/>
                      </a:cubicBezTo>
                      <a:cubicBezTo>
                        <a:pt x="1763" y="1368"/>
                        <a:pt x="1763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1" name="Google Shape;3781;p25"/>
                <p:cNvSpPr/>
                <p:nvPr/>
              </p:nvSpPr>
              <p:spPr>
                <a:xfrm rot="-7016196">
                  <a:off x="3599961" y="4428652"/>
                  <a:ext cx="57774" cy="103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4134" extrusionOk="0">
                      <a:moveTo>
                        <a:pt x="1228" y="0"/>
                      </a:moveTo>
                      <a:cubicBezTo>
                        <a:pt x="1102" y="0"/>
                        <a:pt x="977" y="49"/>
                        <a:pt x="882" y="163"/>
                      </a:cubicBezTo>
                      <a:cubicBezTo>
                        <a:pt x="669" y="436"/>
                        <a:pt x="578" y="740"/>
                        <a:pt x="396" y="1044"/>
                      </a:cubicBezTo>
                      <a:cubicBezTo>
                        <a:pt x="152" y="1531"/>
                        <a:pt x="0" y="1804"/>
                        <a:pt x="92" y="2382"/>
                      </a:cubicBezTo>
                      <a:cubicBezTo>
                        <a:pt x="213" y="3142"/>
                        <a:pt x="730" y="3689"/>
                        <a:pt x="1368" y="4053"/>
                      </a:cubicBezTo>
                      <a:cubicBezTo>
                        <a:pt x="1466" y="4102"/>
                        <a:pt x="1572" y="4134"/>
                        <a:pt x="1678" y="4134"/>
                      </a:cubicBezTo>
                      <a:cubicBezTo>
                        <a:pt x="1770" y="4134"/>
                        <a:pt x="1861" y="4110"/>
                        <a:pt x="1946" y="4053"/>
                      </a:cubicBezTo>
                      <a:cubicBezTo>
                        <a:pt x="2311" y="3810"/>
                        <a:pt x="2219" y="3324"/>
                        <a:pt x="2189" y="2929"/>
                      </a:cubicBezTo>
                      <a:cubicBezTo>
                        <a:pt x="2128" y="2534"/>
                        <a:pt x="2159" y="2138"/>
                        <a:pt x="2067" y="1713"/>
                      </a:cubicBezTo>
                      <a:cubicBezTo>
                        <a:pt x="2007" y="1500"/>
                        <a:pt x="1824" y="1348"/>
                        <a:pt x="1763" y="1135"/>
                      </a:cubicBezTo>
                      <a:cubicBezTo>
                        <a:pt x="1703" y="983"/>
                        <a:pt x="1794" y="710"/>
                        <a:pt x="1794" y="528"/>
                      </a:cubicBezTo>
                      <a:cubicBezTo>
                        <a:pt x="1794" y="235"/>
                        <a:pt x="1507" y="0"/>
                        <a:pt x="12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2" name="Google Shape;3782;p25"/>
                <p:cNvSpPr/>
                <p:nvPr/>
              </p:nvSpPr>
              <p:spPr>
                <a:xfrm rot="-7016196">
                  <a:off x="3540382" y="4291259"/>
                  <a:ext cx="41825" cy="7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" h="3185" extrusionOk="0">
                      <a:moveTo>
                        <a:pt x="836" y="0"/>
                      </a:moveTo>
                      <a:cubicBezTo>
                        <a:pt x="555" y="0"/>
                        <a:pt x="274" y="160"/>
                        <a:pt x="213" y="479"/>
                      </a:cubicBezTo>
                      <a:lnTo>
                        <a:pt x="183" y="479"/>
                      </a:lnTo>
                      <a:cubicBezTo>
                        <a:pt x="152" y="570"/>
                        <a:pt x="91" y="661"/>
                        <a:pt x="61" y="783"/>
                      </a:cubicBezTo>
                      <a:cubicBezTo>
                        <a:pt x="31" y="904"/>
                        <a:pt x="31" y="1026"/>
                        <a:pt x="31" y="1148"/>
                      </a:cubicBezTo>
                      <a:cubicBezTo>
                        <a:pt x="0" y="1360"/>
                        <a:pt x="0" y="1603"/>
                        <a:pt x="0" y="1816"/>
                      </a:cubicBezTo>
                      <a:cubicBezTo>
                        <a:pt x="31" y="2090"/>
                        <a:pt x="152" y="2242"/>
                        <a:pt x="243" y="2485"/>
                      </a:cubicBezTo>
                      <a:cubicBezTo>
                        <a:pt x="335" y="2667"/>
                        <a:pt x="395" y="2850"/>
                        <a:pt x="517" y="3002"/>
                      </a:cubicBezTo>
                      <a:cubicBezTo>
                        <a:pt x="593" y="3123"/>
                        <a:pt x="715" y="3184"/>
                        <a:pt x="836" y="3184"/>
                      </a:cubicBezTo>
                      <a:cubicBezTo>
                        <a:pt x="958" y="3184"/>
                        <a:pt x="1079" y="3123"/>
                        <a:pt x="1155" y="3002"/>
                      </a:cubicBezTo>
                      <a:cubicBezTo>
                        <a:pt x="1277" y="2850"/>
                        <a:pt x="1338" y="2667"/>
                        <a:pt x="1398" y="2485"/>
                      </a:cubicBezTo>
                      <a:cubicBezTo>
                        <a:pt x="1520" y="2242"/>
                        <a:pt x="1611" y="2090"/>
                        <a:pt x="1642" y="1816"/>
                      </a:cubicBezTo>
                      <a:cubicBezTo>
                        <a:pt x="1672" y="1603"/>
                        <a:pt x="1672" y="1360"/>
                        <a:pt x="1642" y="1148"/>
                      </a:cubicBezTo>
                      <a:cubicBezTo>
                        <a:pt x="1642" y="1026"/>
                        <a:pt x="1611" y="904"/>
                        <a:pt x="1611" y="783"/>
                      </a:cubicBezTo>
                      <a:cubicBezTo>
                        <a:pt x="1550" y="692"/>
                        <a:pt x="1520" y="570"/>
                        <a:pt x="1459" y="479"/>
                      </a:cubicBezTo>
                      <a:cubicBezTo>
                        <a:pt x="1398" y="160"/>
                        <a:pt x="1117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3" name="Google Shape;3783;p25"/>
                <p:cNvSpPr/>
                <p:nvPr/>
              </p:nvSpPr>
              <p:spPr>
                <a:xfrm rot="-7016196">
                  <a:off x="3265120" y="4146630"/>
                  <a:ext cx="42600" cy="4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" h="1903" extrusionOk="0">
                      <a:moveTo>
                        <a:pt x="1000" y="0"/>
                      </a:moveTo>
                      <a:cubicBezTo>
                        <a:pt x="766" y="0"/>
                        <a:pt x="539" y="119"/>
                        <a:pt x="427" y="321"/>
                      </a:cubicBezTo>
                      <a:cubicBezTo>
                        <a:pt x="305" y="503"/>
                        <a:pt x="214" y="686"/>
                        <a:pt x="123" y="898"/>
                      </a:cubicBezTo>
                      <a:cubicBezTo>
                        <a:pt x="31" y="1081"/>
                        <a:pt x="1" y="1233"/>
                        <a:pt x="62" y="1415"/>
                      </a:cubicBezTo>
                      <a:cubicBezTo>
                        <a:pt x="92" y="1567"/>
                        <a:pt x="214" y="1750"/>
                        <a:pt x="366" y="1810"/>
                      </a:cubicBezTo>
                      <a:cubicBezTo>
                        <a:pt x="469" y="1872"/>
                        <a:pt x="586" y="1903"/>
                        <a:pt x="705" y="1903"/>
                      </a:cubicBezTo>
                      <a:cubicBezTo>
                        <a:pt x="934" y="1903"/>
                        <a:pt x="1168" y="1788"/>
                        <a:pt x="1308" y="1567"/>
                      </a:cubicBezTo>
                      <a:cubicBezTo>
                        <a:pt x="1430" y="1354"/>
                        <a:pt x="1521" y="1081"/>
                        <a:pt x="1642" y="838"/>
                      </a:cubicBezTo>
                      <a:cubicBezTo>
                        <a:pt x="1703" y="686"/>
                        <a:pt x="1642" y="443"/>
                        <a:pt x="1551" y="321"/>
                      </a:cubicBezTo>
                      <a:cubicBezTo>
                        <a:pt x="1490" y="199"/>
                        <a:pt x="1369" y="108"/>
                        <a:pt x="1247" y="47"/>
                      </a:cubicBezTo>
                      <a:cubicBezTo>
                        <a:pt x="1167" y="15"/>
                        <a:pt x="1083" y="0"/>
                        <a:pt x="100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4" name="Google Shape;3784;p25"/>
                <p:cNvSpPr/>
                <p:nvPr/>
              </p:nvSpPr>
              <p:spPr>
                <a:xfrm rot="-7016196">
                  <a:off x="3113739" y="4681895"/>
                  <a:ext cx="50800" cy="60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2435" extrusionOk="0">
                      <a:moveTo>
                        <a:pt x="665" y="0"/>
                      </a:moveTo>
                      <a:cubicBezTo>
                        <a:pt x="603" y="0"/>
                        <a:pt x="526" y="29"/>
                        <a:pt x="482" y="73"/>
                      </a:cubicBezTo>
                      <a:cubicBezTo>
                        <a:pt x="435" y="143"/>
                        <a:pt x="407" y="195"/>
                        <a:pt x="368" y="256"/>
                      </a:cubicBezTo>
                      <a:lnTo>
                        <a:pt x="368" y="256"/>
                      </a:lnTo>
                      <a:cubicBezTo>
                        <a:pt x="1" y="655"/>
                        <a:pt x="160" y="1341"/>
                        <a:pt x="269" y="1806"/>
                      </a:cubicBezTo>
                      <a:cubicBezTo>
                        <a:pt x="330" y="2079"/>
                        <a:pt x="603" y="2353"/>
                        <a:pt x="877" y="2414"/>
                      </a:cubicBezTo>
                      <a:cubicBezTo>
                        <a:pt x="974" y="2424"/>
                        <a:pt x="1066" y="2435"/>
                        <a:pt x="1156" y="2435"/>
                      </a:cubicBezTo>
                      <a:cubicBezTo>
                        <a:pt x="1319" y="2435"/>
                        <a:pt x="1469" y="2399"/>
                        <a:pt x="1606" y="2262"/>
                      </a:cubicBezTo>
                      <a:lnTo>
                        <a:pt x="1698" y="2201"/>
                      </a:lnTo>
                      <a:cubicBezTo>
                        <a:pt x="1910" y="2018"/>
                        <a:pt x="2032" y="1654"/>
                        <a:pt x="1910" y="1380"/>
                      </a:cubicBezTo>
                      <a:cubicBezTo>
                        <a:pt x="1796" y="1061"/>
                        <a:pt x="1700" y="777"/>
                        <a:pt x="1492" y="539"/>
                      </a:cubicBezTo>
                      <a:lnTo>
                        <a:pt x="1492" y="539"/>
                      </a:lnTo>
                      <a:lnTo>
                        <a:pt x="1515" y="559"/>
                      </a:lnTo>
                      <a:cubicBezTo>
                        <a:pt x="1359" y="326"/>
                        <a:pt x="1181" y="114"/>
                        <a:pt x="924" y="76"/>
                      </a:cubicBezTo>
                      <a:lnTo>
                        <a:pt x="924" y="76"/>
                      </a:lnTo>
                      <a:cubicBezTo>
                        <a:pt x="864" y="50"/>
                        <a:pt x="801" y="31"/>
                        <a:pt x="725" y="12"/>
                      </a:cubicBezTo>
                      <a:cubicBezTo>
                        <a:pt x="709" y="4"/>
                        <a:pt x="688" y="0"/>
                        <a:pt x="66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785" name="Google Shape;3785;p25"/>
              <p:cNvSpPr/>
              <p:nvPr/>
            </p:nvSpPr>
            <p:spPr>
              <a:xfrm>
                <a:off x="170775" y="3874013"/>
                <a:ext cx="307775" cy="258575"/>
              </a:xfrm>
              <a:custGeom>
                <a:avLst/>
                <a:gdLst/>
                <a:ahLst/>
                <a:cxnLst/>
                <a:rect l="l" t="t" r="r" b="b"/>
                <a:pathLst>
                  <a:path w="12311" h="10343" extrusionOk="0">
                    <a:moveTo>
                      <a:pt x="851" y="3200"/>
                    </a:moveTo>
                    <a:cubicBezTo>
                      <a:pt x="803" y="3314"/>
                      <a:pt x="762" y="3429"/>
                      <a:pt x="726" y="3545"/>
                    </a:cubicBezTo>
                    <a:lnTo>
                      <a:pt x="726" y="3545"/>
                    </a:lnTo>
                    <a:lnTo>
                      <a:pt x="851" y="3200"/>
                    </a:lnTo>
                    <a:close/>
                    <a:moveTo>
                      <a:pt x="726" y="3545"/>
                    </a:moveTo>
                    <a:lnTo>
                      <a:pt x="207" y="4972"/>
                    </a:lnTo>
                    <a:lnTo>
                      <a:pt x="207" y="4972"/>
                    </a:lnTo>
                    <a:cubicBezTo>
                      <a:pt x="318" y="4702"/>
                      <a:pt x="445" y="4441"/>
                      <a:pt x="586" y="4187"/>
                    </a:cubicBezTo>
                    <a:lnTo>
                      <a:pt x="586" y="4187"/>
                    </a:lnTo>
                    <a:cubicBezTo>
                      <a:pt x="615" y="3971"/>
                      <a:pt x="661" y="3757"/>
                      <a:pt x="726" y="3545"/>
                    </a:cubicBezTo>
                    <a:close/>
                    <a:moveTo>
                      <a:pt x="207" y="4972"/>
                    </a:moveTo>
                    <a:cubicBezTo>
                      <a:pt x="130" y="5158"/>
                      <a:pt x="61" y="5348"/>
                      <a:pt x="0" y="5541"/>
                    </a:cubicBezTo>
                    <a:lnTo>
                      <a:pt x="207" y="4972"/>
                    </a:lnTo>
                    <a:close/>
                    <a:moveTo>
                      <a:pt x="7689" y="0"/>
                    </a:moveTo>
                    <a:cubicBezTo>
                      <a:pt x="4804" y="0"/>
                      <a:pt x="1985" y="1681"/>
                      <a:pt x="586" y="4187"/>
                    </a:cubicBezTo>
                    <a:lnTo>
                      <a:pt x="586" y="4187"/>
                    </a:lnTo>
                    <a:cubicBezTo>
                      <a:pt x="393" y="5658"/>
                      <a:pt x="987" y="7230"/>
                      <a:pt x="1581" y="8641"/>
                    </a:cubicBezTo>
                    <a:cubicBezTo>
                      <a:pt x="1793" y="9097"/>
                      <a:pt x="2006" y="9614"/>
                      <a:pt x="2432" y="9887"/>
                    </a:cubicBezTo>
                    <a:cubicBezTo>
                      <a:pt x="2766" y="10130"/>
                      <a:pt x="3192" y="10191"/>
                      <a:pt x="3617" y="10222"/>
                    </a:cubicBezTo>
                    <a:cubicBezTo>
                      <a:pt x="4255" y="10294"/>
                      <a:pt x="4898" y="10342"/>
                      <a:pt x="5538" y="10342"/>
                    </a:cubicBezTo>
                    <a:cubicBezTo>
                      <a:pt x="6514" y="10342"/>
                      <a:pt x="7484" y="10230"/>
                      <a:pt x="8420" y="9918"/>
                    </a:cubicBezTo>
                    <a:cubicBezTo>
                      <a:pt x="9970" y="9401"/>
                      <a:pt x="11368" y="8276"/>
                      <a:pt x="11885" y="6757"/>
                    </a:cubicBezTo>
                    <a:cubicBezTo>
                      <a:pt x="12310" y="5419"/>
                      <a:pt x="12067" y="3960"/>
                      <a:pt x="11642" y="2623"/>
                    </a:cubicBezTo>
                    <a:cubicBezTo>
                      <a:pt x="11459" y="2045"/>
                      <a:pt x="11247" y="1468"/>
                      <a:pt x="10851" y="1012"/>
                    </a:cubicBezTo>
                    <a:cubicBezTo>
                      <a:pt x="10304" y="434"/>
                      <a:pt x="9484" y="191"/>
                      <a:pt x="8693" y="70"/>
                    </a:cubicBezTo>
                    <a:cubicBezTo>
                      <a:pt x="8359" y="23"/>
                      <a:pt x="8024" y="0"/>
                      <a:pt x="768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5">
    <p:spTree>
      <p:nvGrpSpPr>
        <p:cNvPr id="1" name="Shape 5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5" name="Google Shape;5455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5456" name="Google Shape;5456;p35"/>
          <p:cNvGrpSpPr/>
          <p:nvPr/>
        </p:nvGrpSpPr>
        <p:grpSpPr>
          <a:xfrm>
            <a:off x="1012871" y="4437641"/>
            <a:ext cx="6601041" cy="1314948"/>
            <a:chOff x="1012871" y="4416669"/>
            <a:chExt cx="6601041" cy="1314948"/>
          </a:xfrm>
        </p:grpSpPr>
        <p:sp>
          <p:nvSpPr>
            <p:cNvPr id="5457" name="Google Shape;5457;p35"/>
            <p:cNvSpPr/>
            <p:nvPr/>
          </p:nvSpPr>
          <p:spPr>
            <a:xfrm>
              <a:off x="4360414" y="4695625"/>
              <a:ext cx="1080979" cy="717921"/>
            </a:xfrm>
            <a:custGeom>
              <a:avLst/>
              <a:gdLst/>
              <a:ahLst/>
              <a:cxnLst/>
              <a:rect l="l" t="t" r="r" b="b"/>
              <a:pathLst>
                <a:path w="52373" h="34783" extrusionOk="0">
                  <a:moveTo>
                    <a:pt x="24129" y="0"/>
                  </a:moveTo>
                  <a:cubicBezTo>
                    <a:pt x="22639" y="0"/>
                    <a:pt x="21270" y="534"/>
                    <a:pt x="20518" y="1828"/>
                  </a:cubicBezTo>
                  <a:cubicBezTo>
                    <a:pt x="18755" y="4898"/>
                    <a:pt x="22068" y="9305"/>
                    <a:pt x="19940" y="12132"/>
                  </a:cubicBezTo>
                  <a:cubicBezTo>
                    <a:pt x="18664" y="13804"/>
                    <a:pt x="16171" y="13864"/>
                    <a:pt x="14378" y="14959"/>
                  </a:cubicBezTo>
                  <a:cubicBezTo>
                    <a:pt x="12220" y="16266"/>
                    <a:pt x="11247" y="18910"/>
                    <a:pt x="9180" y="20339"/>
                  </a:cubicBezTo>
                  <a:cubicBezTo>
                    <a:pt x="5837" y="22618"/>
                    <a:pt x="1764" y="21980"/>
                    <a:pt x="852" y="26843"/>
                  </a:cubicBezTo>
                  <a:cubicBezTo>
                    <a:pt x="1" y="31555"/>
                    <a:pt x="3618" y="33439"/>
                    <a:pt x="7691" y="34169"/>
                  </a:cubicBezTo>
                  <a:cubicBezTo>
                    <a:pt x="10070" y="34591"/>
                    <a:pt x="12547" y="34783"/>
                    <a:pt x="15073" y="34783"/>
                  </a:cubicBezTo>
                  <a:cubicBezTo>
                    <a:pt x="24358" y="34783"/>
                    <a:pt x="34295" y="32191"/>
                    <a:pt x="42372" y="28941"/>
                  </a:cubicBezTo>
                  <a:cubicBezTo>
                    <a:pt x="45290" y="27755"/>
                    <a:pt x="48239" y="26327"/>
                    <a:pt x="50062" y="23773"/>
                  </a:cubicBezTo>
                  <a:cubicBezTo>
                    <a:pt x="51977" y="21129"/>
                    <a:pt x="52372" y="17482"/>
                    <a:pt x="51157" y="14442"/>
                  </a:cubicBezTo>
                  <a:cubicBezTo>
                    <a:pt x="49910" y="11433"/>
                    <a:pt x="47144" y="9092"/>
                    <a:pt x="43983" y="8302"/>
                  </a:cubicBezTo>
                  <a:cubicBezTo>
                    <a:pt x="41217" y="7603"/>
                    <a:pt x="38238" y="7998"/>
                    <a:pt x="35624" y="6934"/>
                  </a:cubicBezTo>
                  <a:cubicBezTo>
                    <a:pt x="32858" y="5779"/>
                    <a:pt x="31004" y="3165"/>
                    <a:pt x="28542" y="1433"/>
                  </a:cubicBezTo>
                  <a:cubicBezTo>
                    <a:pt x="27298" y="557"/>
                    <a:pt x="25651" y="0"/>
                    <a:pt x="241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5458;p35"/>
            <p:cNvSpPr/>
            <p:nvPr/>
          </p:nvSpPr>
          <p:spPr>
            <a:xfrm rot="3982334" flipH="1">
              <a:off x="3322847" y="4509303"/>
              <a:ext cx="805367" cy="1090571"/>
            </a:xfrm>
            <a:custGeom>
              <a:avLst/>
              <a:gdLst/>
              <a:ahLst/>
              <a:cxnLst/>
              <a:rect l="l" t="t" r="r" b="b"/>
              <a:pathLst>
                <a:path w="31739" h="42977" extrusionOk="0">
                  <a:moveTo>
                    <a:pt x="2341" y="25"/>
                  </a:moveTo>
                  <a:cubicBezTo>
                    <a:pt x="1031" y="25"/>
                    <a:pt x="1" y="1830"/>
                    <a:pt x="826" y="2949"/>
                  </a:cubicBezTo>
                  <a:cubicBezTo>
                    <a:pt x="1950" y="4469"/>
                    <a:pt x="2771" y="5380"/>
                    <a:pt x="4686" y="6019"/>
                  </a:cubicBezTo>
                  <a:cubicBezTo>
                    <a:pt x="6115" y="6475"/>
                    <a:pt x="7725" y="6687"/>
                    <a:pt x="9245" y="6748"/>
                  </a:cubicBezTo>
                  <a:cubicBezTo>
                    <a:pt x="9368" y="6753"/>
                    <a:pt x="9492" y="6755"/>
                    <a:pt x="9617" y="6755"/>
                  </a:cubicBezTo>
                  <a:cubicBezTo>
                    <a:pt x="11270" y="6755"/>
                    <a:pt x="13089" y="6354"/>
                    <a:pt x="14830" y="6354"/>
                  </a:cubicBezTo>
                  <a:cubicBezTo>
                    <a:pt x="16208" y="6354"/>
                    <a:pt x="17538" y="6606"/>
                    <a:pt x="18698" y="7508"/>
                  </a:cubicBezTo>
                  <a:cubicBezTo>
                    <a:pt x="19701" y="8298"/>
                    <a:pt x="20340" y="9545"/>
                    <a:pt x="21282" y="10426"/>
                  </a:cubicBezTo>
                  <a:cubicBezTo>
                    <a:pt x="22376" y="11429"/>
                    <a:pt x="23835" y="11429"/>
                    <a:pt x="24960" y="12371"/>
                  </a:cubicBezTo>
                  <a:cubicBezTo>
                    <a:pt x="27452" y="14408"/>
                    <a:pt x="27665" y="18359"/>
                    <a:pt x="27726" y="21308"/>
                  </a:cubicBezTo>
                  <a:cubicBezTo>
                    <a:pt x="27817" y="24773"/>
                    <a:pt x="25963" y="27053"/>
                    <a:pt x="24777" y="30092"/>
                  </a:cubicBezTo>
                  <a:cubicBezTo>
                    <a:pt x="24170" y="31673"/>
                    <a:pt x="24078" y="33162"/>
                    <a:pt x="22741" y="34347"/>
                  </a:cubicBezTo>
                  <a:cubicBezTo>
                    <a:pt x="21677" y="35259"/>
                    <a:pt x="20340" y="35989"/>
                    <a:pt x="19063" y="36536"/>
                  </a:cubicBezTo>
                  <a:cubicBezTo>
                    <a:pt x="17665" y="37113"/>
                    <a:pt x="16206" y="37569"/>
                    <a:pt x="14777" y="38086"/>
                  </a:cubicBezTo>
                  <a:cubicBezTo>
                    <a:pt x="13258" y="38633"/>
                    <a:pt x="11616" y="39332"/>
                    <a:pt x="10005" y="39424"/>
                  </a:cubicBezTo>
                  <a:cubicBezTo>
                    <a:pt x="7786" y="39575"/>
                    <a:pt x="5689" y="39940"/>
                    <a:pt x="4382" y="41946"/>
                  </a:cubicBezTo>
                  <a:cubicBezTo>
                    <a:pt x="4060" y="42453"/>
                    <a:pt x="4539" y="42977"/>
                    <a:pt x="5029" y="42977"/>
                  </a:cubicBezTo>
                  <a:cubicBezTo>
                    <a:pt x="5186" y="42977"/>
                    <a:pt x="5343" y="42923"/>
                    <a:pt x="5476" y="42797"/>
                  </a:cubicBezTo>
                  <a:cubicBezTo>
                    <a:pt x="6449" y="41886"/>
                    <a:pt x="7695" y="41673"/>
                    <a:pt x="8941" y="41642"/>
                  </a:cubicBezTo>
                  <a:cubicBezTo>
                    <a:pt x="9108" y="41642"/>
                    <a:pt x="9279" y="41640"/>
                    <a:pt x="9452" y="41640"/>
                  </a:cubicBezTo>
                  <a:cubicBezTo>
                    <a:pt x="9969" y="41640"/>
                    <a:pt x="10499" y="41658"/>
                    <a:pt x="10978" y="41794"/>
                  </a:cubicBezTo>
                  <a:cubicBezTo>
                    <a:pt x="11677" y="41977"/>
                    <a:pt x="12224" y="42341"/>
                    <a:pt x="12923" y="42493"/>
                  </a:cubicBezTo>
                  <a:cubicBezTo>
                    <a:pt x="13928" y="42697"/>
                    <a:pt x="14926" y="42798"/>
                    <a:pt x="15914" y="42798"/>
                  </a:cubicBezTo>
                  <a:cubicBezTo>
                    <a:pt x="17733" y="42798"/>
                    <a:pt x="19518" y="42453"/>
                    <a:pt x="21252" y="41764"/>
                  </a:cubicBezTo>
                  <a:cubicBezTo>
                    <a:pt x="23714" y="40791"/>
                    <a:pt x="26753" y="39424"/>
                    <a:pt x="28182" y="37113"/>
                  </a:cubicBezTo>
                  <a:cubicBezTo>
                    <a:pt x="28881" y="35958"/>
                    <a:pt x="29154" y="34651"/>
                    <a:pt x="29246" y="33344"/>
                  </a:cubicBezTo>
                  <a:cubicBezTo>
                    <a:pt x="29367" y="31794"/>
                    <a:pt x="29641" y="30518"/>
                    <a:pt x="30127" y="29059"/>
                  </a:cubicBezTo>
                  <a:cubicBezTo>
                    <a:pt x="31738" y="24074"/>
                    <a:pt x="31525" y="18481"/>
                    <a:pt x="28486" y="14074"/>
                  </a:cubicBezTo>
                  <a:cubicBezTo>
                    <a:pt x="27209" y="12250"/>
                    <a:pt x="25781" y="11034"/>
                    <a:pt x="23774" y="10031"/>
                  </a:cubicBezTo>
                  <a:cubicBezTo>
                    <a:pt x="21799" y="9058"/>
                    <a:pt x="20005" y="6809"/>
                    <a:pt x="19002" y="4833"/>
                  </a:cubicBezTo>
                  <a:cubicBezTo>
                    <a:pt x="17665" y="2189"/>
                    <a:pt x="14717" y="1277"/>
                    <a:pt x="11890" y="1216"/>
                  </a:cubicBezTo>
                  <a:cubicBezTo>
                    <a:pt x="11668" y="1212"/>
                    <a:pt x="11449" y="1211"/>
                    <a:pt x="11232" y="1211"/>
                  </a:cubicBezTo>
                  <a:cubicBezTo>
                    <a:pt x="10943" y="1211"/>
                    <a:pt x="10657" y="1213"/>
                    <a:pt x="10373" y="1213"/>
                  </a:cubicBezTo>
                  <a:cubicBezTo>
                    <a:pt x="9380" y="1213"/>
                    <a:pt x="8414" y="1186"/>
                    <a:pt x="7422" y="943"/>
                  </a:cubicBezTo>
                  <a:cubicBezTo>
                    <a:pt x="6570" y="730"/>
                    <a:pt x="5780" y="396"/>
                    <a:pt x="4929" y="213"/>
                  </a:cubicBezTo>
                  <a:cubicBezTo>
                    <a:pt x="4108" y="0"/>
                    <a:pt x="3318" y="122"/>
                    <a:pt x="2467" y="31"/>
                  </a:cubicBezTo>
                  <a:cubicBezTo>
                    <a:pt x="2425" y="27"/>
                    <a:pt x="2383" y="25"/>
                    <a:pt x="2341" y="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59" name="Google Shape;5459;p35"/>
            <p:cNvGrpSpPr/>
            <p:nvPr/>
          </p:nvGrpSpPr>
          <p:grpSpPr>
            <a:xfrm>
              <a:off x="1012871" y="4670837"/>
              <a:ext cx="1304746" cy="666686"/>
              <a:chOff x="1041325" y="3967675"/>
              <a:chExt cx="974200" cy="497750"/>
            </a:xfrm>
          </p:grpSpPr>
          <p:sp>
            <p:nvSpPr>
              <p:cNvPr id="5460" name="Google Shape;5460;p35"/>
              <p:cNvSpPr/>
              <p:nvPr/>
            </p:nvSpPr>
            <p:spPr>
              <a:xfrm>
                <a:off x="1901525" y="4241225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95" y="1"/>
                    </a:moveTo>
                    <a:cubicBezTo>
                      <a:pt x="0" y="1"/>
                      <a:pt x="0" y="578"/>
                      <a:pt x="395" y="578"/>
                    </a:cubicBezTo>
                    <a:cubicBezTo>
                      <a:pt x="760" y="578"/>
                      <a:pt x="760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1" name="Google Shape;5461;p35"/>
              <p:cNvSpPr/>
              <p:nvPr/>
            </p:nvSpPr>
            <p:spPr>
              <a:xfrm>
                <a:off x="1801975" y="4314175"/>
                <a:ext cx="41050" cy="39850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1594" extrusionOk="0">
                    <a:moveTo>
                      <a:pt x="669" y="1"/>
                    </a:moveTo>
                    <a:cubicBezTo>
                      <a:pt x="517" y="1"/>
                      <a:pt x="335" y="62"/>
                      <a:pt x="213" y="183"/>
                    </a:cubicBezTo>
                    <a:cubicBezTo>
                      <a:pt x="92" y="305"/>
                      <a:pt x="0" y="487"/>
                      <a:pt x="31" y="639"/>
                    </a:cubicBezTo>
                    <a:lnTo>
                      <a:pt x="61" y="822"/>
                    </a:lnTo>
                    <a:cubicBezTo>
                      <a:pt x="92" y="943"/>
                      <a:pt x="122" y="1034"/>
                      <a:pt x="213" y="1125"/>
                    </a:cubicBezTo>
                    <a:cubicBezTo>
                      <a:pt x="277" y="1190"/>
                      <a:pt x="357" y="1239"/>
                      <a:pt x="441" y="1273"/>
                    </a:cubicBezTo>
                    <a:lnTo>
                      <a:pt x="441" y="1273"/>
                    </a:lnTo>
                    <a:cubicBezTo>
                      <a:pt x="474" y="1295"/>
                      <a:pt x="495" y="1317"/>
                      <a:pt x="517" y="1338"/>
                    </a:cubicBezTo>
                    <a:cubicBezTo>
                      <a:pt x="568" y="1372"/>
                      <a:pt x="619" y="1397"/>
                      <a:pt x="670" y="1417"/>
                    </a:cubicBezTo>
                    <a:lnTo>
                      <a:pt x="670" y="1417"/>
                    </a:lnTo>
                    <a:cubicBezTo>
                      <a:pt x="720" y="1449"/>
                      <a:pt x="771" y="1495"/>
                      <a:pt x="821" y="1521"/>
                    </a:cubicBezTo>
                    <a:cubicBezTo>
                      <a:pt x="894" y="1569"/>
                      <a:pt x="986" y="1594"/>
                      <a:pt x="1081" y="1594"/>
                    </a:cubicBezTo>
                    <a:cubicBezTo>
                      <a:pt x="1222" y="1594"/>
                      <a:pt x="1368" y="1539"/>
                      <a:pt x="1459" y="1429"/>
                    </a:cubicBezTo>
                    <a:cubicBezTo>
                      <a:pt x="1520" y="1369"/>
                      <a:pt x="1581" y="1277"/>
                      <a:pt x="1611" y="1217"/>
                    </a:cubicBezTo>
                    <a:cubicBezTo>
                      <a:pt x="1642" y="1095"/>
                      <a:pt x="1611" y="882"/>
                      <a:pt x="1551" y="791"/>
                    </a:cubicBezTo>
                    <a:cubicBezTo>
                      <a:pt x="1525" y="741"/>
                      <a:pt x="1479" y="690"/>
                      <a:pt x="1447" y="640"/>
                    </a:cubicBezTo>
                    <a:lnTo>
                      <a:pt x="1447" y="640"/>
                    </a:lnTo>
                    <a:cubicBezTo>
                      <a:pt x="1427" y="589"/>
                      <a:pt x="1402" y="538"/>
                      <a:pt x="1368" y="487"/>
                    </a:cubicBezTo>
                    <a:cubicBezTo>
                      <a:pt x="1346" y="465"/>
                      <a:pt x="1325" y="444"/>
                      <a:pt x="1303" y="411"/>
                    </a:cubicBezTo>
                    <a:lnTo>
                      <a:pt x="1303" y="411"/>
                    </a:lnTo>
                    <a:cubicBezTo>
                      <a:pt x="1269" y="327"/>
                      <a:pt x="1220" y="248"/>
                      <a:pt x="1155" y="183"/>
                    </a:cubicBezTo>
                    <a:cubicBezTo>
                      <a:pt x="1003" y="62"/>
                      <a:pt x="882" y="1"/>
                      <a:pt x="6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2" name="Google Shape;5462;p35"/>
              <p:cNvSpPr/>
              <p:nvPr/>
            </p:nvSpPr>
            <p:spPr>
              <a:xfrm>
                <a:off x="1731300" y="4183425"/>
                <a:ext cx="38775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098" extrusionOk="0">
                    <a:moveTo>
                      <a:pt x="654" y="0"/>
                    </a:moveTo>
                    <a:cubicBezTo>
                      <a:pt x="553" y="0"/>
                      <a:pt x="459" y="26"/>
                      <a:pt x="365" y="64"/>
                    </a:cubicBezTo>
                    <a:cubicBezTo>
                      <a:pt x="1" y="246"/>
                      <a:pt x="1" y="854"/>
                      <a:pt x="365" y="1006"/>
                    </a:cubicBezTo>
                    <a:cubicBezTo>
                      <a:pt x="473" y="1049"/>
                      <a:pt x="580" y="1092"/>
                      <a:pt x="698" y="1092"/>
                    </a:cubicBezTo>
                    <a:cubicBezTo>
                      <a:pt x="709" y="1092"/>
                      <a:pt x="720" y="1091"/>
                      <a:pt x="731" y="1091"/>
                    </a:cubicBezTo>
                    <a:lnTo>
                      <a:pt x="731" y="1091"/>
                    </a:lnTo>
                    <a:lnTo>
                      <a:pt x="700" y="1097"/>
                    </a:lnTo>
                    <a:lnTo>
                      <a:pt x="700" y="1097"/>
                    </a:lnTo>
                    <a:lnTo>
                      <a:pt x="737" y="1090"/>
                    </a:lnTo>
                    <a:lnTo>
                      <a:pt x="737" y="1090"/>
                    </a:lnTo>
                    <a:cubicBezTo>
                      <a:pt x="767" y="1088"/>
                      <a:pt x="798" y="1082"/>
                      <a:pt x="830" y="1073"/>
                    </a:cubicBezTo>
                    <a:lnTo>
                      <a:pt x="830" y="1073"/>
                    </a:lnTo>
                    <a:lnTo>
                      <a:pt x="1034" y="1036"/>
                    </a:lnTo>
                    <a:cubicBezTo>
                      <a:pt x="1186" y="1036"/>
                      <a:pt x="1308" y="1006"/>
                      <a:pt x="1399" y="915"/>
                    </a:cubicBezTo>
                    <a:cubicBezTo>
                      <a:pt x="1490" y="823"/>
                      <a:pt x="1551" y="671"/>
                      <a:pt x="1551" y="550"/>
                    </a:cubicBezTo>
                    <a:cubicBezTo>
                      <a:pt x="1551" y="428"/>
                      <a:pt x="1490" y="276"/>
                      <a:pt x="1399" y="185"/>
                    </a:cubicBezTo>
                    <a:cubicBezTo>
                      <a:pt x="1308" y="94"/>
                      <a:pt x="1186" y="64"/>
                      <a:pt x="1034" y="33"/>
                    </a:cubicBezTo>
                    <a:lnTo>
                      <a:pt x="742" y="7"/>
                    </a:lnTo>
                    <a:lnTo>
                      <a:pt x="742" y="7"/>
                    </a:lnTo>
                    <a:cubicBezTo>
                      <a:pt x="712" y="2"/>
                      <a:pt x="683" y="0"/>
                      <a:pt x="6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3" name="Google Shape;5463;p35"/>
              <p:cNvSpPr/>
              <p:nvPr/>
            </p:nvSpPr>
            <p:spPr>
              <a:xfrm>
                <a:off x="1722175" y="4257200"/>
                <a:ext cx="28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913" extrusionOk="0">
                    <a:moveTo>
                      <a:pt x="578" y="0"/>
                    </a:moveTo>
                    <a:cubicBezTo>
                      <a:pt x="1" y="0"/>
                      <a:pt x="1" y="912"/>
                      <a:pt x="578" y="912"/>
                    </a:cubicBezTo>
                    <a:cubicBezTo>
                      <a:pt x="1156" y="912"/>
                      <a:pt x="1156" y="0"/>
                      <a:pt x="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4" name="Google Shape;5464;p35"/>
              <p:cNvSpPr/>
              <p:nvPr/>
            </p:nvSpPr>
            <p:spPr>
              <a:xfrm>
                <a:off x="1638600" y="4324675"/>
                <a:ext cx="41050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1259" extrusionOk="0">
                    <a:moveTo>
                      <a:pt x="851" y="37"/>
                    </a:moveTo>
                    <a:cubicBezTo>
                      <a:pt x="865" y="37"/>
                      <a:pt x="879" y="38"/>
                      <a:pt x="892" y="41"/>
                    </a:cubicBezTo>
                    <a:lnTo>
                      <a:pt x="892" y="41"/>
                    </a:lnTo>
                    <a:lnTo>
                      <a:pt x="882" y="37"/>
                    </a:lnTo>
                    <a:close/>
                    <a:moveTo>
                      <a:pt x="926" y="1204"/>
                    </a:moveTo>
                    <a:lnTo>
                      <a:pt x="882" y="1222"/>
                    </a:lnTo>
                    <a:lnTo>
                      <a:pt x="730" y="1222"/>
                    </a:lnTo>
                    <a:lnTo>
                      <a:pt x="926" y="1204"/>
                    </a:lnTo>
                    <a:close/>
                    <a:moveTo>
                      <a:pt x="577" y="0"/>
                    </a:moveTo>
                    <a:cubicBezTo>
                      <a:pt x="440" y="0"/>
                      <a:pt x="292" y="83"/>
                      <a:pt x="213" y="189"/>
                    </a:cubicBezTo>
                    <a:cubicBezTo>
                      <a:pt x="91" y="280"/>
                      <a:pt x="0" y="462"/>
                      <a:pt x="0" y="645"/>
                    </a:cubicBezTo>
                    <a:cubicBezTo>
                      <a:pt x="31" y="797"/>
                      <a:pt x="61" y="979"/>
                      <a:pt x="213" y="1070"/>
                    </a:cubicBezTo>
                    <a:cubicBezTo>
                      <a:pt x="319" y="1176"/>
                      <a:pt x="447" y="1258"/>
                      <a:pt x="579" y="1258"/>
                    </a:cubicBezTo>
                    <a:cubicBezTo>
                      <a:pt x="599" y="1258"/>
                      <a:pt x="619" y="1257"/>
                      <a:pt x="639" y="1253"/>
                    </a:cubicBezTo>
                    <a:lnTo>
                      <a:pt x="851" y="1253"/>
                    </a:lnTo>
                    <a:cubicBezTo>
                      <a:pt x="885" y="1236"/>
                      <a:pt x="919" y="1219"/>
                      <a:pt x="953" y="1202"/>
                    </a:cubicBezTo>
                    <a:lnTo>
                      <a:pt x="953" y="1202"/>
                    </a:lnTo>
                    <a:lnTo>
                      <a:pt x="1064" y="1192"/>
                    </a:lnTo>
                    <a:cubicBezTo>
                      <a:pt x="1216" y="1192"/>
                      <a:pt x="1338" y="1161"/>
                      <a:pt x="1459" y="1040"/>
                    </a:cubicBezTo>
                    <a:cubicBezTo>
                      <a:pt x="1581" y="949"/>
                      <a:pt x="1642" y="766"/>
                      <a:pt x="1642" y="614"/>
                    </a:cubicBezTo>
                    <a:cubicBezTo>
                      <a:pt x="1642" y="493"/>
                      <a:pt x="1581" y="310"/>
                      <a:pt x="1459" y="219"/>
                    </a:cubicBezTo>
                    <a:cubicBezTo>
                      <a:pt x="1338" y="98"/>
                      <a:pt x="1216" y="67"/>
                      <a:pt x="1064" y="37"/>
                    </a:cubicBezTo>
                    <a:lnTo>
                      <a:pt x="1064" y="67"/>
                    </a:lnTo>
                    <a:lnTo>
                      <a:pt x="944" y="56"/>
                    </a:lnTo>
                    <a:lnTo>
                      <a:pt x="944" y="56"/>
                    </a:lnTo>
                    <a:cubicBezTo>
                      <a:pt x="927" y="50"/>
                      <a:pt x="910" y="44"/>
                      <a:pt x="892" y="41"/>
                    </a:cubicBezTo>
                    <a:lnTo>
                      <a:pt x="892" y="41"/>
                    </a:lnTo>
                    <a:lnTo>
                      <a:pt x="926" y="55"/>
                    </a:lnTo>
                    <a:lnTo>
                      <a:pt x="926" y="55"/>
                    </a:lnTo>
                    <a:lnTo>
                      <a:pt x="730" y="37"/>
                    </a:lnTo>
                    <a:lnTo>
                      <a:pt x="851" y="37"/>
                    </a:lnTo>
                    <a:cubicBezTo>
                      <a:pt x="791" y="6"/>
                      <a:pt x="730" y="6"/>
                      <a:pt x="639" y="6"/>
                    </a:cubicBezTo>
                    <a:cubicBezTo>
                      <a:pt x="619" y="2"/>
                      <a:pt x="598" y="0"/>
                      <a:pt x="5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5" name="Google Shape;5465;p35"/>
              <p:cNvSpPr/>
              <p:nvPr/>
            </p:nvSpPr>
            <p:spPr>
              <a:xfrm>
                <a:off x="1579325" y="4214650"/>
                <a:ext cx="2815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1490" extrusionOk="0">
                    <a:moveTo>
                      <a:pt x="548" y="0"/>
                    </a:moveTo>
                    <a:cubicBezTo>
                      <a:pt x="244" y="0"/>
                      <a:pt x="31" y="243"/>
                      <a:pt x="0" y="547"/>
                    </a:cubicBezTo>
                    <a:cubicBezTo>
                      <a:pt x="0" y="699"/>
                      <a:pt x="0" y="821"/>
                      <a:pt x="31" y="942"/>
                    </a:cubicBezTo>
                    <a:cubicBezTo>
                      <a:pt x="31" y="1094"/>
                      <a:pt x="61" y="1216"/>
                      <a:pt x="183" y="1307"/>
                    </a:cubicBezTo>
                    <a:cubicBezTo>
                      <a:pt x="274" y="1429"/>
                      <a:pt x="426" y="1489"/>
                      <a:pt x="548" y="1489"/>
                    </a:cubicBezTo>
                    <a:cubicBezTo>
                      <a:pt x="882" y="1459"/>
                      <a:pt x="1064" y="1246"/>
                      <a:pt x="1095" y="942"/>
                    </a:cubicBezTo>
                    <a:cubicBezTo>
                      <a:pt x="1095" y="821"/>
                      <a:pt x="1125" y="669"/>
                      <a:pt x="1125" y="547"/>
                    </a:cubicBezTo>
                    <a:cubicBezTo>
                      <a:pt x="1095" y="395"/>
                      <a:pt x="1064" y="274"/>
                      <a:pt x="943" y="152"/>
                    </a:cubicBezTo>
                    <a:cubicBezTo>
                      <a:pt x="851" y="61"/>
                      <a:pt x="700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6" name="Google Shape;5466;p35"/>
              <p:cNvSpPr/>
              <p:nvPr/>
            </p:nvSpPr>
            <p:spPr>
              <a:xfrm>
                <a:off x="1644675" y="4281500"/>
                <a:ext cx="205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0" extrusionOk="0">
                    <a:moveTo>
                      <a:pt x="396" y="1"/>
                    </a:moveTo>
                    <a:cubicBezTo>
                      <a:pt x="0" y="1"/>
                      <a:pt x="0" y="639"/>
                      <a:pt x="396" y="639"/>
                    </a:cubicBezTo>
                    <a:cubicBezTo>
                      <a:pt x="821" y="639"/>
                      <a:pt x="821" y="1"/>
                      <a:pt x="3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7" name="Google Shape;5467;p35"/>
              <p:cNvSpPr/>
              <p:nvPr/>
            </p:nvSpPr>
            <p:spPr>
              <a:xfrm>
                <a:off x="1647725" y="4152325"/>
                <a:ext cx="34975" cy="27375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095" extrusionOk="0">
                    <a:moveTo>
                      <a:pt x="699" y="1"/>
                    </a:moveTo>
                    <a:cubicBezTo>
                      <a:pt x="0" y="1"/>
                      <a:pt x="0" y="1095"/>
                      <a:pt x="699" y="1095"/>
                    </a:cubicBezTo>
                    <a:cubicBezTo>
                      <a:pt x="1398" y="1095"/>
                      <a:pt x="1398" y="1"/>
                      <a:pt x="6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8" name="Google Shape;5468;p35"/>
              <p:cNvSpPr/>
              <p:nvPr/>
            </p:nvSpPr>
            <p:spPr>
              <a:xfrm>
                <a:off x="1537525" y="4326900"/>
                <a:ext cx="29675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498" extrusionOk="0">
                    <a:moveTo>
                      <a:pt x="593" y="1"/>
                    </a:moveTo>
                    <a:cubicBezTo>
                      <a:pt x="457" y="1"/>
                      <a:pt x="320" y="54"/>
                      <a:pt x="213" y="161"/>
                    </a:cubicBezTo>
                    <a:lnTo>
                      <a:pt x="183" y="161"/>
                    </a:lnTo>
                    <a:cubicBezTo>
                      <a:pt x="31" y="313"/>
                      <a:pt x="1" y="525"/>
                      <a:pt x="31" y="738"/>
                    </a:cubicBezTo>
                    <a:lnTo>
                      <a:pt x="31" y="616"/>
                    </a:lnTo>
                    <a:lnTo>
                      <a:pt x="61" y="951"/>
                    </a:lnTo>
                    <a:cubicBezTo>
                      <a:pt x="61" y="1103"/>
                      <a:pt x="122" y="1224"/>
                      <a:pt x="213" y="1346"/>
                    </a:cubicBezTo>
                    <a:cubicBezTo>
                      <a:pt x="305" y="1437"/>
                      <a:pt x="457" y="1498"/>
                      <a:pt x="609" y="1498"/>
                    </a:cubicBezTo>
                    <a:cubicBezTo>
                      <a:pt x="730" y="1498"/>
                      <a:pt x="882" y="1437"/>
                      <a:pt x="973" y="1346"/>
                    </a:cubicBezTo>
                    <a:cubicBezTo>
                      <a:pt x="1065" y="1224"/>
                      <a:pt x="1125" y="1103"/>
                      <a:pt x="1125" y="951"/>
                    </a:cubicBezTo>
                    <a:lnTo>
                      <a:pt x="1144" y="750"/>
                    </a:lnTo>
                    <a:lnTo>
                      <a:pt x="1144" y="750"/>
                    </a:lnTo>
                    <a:lnTo>
                      <a:pt x="1156" y="738"/>
                    </a:lnTo>
                    <a:cubicBezTo>
                      <a:pt x="1186" y="556"/>
                      <a:pt x="1156" y="313"/>
                      <a:pt x="1004" y="161"/>
                    </a:cubicBezTo>
                    <a:lnTo>
                      <a:pt x="973" y="161"/>
                    </a:lnTo>
                    <a:cubicBezTo>
                      <a:pt x="867" y="54"/>
                      <a:pt x="730" y="1"/>
                      <a:pt x="5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9" name="Google Shape;5469;p35"/>
              <p:cNvSpPr/>
              <p:nvPr/>
            </p:nvSpPr>
            <p:spPr>
              <a:xfrm>
                <a:off x="1704700" y="4362050"/>
                <a:ext cx="228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31" extrusionOk="0">
                    <a:moveTo>
                      <a:pt x="457" y="1"/>
                    </a:moveTo>
                    <a:cubicBezTo>
                      <a:pt x="1" y="1"/>
                      <a:pt x="1" y="730"/>
                      <a:pt x="457" y="730"/>
                    </a:cubicBezTo>
                    <a:cubicBezTo>
                      <a:pt x="913" y="730"/>
                      <a:pt x="913" y="1"/>
                      <a:pt x="4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0" name="Google Shape;5470;p35"/>
              <p:cNvSpPr/>
              <p:nvPr/>
            </p:nvSpPr>
            <p:spPr>
              <a:xfrm>
                <a:off x="1862000" y="4406125"/>
                <a:ext cx="167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18" extrusionOk="0">
                    <a:moveTo>
                      <a:pt x="335" y="1"/>
                    </a:moveTo>
                    <a:cubicBezTo>
                      <a:pt x="1" y="1"/>
                      <a:pt x="1" y="517"/>
                      <a:pt x="335" y="517"/>
                    </a:cubicBezTo>
                    <a:cubicBezTo>
                      <a:pt x="669" y="517"/>
                      <a:pt x="669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1" name="Google Shape;5471;p35"/>
              <p:cNvSpPr/>
              <p:nvPr/>
            </p:nvSpPr>
            <p:spPr>
              <a:xfrm>
                <a:off x="1889350" y="4228700"/>
                <a:ext cx="2360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234" extrusionOk="0">
                    <a:moveTo>
                      <a:pt x="472" y="0"/>
                    </a:moveTo>
                    <a:cubicBezTo>
                      <a:pt x="312" y="0"/>
                      <a:pt x="153" y="76"/>
                      <a:pt x="92" y="228"/>
                    </a:cubicBezTo>
                    <a:cubicBezTo>
                      <a:pt x="31" y="289"/>
                      <a:pt x="31" y="380"/>
                      <a:pt x="1" y="471"/>
                    </a:cubicBezTo>
                    <a:cubicBezTo>
                      <a:pt x="1" y="502"/>
                      <a:pt x="1" y="532"/>
                      <a:pt x="1" y="593"/>
                    </a:cubicBezTo>
                    <a:cubicBezTo>
                      <a:pt x="1" y="654"/>
                      <a:pt x="1" y="715"/>
                      <a:pt x="1" y="775"/>
                    </a:cubicBezTo>
                    <a:cubicBezTo>
                      <a:pt x="30" y="1005"/>
                      <a:pt x="193" y="1234"/>
                      <a:pt x="441" y="1234"/>
                    </a:cubicBezTo>
                    <a:cubicBezTo>
                      <a:pt x="456" y="1234"/>
                      <a:pt x="472" y="1233"/>
                      <a:pt x="487" y="1231"/>
                    </a:cubicBezTo>
                    <a:cubicBezTo>
                      <a:pt x="730" y="1231"/>
                      <a:pt x="913" y="1049"/>
                      <a:pt x="943" y="775"/>
                    </a:cubicBezTo>
                    <a:lnTo>
                      <a:pt x="913" y="775"/>
                    </a:lnTo>
                    <a:cubicBezTo>
                      <a:pt x="913" y="715"/>
                      <a:pt x="943" y="654"/>
                      <a:pt x="943" y="593"/>
                    </a:cubicBezTo>
                    <a:cubicBezTo>
                      <a:pt x="943" y="563"/>
                      <a:pt x="943" y="502"/>
                      <a:pt x="913" y="471"/>
                    </a:cubicBezTo>
                    <a:cubicBezTo>
                      <a:pt x="913" y="380"/>
                      <a:pt x="882" y="319"/>
                      <a:pt x="852" y="228"/>
                    </a:cubicBezTo>
                    <a:cubicBezTo>
                      <a:pt x="791" y="76"/>
                      <a:pt x="632" y="0"/>
                      <a:pt x="4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2" name="Google Shape;5472;p35"/>
              <p:cNvSpPr/>
              <p:nvPr/>
            </p:nvSpPr>
            <p:spPr>
              <a:xfrm>
                <a:off x="1948625" y="4338500"/>
                <a:ext cx="27375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399" extrusionOk="0">
                    <a:moveTo>
                      <a:pt x="548" y="0"/>
                    </a:moveTo>
                    <a:cubicBezTo>
                      <a:pt x="335" y="31"/>
                      <a:pt x="122" y="183"/>
                      <a:pt x="62" y="396"/>
                    </a:cubicBezTo>
                    <a:cubicBezTo>
                      <a:pt x="1" y="548"/>
                      <a:pt x="31" y="730"/>
                      <a:pt x="62" y="912"/>
                    </a:cubicBezTo>
                    <a:cubicBezTo>
                      <a:pt x="62" y="1034"/>
                      <a:pt x="92" y="1156"/>
                      <a:pt x="214" y="1277"/>
                    </a:cubicBezTo>
                    <a:cubicBezTo>
                      <a:pt x="305" y="1338"/>
                      <a:pt x="426" y="1399"/>
                      <a:pt x="548" y="1399"/>
                    </a:cubicBezTo>
                    <a:cubicBezTo>
                      <a:pt x="852" y="1399"/>
                      <a:pt x="1034" y="1186"/>
                      <a:pt x="1065" y="912"/>
                    </a:cubicBezTo>
                    <a:cubicBezTo>
                      <a:pt x="1065" y="730"/>
                      <a:pt x="1095" y="548"/>
                      <a:pt x="1065" y="396"/>
                    </a:cubicBezTo>
                    <a:cubicBezTo>
                      <a:pt x="973" y="183"/>
                      <a:pt x="791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3" name="Google Shape;5473;p35"/>
              <p:cNvSpPr/>
              <p:nvPr/>
            </p:nvSpPr>
            <p:spPr>
              <a:xfrm>
                <a:off x="1886325" y="4441850"/>
                <a:ext cx="29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943" extrusionOk="0">
                    <a:moveTo>
                      <a:pt x="578" y="0"/>
                    </a:moveTo>
                    <a:cubicBezTo>
                      <a:pt x="0" y="0"/>
                      <a:pt x="0" y="943"/>
                      <a:pt x="578" y="943"/>
                    </a:cubicBezTo>
                    <a:cubicBezTo>
                      <a:pt x="1186" y="943"/>
                      <a:pt x="1186" y="0"/>
                      <a:pt x="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4" name="Google Shape;5474;p35"/>
              <p:cNvSpPr/>
              <p:nvPr/>
            </p:nvSpPr>
            <p:spPr>
              <a:xfrm>
                <a:off x="1745750" y="4380475"/>
                <a:ext cx="2510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898" extrusionOk="0">
                    <a:moveTo>
                      <a:pt x="559" y="1"/>
                    </a:moveTo>
                    <a:cubicBezTo>
                      <a:pt x="517" y="1"/>
                      <a:pt x="471" y="8"/>
                      <a:pt x="426" y="24"/>
                    </a:cubicBezTo>
                    <a:lnTo>
                      <a:pt x="334" y="54"/>
                    </a:lnTo>
                    <a:cubicBezTo>
                      <a:pt x="243" y="84"/>
                      <a:pt x="182" y="115"/>
                      <a:pt x="122" y="145"/>
                    </a:cubicBezTo>
                    <a:cubicBezTo>
                      <a:pt x="91" y="206"/>
                      <a:pt x="61" y="267"/>
                      <a:pt x="30" y="358"/>
                    </a:cubicBezTo>
                    <a:cubicBezTo>
                      <a:pt x="0" y="449"/>
                      <a:pt x="0" y="449"/>
                      <a:pt x="30" y="571"/>
                    </a:cubicBezTo>
                    <a:cubicBezTo>
                      <a:pt x="61" y="632"/>
                      <a:pt x="91" y="692"/>
                      <a:pt x="122" y="753"/>
                    </a:cubicBezTo>
                    <a:cubicBezTo>
                      <a:pt x="182" y="814"/>
                      <a:pt x="243" y="844"/>
                      <a:pt x="334" y="844"/>
                    </a:cubicBezTo>
                    <a:lnTo>
                      <a:pt x="426" y="875"/>
                    </a:lnTo>
                    <a:cubicBezTo>
                      <a:pt x="471" y="890"/>
                      <a:pt x="517" y="898"/>
                      <a:pt x="559" y="898"/>
                    </a:cubicBezTo>
                    <a:cubicBezTo>
                      <a:pt x="600" y="898"/>
                      <a:pt x="638" y="890"/>
                      <a:pt x="669" y="875"/>
                    </a:cubicBezTo>
                    <a:cubicBezTo>
                      <a:pt x="760" y="844"/>
                      <a:pt x="821" y="814"/>
                      <a:pt x="882" y="753"/>
                    </a:cubicBezTo>
                    <a:cubicBezTo>
                      <a:pt x="942" y="692"/>
                      <a:pt x="1003" y="571"/>
                      <a:pt x="1003" y="449"/>
                    </a:cubicBezTo>
                    <a:cubicBezTo>
                      <a:pt x="1003" y="328"/>
                      <a:pt x="942" y="206"/>
                      <a:pt x="882" y="145"/>
                    </a:cubicBezTo>
                    <a:cubicBezTo>
                      <a:pt x="821" y="84"/>
                      <a:pt x="760" y="54"/>
                      <a:pt x="669" y="24"/>
                    </a:cubicBezTo>
                    <a:cubicBezTo>
                      <a:pt x="638" y="8"/>
                      <a:pt x="600" y="1"/>
                      <a:pt x="55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5" name="Google Shape;5475;p35"/>
              <p:cNvSpPr/>
              <p:nvPr/>
            </p:nvSpPr>
            <p:spPr>
              <a:xfrm>
                <a:off x="1786775" y="4239725"/>
                <a:ext cx="28150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852" extrusionOk="0">
                    <a:moveTo>
                      <a:pt x="548" y="0"/>
                    </a:moveTo>
                    <a:cubicBezTo>
                      <a:pt x="0" y="0"/>
                      <a:pt x="0" y="851"/>
                      <a:pt x="548" y="851"/>
                    </a:cubicBezTo>
                    <a:cubicBezTo>
                      <a:pt x="1125" y="851"/>
                      <a:pt x="1125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6" name="Google Shape;5476;p35"/>
              <p:cNvSpPr/>
              <p:nvPr/>
            </p:nvSpPr>
            <p:spPr>
              <a:xfrm>
                <a:off x="1842250" y="4155375"/>
                <a:ext cx="26625" cy="26600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64" extrusionOk="0">
                    <a:moveTo>
                      <a:pt x="517" y="0"/>
                    </a:moveTo>
                    <a:cubicBezTo>
                      <a:pt x="395" y="0"/>
                      <a:pt x="243" y="61"/>
                      <a:pt x="152" y="152"/>
                    </a:cubicBezTo>
                    <a:cubicBezTo>
                      <a:pt x="92" y="213"/>
                      <a:pt x="61" y="243"/>
                      <a:pt x="31" y="335"/>
                    </a:cubicBezTo>
                    <a:cubicBezTo>
                      <a:pt x="0" y="395"/>
                      <a:pt x="0" y="456"/>
                      <a:pt x="0" y="517"/>
                    </a:cubicBezTo>
                    <a:cubicBezTo>
                      <a:pt x="0" y="669"/>
                      <a:pt x="61" y="790"/>
                      <a:pt x="152" y="882"/>
                    </a:cubicBezTo>
                    <a:cubicBezTo>
                      <a:pt x="274" y="1003"/>
                      <a:pt x="395" y="1064"/>
                      <a:pt x="517" y="1064"/>
                    </a:cubicBezTo>
                    <a:cubicBezTo>
                      <a:pt x="669" y="1064"/>
                      <a:pt x="791" y="1003"/>
                      <a:pt x="882" y="882"/>
                    </a:cubicBezTo>
                    <a:cubicBezTo>
                      <a:pt x="943" y="851"/>
                      <a:pt x="973" y="790"/>
                      <a:pt x="1003" y="730"/>
                    </a:cubicBezTo>
                    <a:cubicBezTo>
                      <a:pt x="1034" y="669"/>
                      <a:pt x="1064" y="608"/>
                      <a:pt x="1064" y="517"/>
                    </a:cubicBezTo>
                    <a:cubicBezTo>
                      <a:pt x="1034" y="395"/>
                      <a:pt x="1003" y="243"/>
                      <a:pt x="882" y="152"/>
                    </a:cubicBezTo>
                    <a:cubicBezTo>
                      <a:pt x="791" y="61"/>
                      <a:pt x="669" y="0"/>
                      <a:pt x="5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7" name="Google Shape;5477;p35"/>
              <p:cNvSpPr/>
              <p:nvPr/>
            </p:nvSpPr>
            <p:spPr>
              <a:xfrm>
                <a:off x="1740425" y="4040625"/>
                <a:ext cx="4790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490" extrusionOk="0">
                    <a:moveTo>
                      <a:pt x="943" y="0"/>
                    </a:moveTo>
                    <a:cubicBezTo>
                      <a:pt x="0" y="0"/>
                      <a:pt x="0" y="1490"/>
                      <a:pt x="943" y="1490"/>
                    </a:cubicBezTo>
                    <a:cubicBezTo>
                      <a:pt x="1915" y="1490"/>
                      <a:pt x="1915" y="0"/>
                      <a:pt x="9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8" name="Google Shape;5478;p35"/>
              <p:cNvSpPr/>
              <p:nvPr/>
            </p:nvSpPr>
            <p:spPr>
              <a:xfrm>
                <a:off x="1673550" y="4226800"/>
                <a:ext cx="258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1" extrusionOk="0">
                    <a:moveTo>
                      <a:pt x="517" y="0"/>
                    </a:moveTo>
                    <a:cubicBezTo>
                      <a:pt x="0" y="0"/>
                      <a:pt x="0" y="791"/>
                      <a:pt x="517" y="791"/>
                    </a:cubicBezTo>
                    <a:cubicBezTo>
                      <a:pt x="1034" y="79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9" name="Google Shape;5479;p35"/>
              <p:cNvSpPr/>
              <p:nvPr/>
            </p:nvSpPr>
            <p:spPr>
              <a:xfrm>
                <a:off x="1740425" y="4324825"/>
                <a:ext cx="20525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1" h="639" extrusionOk="0">
                    <a:moveTo>
                      <a:pt x="395" y="0"/>
                    </a:moveTo>
                    <a:cubicBezTo>
                      <a:pt x="0" y="0"/>
                      <a:pt x="0" y="639"/>
                      <a:pt x="395" y="639"/>
                    </a:cubicBezTo>
                    <a:cubicBezTo>
                      <a:pt x="821" y="639"/>
                      <a:pt x="821" y="0"/>
                      <a:pt x="3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0" name="Google Shape;5480;p35"/>
              <p:cNvSpPr/>
              <p:nvPr/>
            </p:nvSpPr>
            <p:spPr>
              <a:xfrm>
                <a:off x="1908350" y="4286150"/>
                <a:ext cx="20550" cy="199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96" extrusionOk="0">
                    <a:moveTo>
                      <a:pt x="409" y="0"/>
                    </a:moveTo>
                    <a:cubicBezTo>
                      <a:pt x="345" y="0"/>
                      <a:pt x="285" y="17"/>
                      <a:pt x="244" y="58"/>
                    </a:cubicBezTo>
                    <a:cubicBezTo>
                      <a:pt x="214" y="88"/>
                      <a:pt x="214" y="88"/>
                      <a:pt x="183" y="88"/>
                    </a:cubicBezTo>
                    <a:cubicBezTo>
                      <a:pt x="122" y="119"/>
                      <a:pt x="92" y="180"/>
                      <a:pt x="62" y="240"/>
                    </a:cubicBezTo>
                    <a:cubicBezTo>
                      <a:pt x="31" y="271"/>
                      <a:pt x="1" y="332"/>
                      <a:pt x="1" y="392"/>
                    </a:cubicBezTo>
                    <a:cubicBezTo>
                      <a:pt x="1" y="453"/>
                      <a:pt x="31" y="514"/>
                      <a:pt x="62" y="575"/>
                    </a:cubicBezTo>
                    <a:cubicBezTo>
                      <a:pt x="92" y="635"/>
                      <a:pt x="122" y="666"/>
                      <a:pt x="183" y="696"/>
                    </a:cubicBezTo>
                    <a:cubicBezTo>
                      <a:pt x="183" y="727"/>
                      <a:pt x="214" y="727"/>
                      <a:pt x="244" y="727"/>
                    </a:cubicBezTo>
                    <a:cubicBezTo>
                      <a:pt x="305" y="772"/>
                      <a:pt x="373" y="795"/>
                      <a:pt x="441" y="795"/>
                    </a:cubicBezTo>
                    <a:cubicBezTo>
                      <a:pt x="510" y="795"/>
                      <a:pt x="578" y="772"/>
                      <a:pt x="639" y="727"/>
                    </a:cubicBezTo>
                    <a:cubicBezTo>
                      <a:pt x="761" y="666"/>
                      <a:pt x="821" y="544"/>
                      <a:pt x="821" y="392"/>
                    </a:cubicBezTo>
                    <a:cubicBezTo>
                      <a:pt x="821" y="271"/>
                      <a:pt x="761" y="119"/>
                      <a:pt x="639" y="58"/>
                    </a:cubicBezTo>
                    <a:cubicBezTo>
                      <a:pt x="572" y="25"/>
                      <a:pt x="487" y="0"/>
                      <a:pt x="4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1" name="Google Shape;5481;p35"/>
              <p:cNvSpPr/>
              <p:nvPr/>
            </p:nvSpPr>
            <p:spPr>
              <a:xfrm>
                <a:off x="1878725" y="4359025"/>
                <a:ext cx="2585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21" extrusionOk="0">
                    <a:moveTo>
                      <a:pt x="517" y="0"/>
                    </a:moveTo>
                    <a:cubicBezTo>
                      <a:pt x="0" y="0"/>
                      <a:pt x="0" y="821"/>
                      <a:pt x="517" y="821"/>
                    </a:cubicBezTo>
                    <a:cubicBezTo>
                      <a:pt x="1034" y="82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2" name="Google Shape;5482;p35"/>
              <p:cNvSpPr/>
              <p:nvPr/>
            </p:nvSpPr>
            <p:spPr>
              <a:xfrm>
                <a:off x="1822500" y="435672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0" y="609"/>
                      <a:pt x="790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3" name="Google Shape;5483;p35"/>
              <p:cNvSpPr/>
              <p:nvPr/>
            </p:nvSpPr>
            <p:spPr>
              <a:xfrm>
                <a:off x="1796650" y="4400050"/>
                <a:ext cx="2587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822" extrusionOk="0">
                    <a:moveTo>
                      <a:pt x="517" y="1"/>
                    </a:moveTo>
                    <a:cubicBezTo>
                      <a:pt x="1" y="1"/>
                      <a:pt x="1" y="821"/>
                      <a:pt x="517" y="821"/>
                    </a:cubicBezTo>
                    <a:cubicBezTo>
                      <a:pt x="1034" y="821"/>
                      <a:pt x="1034" y="1"/>
                      <a:pt x="5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4" name="Google Shape;5484;p35"/>
              <p:cNvSpPr/>
              <p:nvPr/>
            </p:nvSpPr>
            <p:spPr>
              <a:xfrm>
                <a:off x="1703175" y="4423600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44" y="1"/>
                    </a:moveTo>
                    <a:cubicBezTo>
                      <a:pt x="1" y="1"/>
                      <a:pt x="1" y="396"/>
                      <a:pt x="244" y="396"/>
                    </a:cubicBezTo>
                    <a:cubicBezTo>
                      <a:pt x="518" y="396"/>
                      <a:pt x="518" y="1"/>
                      <a:pt x="2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5" name="Google Shape;5485;p35"/>
              <p:cNvSpPr/>
              <p:nvPr/>
            </p:nvSpPr>
            <p:spPr>
              <a:xfrm>
                <a:off x="1645425" y="4391700"/>
                <a:ext cx="1902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730" extrusionOk="0">
                    <a:moveTo>
                      <a:pt x="366" y="0"/>
                    </a:moveTo>
                    <a:cubicBezTo>
                      <a:pt x="274" y="0"/>
                      <a:pt x="183" y="61"/>
                      <a:pt x="122" y="122"/>
                    </a:cubicBezTo>
                    <a:cubicBezTo>
                      <a:pt x="31" y="183"/>
                      <a:pt x="1" y="274"/>
                      <a:pt x="1" y="365"/>
                    </a:cubicBezTo>
                    <a:cubicBezTo>
                      <a:pt x="1" y="456"/>
                      <a:pt x="31" y="578"/>
                      <a:pt x="122" y="638"/>
                    </a:cubicBezTo>
                    <a:cubicBezTo>
                      <a:pt x="183" y="699"/>
                      <a:pt x="274" y="730"/>
                      <a:pt x="366" y="730"/>
                    </a:cubicBezTo>
                    <a:cubicBezTo>
                      <a:pt x="457" y="730"/>
                      <a:pt x="578" y="699"/>
                      <a:pt x="639" y="638"/>
                    </a:cubicBezTo>
                    <a:cubicBezTo>
                      <a:pt x="700" y="578"/>
                      <a:pt x="761" y="456"/>
                      <a:pt x="730" y="365"/>
                    </a:cubicBezTo>
                    <a:cubicBezTo>
                      <a:pt x="730" y="274"/>
                      <a:pt x="700" y="183"/>
                      <a:pt x="639" y="122"/>
                    </a:cubicBezTo>
                    <a:cubicBezTo>
                      <a:pt x="548" y="31"/>
                      <a:pt x="487" y="0"/>
                      <a:pt x="3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6" name="Google Shape;5486;p35"/>
              <p:cNvSpPr/>
              <p:nvPr/>
            </p:nvSpPr>
            <p:spPr>
              <a:xfrm>
                <a:off x="1563375" y="4405375"/>
                <a:ext cx="19000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730" extrusionOk="0">
                    <a:moveTo>
                      <a:pt x="365" y="0"/>
                    </a:moveTo>
                    <a:cubicBezTo>
                      <a:pt x="274" y="0"/>
                      <a:pt x="182" y="61"/>
                      <a:pt x="122" y="122"/>
                    </a:cubicBezTo>
                    <a:cubicBezTo>
                      <a:pt x="31" y="183"/>
                      <a:pt x="0" y="274"/>
                      <a:pt x="0" y="365"/>
                    </a:cubicBezTo>
                    <a:cubicBezTo>
                      <a:pt x="0" y="456"/>
                      <a:pt x="31" y="578"/>
                      <a:pt x="122" y="639"/>
                    </a:cubicBezTo>
                    <a:cubicBezTo>
                      <a:pt x="182" y="699"/>
                      <a:pt x="274" y="730"/>
                      <a:pt x="365" y="730"/>
                    </a:cubicBezTo>
                    <a:cubicBezTo>
                      <a:pt x="456" y="730"/>
                      <a:pt x="578" y="699"/>
                      <a:pt x="638" y="639"/>
                    </a:cubicBezTo>
                    <a:cubicBezTo>
                      <a:pt x="699" y="578"/>
                      <a:pt x="760" y="456"/>
                      <a:pt x="730" y="365"/>
                    </a:cubicBezTo>
                    <a:cubicBezTo>
                      <a:pt x="730" y="274"/>
                      <a:pt x="699" y="183"/>
                      <a:pt x="638" y="122"/>
                    </a:cubicBezTo>
                    <a:cubicBezTo>
                      <a:pt x="578" y="31"/>
                      <a:pt x="486" y="0"/>
                      <a:pt x="3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7" name="Google Shape;5487;p35"/>
              <p:cNvSpPr/>
              <p:nvPr/>
            </p:nvSpPr>
            <p:spPr>
              <a:xfrm>
                <a:off x="1442550" y="4379950"/>
                <a:ext cx="27375" cy="231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927" extrusionOk="0">
                    <a:moveTo>
                      <a:pt x="608" y="1"/>
                    </a:moveTo>
                    <a:cubicBezTo>
                      <a:pt x="588" y="1"/>
                      <a:pt x="568" y="4"/>
                      <a:pt x="547" y="14"/>
                    </a:cubicBezTo>
                    <a:lnTo>
                      <a:pt x="456" y="14"/>
                    </a:lnTo>
                    <a:cubicBezTo>
                      <a:pt x="395" y="14"/>
                      <a:pt x="335" y="14"/>
                      <a:pt x="304" y="45"/>
                    </a:cubicBezTo>
                    <a:cubicBezTo>
                      <a:pt x="243" y="75"/>
                      <a:pt x="183" y="105"/>
                      <a:pt x="152" y="136"/>
                    </a:cubicBezTo>
                    <a:cubicBezTo>
                      <a:pt x="61" y="227"/>
                      <a:pt x="0" y="349"/>
                      <a:pt x="31" y="470"/>
                    </a:cubicBezTo>
                    <a:cubicBezTo>
                      <a:pt x="31" y="592"/>
                      <a:pt x="61" y="713"/>
                      <a:pt x="152" y="805"/>
                    </a:cubicBezTo>
                    <a:lnTo>
                      <a:pt x="243" y="865"/>
                    </a:lnTo>
                    <a:cubicBezTo>
                      <a:pt x="304" y="896"/>
                      <a:pt x="395" y="926"/>
                      <a:pt x="456" y="926"/>
                    </a:cubicBezTo>
                    <a:lnTo>
                      <a:pt x="730" y="926"/>
                    </a:lnTo>
                    <a:lnTo>
                      <a:pt x="851" y="865"/>
                    </a:lnTo>
                    <a:cubicBezTo>
                      <a:pt x="912" y="835"/>
                      <a:pt x="942" y="805"/>
                      <a:pt x="973" y="744"/>
                    </a:cubicBezTo>
                    <a:cubicBezTo>
                      <a:pt x="1034" y="683"/>
                      <a:pt x="1094" y="561"/>
                      <a:pt x="1064" y="470"/>
                    </a:cubicBezTo>
                    <a:cubicBezTo>
                      <a:pt x="1064" y="379"/>
                      <a:pt x="1064" y="318"/>
                      <a:pt x="1003" y="227"/>
                    </a:cubicBezTo>
                    <a:cubicBezTo>
                      <a:pt x="973" y="136"/>
                      <a:pt x="851" y="75"/>
                      <a:pt x="730" y="14"/>
                    </a:cubicBezTo>
                    <a:cubicBezTo>
                      <a:pt x="689" y="14"/>
                      <a:pt x="649" y="1"/>
                      <a:pt x="6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8" name="Google Shape;5488;p35"/>
              <p:cNvSpPr/>
              <p:nvPr/>
            </p:nvSpPr>
            <p:spPr>
              <a:xfrm>
                <a:off x="1448625" y="4254350"/>
                <a:ext cx="26625" cy="264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57" extrusionOk="0">
                    <a:moveTo>
                      <a:pt x="441" y="0"/>
                    </a:moveTo>
                    <a:cubicBezTo>
                      <a:pt x="403" y="0"/>
                      <a:pt x="365" y="8"/>
                      <a:pt x="335" y="23"/>
                    </a:cubicBezTo>
                    <a:cubicBezTo>
                      <a:pt x="274" y="53"/>
                      <a:pt x="183" y="84"/>
                      <a:pt x="152" y="114"/>
                    </a:cubicBezTo>
                    <a:cubicBezTo>
                      <a:pt x="92" y="175"/>
                      <a:pt x="61" y="236"/>
                      <a:pt x="31" y="327"/>
                    </a:cubicBezTo>
                    <a:cubicBezTo>
                      <a:pt x="0" y="388"/>
                      <a:pt x="31" y="479"/>
                      <a:pt x="31" y="540"/>
                    </a:cubicBezTo>
                    <a:cubicBezTo>
                      <a:pt x="61" y="600"/>
                      <a:pt x="61" y="661"/>
                      <a:pt x="92" y="692"/>
                    </a:cubicBezTo>
                    <a:lnTo>
                      <a:pt x="183" y="813"/>
                    </a:lnTo>
                    <a:cubicBezTo>
                      <a:pt x="244" y="874"/>
                      <a:pt x="274" y="935"/>
                      <a:pt x="365" y="965"/>
                    </a:cubicBezTo>
                    <a:cubicBezTo>
                      <a:pt x="426" y="1026"/>
                      <a:pt x="517" y="1056"/>
                      <a:pt x="578" y="1056"/>
                    </a:cubicBezTo>
                    <a:cubicBezTo>
                      <a:pt x="730" y="1056"/>
                      <a:pt x="821" y="996"/>
                      <a:pt x="912" y="904"/>
                    </a:cubicBezTo>
                    <a:cubicBezTo>
                      <a:pt x="1003" y="813"/>
                      <a:pt x="1064" y="692"/>
                      <a:pt x="1064" y="570"/>
                    </a:cubicBezTo>
                    <a:cubicBezTo>
                      <a:pt x="1064" y="479"/>
                      <a:pt x="1034" y="418"/>
                      <a:pt x="1003" y="327"/>
                    </a:cubicBezTo>
                    <a:cubicBezTo>
                      <a:pt x="943" y="266"/>
                      <a:pt x="882" y="205"/>
                      <a:pt x="821" y="175"/>
                    </a:cubicBezTo>
                    <a:lnTo>
                      <a:pt x="699" y="84"/>
                    </a:lnTo>
                    <a:cubicBezTo>
                      <a:pt x="699" y="84"/>
                      <a:pt x="669" y="53"/>
                      <a:pt x="639" y="53"/>
                    </a:cubicBezTo>
                    <a:cubicBezTo>
                      <a:pt x="608" y="23"/>
                      <a:pt x="578" y="23"/>
                      <a:pt x="547" y="23"/>
                    </a:cubicBezTo>
                    <a:cubicBezTo>
                      <a:pt x="517" y="8"/>
                      <a:pt x="479" y="0"/>
                      <a:pt x="4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9" name="Google Shape;5489;p35"/>
              <p:cNvSpPr/>
              <p:nvPr/>
            </p:nvSpPr>
            <p:spPr>
              <a:xfrm>
                <a:off x="1602875" y="4293675"/>
                <a:ext cx="30425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943" extrusionOk="0">
                    <a:moveTo>
                      <a:pt x="609" y="0"/>
                    </a:moveTo>
                    <a:cubicBezTo>
                      <a:pt x="1" y="0"/>
                      <a:pt x="1" y="942"/>
                      <a:pt x="609" y="942"/>
                    </a:cubicBezTo>
                    <a:cubicBezTo>
                      <a:pt x="1217" y="942"/>
                      <a:pt x="1217" y="0"/>
                      <a:pt x="6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0" name="Google Shape;5490;p35"/>
              <p:cNvSpPr/>
              <p:nvPr/>
            </p:nvSpPr>
            <p:spPr>
              <a:xfrm>
                <a:off x="1483575" y="4300500"/>
                <a:ext cx="228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31" extrusionOk="0">
                    <a:moveTo>
                      <a:pt x="456" y="1"/>
                    </a:moveTo>
                    <a:cubicBezTo>
                      <a:pt x="1" y="1"/>
                      <a:pt x="1" y="730"/>
                      <a:pt x="456" y="730"/>
                    </a:cubicBezTo>
                    <a:cubicBezTo>
                      <a:pt x="912" y="730"/>
                      <a:pt x="912" y="1"/>
                      <a:pt x="4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1" name="Google Shape;5491;p35"/>
              <p:cNvSpPr/>
              <p:nvPr/>
            </p:nvSpPr>
            <p:spPr>
              <a:xfrm>
                <a:off x="1498025" y="4364325"/>
                <a:ext cx="12175" cy="91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366" extrusionOk="0">
                    <a:moveTo>
                      <a:pt x="243" y="1"/>
                    </a:moveTo>
                    <a:cubicBezTo>
                      <a:pt x="0" y="1"/>
                      <a:pt x="0" y="366"/>
                      <a:pt x="243" y="366"/>
                    </a:cubicBezTo>
                    <a:cubicBezTo>
                      <a:pt x="486" y="366"/>
                      <a:pt x="486" y="1"/>
                      <a:pt x="2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2" name="Google Shape;5492;p35"/>
              <p:cNvSpPr/>
              <p:nvPr/>
            </p:nvSpPr>
            <p:spPr>
              <a:xfrm>
                <a:off x="1504100" y="4419050"/>
                <a:ext cx="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" extrusionOk="0">
                    <a:moveTo>
                      <a:pt x="0" y="0"/>
                    </a:moveTo>
                    <a:cubicBezTo>
                      <a:pt x="0" y="0"/>
                      <a:pt x="3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3" name="Google Shape;5493;p35"/>
              <p:cNvSpPr/>
              <p:nvPr/>
            </p:nvSpPr>
            <p:spPr>
              <a:xfrm>
                <a:off x="1364275" y="4404600"/>
                <a:ext cx="24350" cy="26625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65" extrusionOk="0">
                    <a:moveTo>
                      <a:pt x="487" y="1"/>
                    </a:moveTo>
                    <a:cubicBezTo>
                      <a:pt x="396" y="1"/>
                      <a:pt x="244" y="31"/>
                      <a:pt x="183" y="122"/>
                    </a:cubicBezTo>
                    <a:cubicBezTo>
                      <a:pt x="122" y="214"/>
                      <a:pt x="61" y="274"/>
                      <a:pt x="61" y="366"/>
                    </a:cubicBezTo>
                    <a:lnTo>
                      <a:pt x="31" y="457"/>
                    </a:lnTo>
                    <a:cubicBezTo>
                      <a:pt x="0" y="548"/>
                      <a:pt x="0" y="609"/>
                      <a:pt x="31" y="700"/>
                    </a:cubicBezTo>
                    <a:cubicBezTo>
                      <a:pt x="61" y="791"/>
                      <a:pt x="92" y="852"/>
                      <a:pt x="152" y="913"/>
                    </a:cubicBezTo>
                    <a:cubicBezTo>
                      <a:pt x="244" y="1004"/>
                      <a:pt x="365" y="1065"/>
                      <a:pt x="487" y="1065"/>
                    </a:cubicBezTo>
                    <a:cubicBezTo>
                      <a:pt x="608" y="1065"/>
                      <a:pt x="730" y="1004"/>
                      <a:pt x="821" y="913"/>
                    </a:cubicBezTo>
                    <a:cubicBezTo>
                      <a:pt x="882" y="852"/>
                      <a:pt x="943" y="791"/>
                      <a:pt x="943" y="700"/>
                    </a:cubicBezTo>
                    <a:cubicBezTo>
                      <a:pt x="973" y="639"/>
                      <a:pt x="973" y="548"/>
                      <a:pt x="943" y="457"/>
                    </a:cubicBezTo>
                    <a:lnTo>
                      <a:pt x="943" y="366"/>
                    </a:lnTo>
                    <a:cubicBezTo>
                      <a:pt x="912" y="274"/>
                      <a:pt x="882" y="214"/>
                      <a:pt x="821" y="122"/>
                    </a:cubicBezTo>
                    <a:cubicBezTo>
                      <a:pt x="760" y="92"/>
                      <a:pt x="730" y="62"/>
                      <a:pt x="669" y="31"/>
                    </a:cubicBezTo>
                    <a:cubicBezTo>
                      <a:pt x="608" y="1"/>
                      <a:pt x="548" y="1"/>
                      <a:pt x="4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4" name="Google Shape;5494;p35"/>
              <p:cNvSpPr/>
              <p:nvPr/>
            </p:nvSpPr>
            <p:spPr>
              <a:xfrm>
                <a:off x="1339200" y="4316475"/>
                <a:ext cx="28900" cy="228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912" extrusionOk="0">
                    <a:moveTo>
                      <a:pt x="578" y="0"/>
                    </a:moveTo>
                    <a:cubicBezTo>
                      <a:pt x="0" y="0"/>
                      <a:pt x="0" y="912"/>
                      <a:pt x="578" y="912"/>
                    </a:cubicBezTo>
                    <a:cubicBezTo>
                      <a:pt x="1155" y="912"/>
                      <a:pt x="1155" y="0"/>
                      <a:pt x="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5" name="Google Shape;5495;p35"/>
              <p:cNvSpPr/>
              <p:nvPr/>
            </p:nvSpPr>
            <p:spPr>
              <a:xfrm>
                <a:off x="1409875" y="4352600"/>
                <a:ext cx="24325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940" extrusionOk="0">
                    <a:moveTo>
                      <a:pt x="487" y="0"/>
                    </a:moveTo>
                    <a:cubicBezTo>
                      <a:pt x="466" y="0"/>
                      <a:pt x="446" y="4"/>
                      <a:pt x="426" y="14"/>
                    </a:cubicBezTo>
                    <a:cubicBezTo>
                      <a:pt x="395" y="14"/>
                      <a:pt x="365" y="14"/>
                      <a:pt x="304" y="44"/>
                    </a:cubicBezTo>
                    <a:cubicBezTo>
                      <a:pt x="274" y="75"/>
                      <a:pt x="213" y="105"/>
                      <a:pt x="183" y="136"/>
                    </a:cubicBezTo>
                    <a:cubicBezTo>
                      <a:pt x="91" y="227"/>
                      <a:pt x="0" y="348"/>
                      <a:pt x="0" y="470"/>
                    </a:cubicBezTo>
                    <a:cubicBezTo>
                      <a:pt x="0" y="622"/>
                      <a:pt x="61" y="713"/>
                      <a:pt x="183" y="804"/>
                    </a:cubicBezTo>
                    <a:cubicBezTo>
                      <a:pt x="213" y="865"/>
                      <a:pt x="304" y="895"/>
                      <a:pt x="365" y="926"/>
                    </a:cubicBezTo>
                    <a:cubicBezTo>
                      <a:pt x="405" y="926"/>
                      <a:pt x="446" y="939"/>
                      <a:pt x="487" y="939"/>
                    </a:cubicBezTo>
                    <a:cubicBezTo>
                      <a:pt x="507" y="939"/>
                      <a:pt x="527" y="936"/>
                      <a:pt x="547" y="926"/>
                    </a:cubicBezTo>
                    <a:cubicBezTo>
                      <a:pt x="608" y="926"/>
                      <a:pt x="638" y="926"/>
                      <a:pt x="669" y="895"/>
                    </a:cubicBezTo>
                    <a:cubicBezTo>
                      <a:pt x="730" y="895"/>
                      <a:pt x="760" y="865"/>
                      <a:pt x="790" y="835"/>
                    </a:cubicBezTo>
                    <a:cubicBezTo>
                      <a:pt x="821" y="804"/>
                      <a:pt x="851" y="774"/>
                      <a:pt x="851" y="743"/>
                    </a:cubicBezTo>
                    <a:cubicBezTo>
                      <a:pt x="912" y="683"/>
                      <a:pt x="973" y="561"/>
                      <a:pt x="973" y="470"/>
                    </a:cubicBezTo>
                    <a:cubicBezTo>
                      <a:pt x="973" y="379"/>
                      <a:pt x="942" y="318"/>
                      <a:pt x="912" y="227"/>
                    </a:cubicBezTo>
                    <a:cubicBezTo>
                      <a:pt x="851" y="166"/>
                      <a:pt x="790" y="105"/>
                      <a:pt x="730" y="75"/>
                    </a:cubicBezTo>
                    <a:lnTo>
                      <a:pt x="608" y="14"/>
                    </a:lnTo>
                    <a:cubicBezTo>
                      <a:pt x="568" y="14"/>
                      <a:pt x="527" y="0"/>
                      <a:pt x="4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6" name="Google Shape;5496;p35"/>
              <p:cNvSpPr/>
              <p:nvPr/>
            </p:nvSpPr>
            <p:spPr>
              <a:xfrm>
                <a:off x="1526900" y="4417525"/>
                <a:ext cx="27375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852" extrusionOk="0">
                    <a:moveTo>
                      <a:pt x="547" y="1"/>
                    </a:moveTo>
                    <a:cubicBezTo>
                      <a:pt x="0" y="1"/>
                      <a:pt x="0" y="852"/>
                      <a:pt x="547" y="852"/>
                    </a:cubicBezTo>
                    <a:cubicBezTo>
                      <a:pt x="1094" y="852"/>
                      <a:pt x="1094" y="1"/>
                      <a:pt x="5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7" name="Google Shape;5497;p35"/>
              <p:cNvSpPr/>
              <p:nvPr/>
            </p:nvSpPr>
            <p:spPr>
              <a:xfrm>
                <a:off x="1322475" y="4389925"/>
                <a:ext cx="22075" cy="24325"/>
              </a:xfrm>
              <a:custGeom>
                <a:avLst/>
                <a:gdLst/>
                <a:ahLst/>
                <a:cxnLst/>
                <a:rect l="l" t="t" r="r" b="b"/>
                <a:pathLst>
                  <a:path w="883" h="973" extrusionOk="0">
                    <a:moveTo>
                      <a:pt x="355" y="1"/>
                    </a:moveTo>
                    <a:cubicBezTo>
                      <a:pt x="294" y="1"/>
                      <a:pt x="233" y="16"/>
                      <a:pt x="183" y="41"/>
                    </a:cubicBezTo>
                    <a:cubicBezTo>
                      <a:pt x="61" y="132"/>
                      <a:pt x="1" y="254"/>
                      <a:pt x="31" y="406"/>
                    </a:cubicBezTo>
                    <a:cubicBezTo>
                      <a:pt x="61" y="497"/>
                      <a:pt x="92" y="558"/>
                      <a:pt x="122" y="649"/>
                    </a:cubicBezTo>
                    <a:lnTo>
                      <a:pt x="213" y="801"/>
                    </a:lnTo>
                    <a:cubicBezTo>
                      <a:pt x="252" y="918"/>
                      <a:pt x="379" y="972"/>
                      <a:pt x="497" y="972"/>
                    </a:cubicBezTo>
                    <a:cubicBezTo>
                      <a:pt x="563" y="972"/>
                      <a:pt x="626" y="955"/>
                      <a:pt x="669" y="922"/>
                    </a:cubicBezTo>
                    <a:cubicBezTo>
                      <a:pt x="852" y="831"/>
                      <a:pt x="882" y="618"/>
                      <a:pt x="791" y="466"/>
                    </a:cubicBezTo>
                    <a:lnTo>
                      <a:pt x="821" y="466"/>
                    </a:lnTo>
                    <a:cubicBezTo>
                      <a:pt x="730" y="345"/>
                      <a:pt x="669" y="193"/>
                      <a:pt x="578" y="102"/>
                    </a:cubicBezTo>
                    <a:cubicBezTo>
                      <a:pt x="525" y="30"/>
                      <a:pt x="440" y="1"/>
                      <a:pt x="3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8" name="Google Shape;5498;p35"/>
              <p:cNvSpPr/>
              <p:nvPr/>
            </p:nvSpPr>
            <p:spPr>
              <a:xfrm>
                <a:off x="1239650" y="4373875"/>
                <a:ext cx="18275" cy="17500"/>
              </a:xfrm>
              <a:custGeom>
                <a:avLst/>
                <a:gdLst/>
                <a:ahLst/>
                <a:cxnLst/>
                <a:rect l="l" t="t" r="r" b="b"/>
                <a:pathLst>
                  <a:path w="731" h="700" extrusionOk="0">
                    <a:moveTo>
                      <a:pt x="235" y="1"/>
                    </a:moveTo>
                    <a:cubicBezTo>
                      <a:pt x="220" y="1"/>
                      <a:pt x="203" y="4"/>
                      <a:pt x="183" y="14"/>
                    </a:cubicBezTo>
                    <a:cubicBezTo>
                      <a:pt x="153" y="14"/>
                      <a:pt x="122" y="44"/>
                      <a:pt x="92" y="75"/>
                    </a:cubicBezTo>
                    <a:cubicBezTo>
                      <a:pt x="61" y="105"/>
                      <a:pt x="31" y="136"/>
                      <a:pt x="31" y="166"/>
                    </a:cubicBezTo>
                    <a:cubicBezTo>
                      <a:pt x="31" y="196"/>
                      <a:pt x="1" y="257"/>
                      <a:pt x="31" y="288"/>
                    </a:cubicBezTo>
                    <a:cubicBezTo>
                      <a:pt x="31" y="318"/>
                      <a:pt x="31" y="318"/>
                      <a:pt x="31" y="348"/>
                    </a:cubicBezTo>
                    <a:cubicBezTo>
                      <a:pt x="31" y="379"/>
                      <a:pt x="31" y="409"/>
                      <a:pt x="31" y="440"/>
                    </a:cubicBezTo>
                    <a:lnTo>
                      <a:pt x="92" y="531"/>
                    </a:lnTo>
                    <a:cubicBezTo>
                      <a:pt x="122" y="592"/>
                      <a:pt x="183" y="652"/>
                      <a:pt x="244" y="683"/>
                    </a:cubicBezTo>
                    <a:cubicBezTo>
                      <a:pt x="284" y="693"/>
                      <a:pt x="328" y="700"/>
                      <a:pt x="372" y="700"/>
                    </a:cubicBezTo>
                    <a:cubicBezTo>
                      <a:pt x="460" y="700"/>
                      <a:pt x="548" y="673"/>
                      <a:pt x="608" y="592"/>
                    </a:cubicBezTo>
                    <a:cubicBezTo>
                      <a:pt x="700" y="500"/>
                      <a:pt x="730" y="379"/>
                      <a:pt x="700" y="257"/>
                    </a:cubicBezTo>
                    <a:cubicBezTo>
                      <a:pt x="700" y="196"/>
                      <a:pt x="639" y="136"/>
                      <a:pt x="578" y="75"/>
                    </a:cubicBezTo>
                    <a:cubicBezTo>
                      <a:pt x="517" y="44"/>
                      <a:pt x="456" y="14"/>
                      <a:pt x="365" y="14"/>
                    </a:cubicBezTo>
                    <a:lnTo>
                      <a:pt x="304" y="14"/>
                    </a:lnTo>
                    <a:cubicBezTo>
                      <a:pt x="284" y="14"/>
                      <a:pt x="264" y="1"/>
                      <a:pt x="2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9" name="Google Shape;5499;p35"/>
              <p:cNvSpPr/>
              <p:nvPr/>
            </p:nvSpPr>
            <p:spPr>
              <a:xfrm>
                <a:off x="1235100" y="4293675"/>
                <a:ext cx="1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365" y="0"/>
                    </a:moveTo>
                    <a:cubicBezTo>
                      <a:pt x="0" y="0"/>
                      <a:pt x="0" y="547"/>
                      <a:pt x="365" y="547"/>
                    </a:cubicBezTo>
                    <a:cubicBezTo>
                      <a:pt x="730" y="547"/>
                      <a:pt x="730" y="0"/>
                      <a:pt x="3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0" name="Google Shape;5500;p35"/>
              <p:cNvSpPr/>
              <p:nvPr/>
            </p:nvSpPr>
            <p:spPr>
              <a:xfrm>
                <a:off x="1268525" y="4340775"/>
                <a:ext cx="251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791" extrusionOk="0">
                    <a:moveTo>
                      <a:pt x="487" y="1"/>
                    </a:moveTo>
                    <a:cubicBezTo>
                      <a:pt x="1" y="1"/>
                      <a:pt x="1" y="791"/>
                      <a:pt x="487" y="791"/>
                    </a:cubicBezTo>
                    <a:cubicBezTo>
                      <a:pt x="1004" y="791"/>
                      <a:pt x="1004" y="1"/>
                      <a:pt x="4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1" name="Google Shape;5501;p35"/>
              <p:cNvSpPr/>
              <p:nvPr/>
            </p:nvSpPr>
            <p:spPr>
              <a:xfrm>
                <a:off x="1162150" y="4359775"/>
                <a:ext cx="22050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882" h="731" extrusionOk="0">
                    <a:moveTo>
                      <a:pt x="365" y="1"/>
                    </a:moveTo>
                    <a:cubicBezTo>
                      <a:pt x="274" y="1"/>
                      <a:pt x="183" y="61"/>
                      <a:pt x="122" y="122"/>
                    </a:cubicBezTo>
                    <a:cubicBezTo>
                      <a:pt x="61" y="183"/>
                      <a:pt x="0" y="274"/>
                      <a:pt x="0" y="365"/>
                    </a:cubicBezTo>
                    <a:cubicBezTo>
                      <a:pt x="31" y="456"/>
                      <a:pt x="61" y="578"/>
                      <a:pt x="122" y="639"/>
                    </a:cubicBezTo>
                    <a:cubicBezTo>
                      <a:pt x="183" y="700"/>
                      <a:pt x="274" y="730"/>
                      <a:pt x="365" y="730"/>
                    </a:cubicBezTo>
                    <a:cubicBezTo>
                      <a:pt x="487" y="730"/>
                      <a:pt x="608" y="730"/>
                      <a:pt x="699" y="669"/>
                    </a:cubicBezTo>
                    <a:cubicBezTo>
                      <a:pt x="760" y="639"/>
                      <a:pt x="790" y="608"/>
                      <a:pt x="821" y="548"/>
                    </a:cubicBezTo>
                    <a:cubicBezTo>
                      <a:pt x="851" y="487"/>
                      <a:pt x="882" y="426"/>
                      <a:pt x="882" y="365"/>
                    </a:cubicBezTo>
                    <a:cubicBezTo>
                      <a:pt x="882" y="305"/>
                      <a:pt x="851" y="244"/>
                      <a:pt x="821" y="213"/>
                    </a:cubicBezTo>
                    <a:cubicBezTo>
                      <a:pt x="790" y="153"/>
                      <a:pt x="760" y="122"/>
                      <a:pt x="699" y="92"/>
                    </a:cubicBezTo>
                    <a:cubicBezTo>
                      <a:pt x="608" y="31"/>
                      <a:pt x="487" y="3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2" name="Google Shape;5502;p35"/>
              <p:cNvSpPr/>
              <p:nvPr/>
            </p:nvSpPr>
            <p:spPr>
              <a:xfrm>
                <a:off x="1117300" y="4402325"/>
                <a:ext cx="2662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217" extrusionOk="0">
                    <a:moveTo>
                      <a:pt x="518" y="1"/>
                    </a:moveTo>
                    <a:cubicBezTo>
                      <a:pt x="396" y="1"/>
                      <a:pt x="244" y="62"/>
                      <a:pt x="153" y="153"/>
                    </a:cubicBezTo>
                    <a:lnTo>
                      <a:pt x="92" y="274"/>
                    </a:lnTo>
                    <a:cubicBezTo>
                      <a:pt x="31" y="335"/>
                      <a:pt x="31" y="426"/>
                      <a:pt x="1" y="517"/>
                    </a:cubicBezTo>
                    <a:lnTo>
                      <a:pt x="1" y="669"/>
                    </a:lnTo>
                    <a:cubicBezTo>
                      <a:pt x="1" y="761"/>
                      <a:pt x="31" y="821"/>
                      <a:pt x="62" y="882"/>
                    </a:cubicBezTo>
                    <a:cubicBezTo>
                      <a:pt x="62" y="943"/>
                      <a:pt x="122" y="1004"/>
                      <a:pt x="153" y="1065"/>
                    </a:cubicBezTo>
                    <a:cubicBezTo>
                      <a:pt x="214" y="1095"/>
                      <a:pt x="274" y="1125"/>
                      <a:pt x="335" y="1156"/>
                    </a:cubicBezTo>
                    <a:cubicBezTo>
                      <a:pt x="396" y="1186"/>
                      <a:pt x="457" y="1217"/>
                      <a:pt x="548" y="1217"/>
                    </a:cubicBezTo>
                    <a:cubicBezTo>
                      <a:pt x="670" y="1217"/>
                      <a:pt x="822" y="1156"/>
                      <a:pt x="913" y="1065"/>
                    </a:cubicBezTo>
                    <a:cubicBezTo>
                      <a:pt x="1004" y="943"/>
                      <a:pt x="1065" y="821"/>
                      <a:pt x="1065" y="669"/>
                    </a:cubicBezTo>
                    <a:lnTo>
                      <a:pt x="1034" y="517"/>
                    </a:lnTo>
                    <a:cubicBezTo>
                      <a:pt x="1034" y="396"/>
                      <a:pt x="1004" y="244"/>
                      <a:pt x="882" y="153"/>
                    </a:cubicBezTo>
                    <a:cubicBezTo>
                      <a:pt x="852" y="122"/>
                      <a:pt x="791" y="62"/>
                      <a:pt x="730" y="62"/>
                    </a:cubicBezTo>
                    <a:cubicBezTo>
                      <a:pt x="670" y="31"/>
                      <a:pt x="609" y="1"/>
                      <a:pt x="5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3" name="Google Shape;5503;p35"/>
              <p:cNvSpPr/>
              <p:nvPr/>
            </p:nvSpPr>
            <p:spPr>
              <a:xfrm>
                <a:off x="1246500" y="4413725"/>
                <a:ext cx="13700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427" extrusionOk="0">
                    <a:moveTo>
                      <a:pt x="274" y="1"/>
                    </a:moveTo>
                    <a:cubicBezTo>
                      <a:pt x="0" y="1"/>
                      <a:pt x="0" y="426"/>
                      <a:pt x="274" y="426"/>
                    </a:cubicBezTo>
                    <a:cubicBezTo>
                      <a:pt x="547" y="426"/>
                      <a:pt x="547" y="1"/>
                      <a:pt x="2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4" name="Google Shape;5504;p35"/>
              <p:cNvSpPr/>
              <p:nvPr/>
            </p:nvSpPr>
            <p:spPr>
              <a:xfrm>
                <a:off x="1307275" y="4412975"/>
                <a:ext cx="1980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821" extrusionOk="0">
                    <a:moveTo>
                      <a:pt x="396" y="0"/>
                    </a:moveTo>
                    <a:lnTo>
                      <a:pt x="335" y="31"/>
                    </a:lnTo>
                    <a:cubicBezTo>
                      <a:pt x="274" y="31"/>
                      <a:pt x="244" y="61"/>
                      <a:pt x="183" y="91"/>
                    </a:cubicBezTo>
                    <a:cubicBezTo>
                      <a:pt x="153" y="122"/>
                      <a:pt x="122" y="183"/>
                      <a:pt x="92" y="243"/>
                    </a:cubicBezTo>
                    <a:cubicBezTo>
                      <a:pt x="1" y="365"/>
                      <a:pt x="31" y="517"/>
                      <a:pt x="92" y="608"/>
                    </a:cubicBezTo>
                    <a:cubicBezTo>
                      <a:pt x="153" y="730"/>
                      <a:pt x="274" y="821"/>
                      <a:pt x="396" y="821"/>
                    </a:cubicBezTo>
                    <a:cubicBezTo>
                      <a:pt x="548" y="821"/>
                      <a:pt x="669" y="730"/>
                      <a:pt x="730" y="608"/>
                    </a:cubicBezTo>
                    <a:cubicBezTo>
                      <a:pt x="791" y="517"/>
                      <a:pt x="791" y="365"/>
                      <a:pt x="730" y="243"/>
                    </a:cubicBezTo>
                    <a:cubicBezTo>
                      <a:pt x="700" y="183"/>
                      <a:pt x="669" y="152"/>
                      <a:pt x="609" y="91"/>
                    </a:cubicBezTo>
                    <a:cubicBezTo>
                      <a:pt x="548" y="61"/>
                      <a:pt x="487" y="0"/>
                      <a:pt x="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5" name="Google Shape;5505;p35"/>
              <p:cNvSpPr/>
              <p:nvPr/>
            </p:nvSpPr>
            <p:spPr>
              <a:xfrm>
                <a:off x="1170500" y="4397775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6" y="0"/>
                    </a:moveTo>
                    <a:cubicBezTo>
                      <a:pt x="1" y="0"/>
                      <a:pt x="1" y="639"/>
                      <a:pt x="396" y="639"/>
                    </a:cubicBezTo>
                    <a:cubicBezTo>
                      <a:pt x="821" y="639"/>
                      <a:pt x="821" y="0"/>
                      <a:pt x="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6" name="Google Shape;5506;p35"/>
              <p:cNvSpPr/>
              <p:nvPr/>
            </p:nvSpPr>
            <p:spPr>
              <a:xfrm>
                <a:off x="1332350" y="4273625"/>
                <a:ext cx="21300" cy="180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23" extrusionOk="0">
                    <a:moveTo>
                      <a:pt x="491" y="0"/>
                    </a:moveTo>
                    <a:cubicBezTo>
                      <a:pt x="459" y="0"/>
                      <a:pt x="426" y="4"/>
                      <a:pt x="396" y="12"/>
                    </a:cubicBezTo>
                    <a:lnTo>
                      <a:pt x="305" y="12"/>
                    </a:lnTo>
                    <a:cubicBezTo>
                      <a:pt x="305" y="12"/>
                      <a:pt x="274" y="42"/>
                      <a:pt x="274" y="42"/>
                    </a:cubicBezTo>
                    <a:cubicBezTo>
                      <a:pt x="214" y="42"/>
                      <a:pt x="153" y="73"/>
                      <a:pt x="122" y="133"/>
                    </a:cubicBezTo>
                    <a:cubicBezTo>
                      <a:pt x="92" y="133"/>
                      <a:pt x="92" y="164"/>
                      <a:pt x="62" y="194"/>
                    </a:cubicBezTo>
                    <a:cubicBezTo>
                      <a:pt x="1" y="285"/>
                      <a:pt x="1" y="437"/>
                      <a:pt x="62" y="529"/>
                    </a:cubicBezTo>
                    <a:cubicBezTo>
                      <a:pt x="92" y="559"/>
                      <a:pt x="92" y="559"/>
                      <a:pt x="122" y="589"/>
                    </a:cubicBezTo>
                    <a:cubicBezTo>
                      <a:pt x="153" y="620"/>
                      <a:pt x="214" y="650"/>
                      <a:pt x="274" y="681"/>
                    </a:cubicBezTo>
                    <a:lnTo>
                      <a:pt x="305" y="681"/>
                    </a:lnTo>
                    <a:lnTo>
                      <a:pt x="396" y="711"/>
                    </a:lnTo>
                    <a:cubicBezTo>
                      <a:pt x="426" y="719"/>
                      <a:pt x="459" y="722"/>
                      <a:pt x="491" y="722"/>
                    </a:cubicBezTo>
                    <a:cubicBezTo>
                      <a:pt x="590" y="722"/>
                      <a:pt x="692" y="688"/>
                      <a:pt x="761" y="620"/>
                    </a:cubicBezTo>
                    <a:cubicBezTo>
                      <a:pt x="821" y="559"/>
                      <a:pt x="852" y="468"/>
                      <a:pt x="852" y="346"/>
                    </a:cubicBezTo>
                    <a:cubicBezTo>
                      <a:pt x="852" y="255"/>
                      <a:pt x="821" y="164"/>
                      <a:pt x="761" y="103"/>
                    </a:cubicBezTo>
                    <a:cubicBezTo>
                      <a:pt x="692" y="35"/>
                      <a:pt x="590" y="0"/>
                      <a:pt x="4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7" name="Google Shape;5507;p35"/>
              <p:cNvSpPr/>
              <p:nvPr/>
            </p:nvSpPr>
            <p:spPr>
              <a:xfrm>
                <a:off x="1464575" y="4210850"/>
                <a:ext cx="1597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08" extrusionOk="0">
                    <a:moveTo>
                      <a:pt x="433" y="52"/>
                    </a:moveTo>
                    <a:cubicBezTo>
                      <a:pt x="438" y="52"/>
                      <a:pt x="446" y="56"/>
                      <a:pt x="453" y="61"/>
                    </a:cubicBezTo>
                    <a:lnTo>
                      <a:pt x="426" y="61"/>
                    </a:lnTo>
                    <a:cubicBezTo>
                      <a:pt x="426" y="54"/>
                      <a:pt x="429" y="52"/>
                      <a:pt x="433" y="52"/>
                    </a:cubicBezTo>
                    <a:close/>
                    <a:moveTo>
                      <a:pt x="305" y="0"/>
                    </a:moveTo>
                    <a:cubicBezTo>
                      <a:pt x="274" y="0"/>
                      <a:pt x="213" y="0"/>
                      <a:pt x="183" y="61"/>
                    </a:cubicBezTo>
                    <a:cubicBezTo>
                      <a:pt x="61" y="122"/>
                      <a:pt x="1" y="274"/>
                      <a:pt x="31" y="395"/>
                    </a:cubicBezTo>
                    <a:cubicBezTo>
                      <a:pt x="61" y="517"/>
                      <a:pt x="183" y="608"/>
                      <a:pt x="305" y="608"/>
                    </a:cubicBezTo>
                    <a:cubicBezTo>
                      <a:pt x="426" y="608"/>
                      <a:pt x="548" y="547"/>
                      <a:pt x="578" y="426"/>
                    </a:cubicBezTo>
                    <a:cubicBezTo>
                      <a:pt x="639" y="304"/>
                      <a:pt x="578" y="152"/>
                      <a:pt x="457" y="61"/>
                    </a:cubicBezTo>
                    <a:cubicBezTo>
                      <a:pt x="426" y="30"/>
                      <a:pt x="365" y="0"/>
                      <a:pt x="3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8" name="Google Shape;5508;p35"/>
              <p:cNvSpPr/>
              <p:nvPr/>
            </p:nvSpPr>
            <p:spPr>
              <a:xfrm>
                <a:off x="1466850" y="4112050"/>
                <a:ext cx="198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1" extrusionOk="0">
                    <a:moveTo>
                      <a:pt x="396" y="1"/>
                    </a:moveTo>
                    <a:cubicBezTo>
                      <a:pt x="335" y="1"/>
                      <a:pt x="274" y="31"/>
                      <a:pt x="214" y="92"/>
                    </a:cubicBezTo>
                    <a:cubicBezTo>
                      <a:pt x="153" y="122"/>
                      <a:pt x="122" y="183"/>
                      <a:pt x="92" y="244"/>
                    </a:cubicBezTo>
                    <a:cubicBezTo>
                      <a:pt x="31" y="365"/>
                      <a:pt x="1" y="517"/>
                      <a:pt x="92" y="609"/>
                    </a:cubicBezTo>
                    <a:cubicBezTo>
                      <a:pt x="153" y="730"/>
                      <a:pt x="274" y="791"/>
                      <a:pt x="396" y="791"/>
                    </a:cubicBezTo>
                    <a:cubicBezTo>
                      <a:pt x="548" y="791"/>
                      <a:pt x="670" y="730"/>
                      <a:pt x="730" y="609"/>
                    </a:cubicBezTo>
                    <a:cubicBezTo>
                      <a:pt x="791" y="517"/>
                      <a:pt x="791" y="365"/>
                      <a:pt x="730" y="244"/>
                    </a:cubicBezTo>
                    <a:cubicBezTo>
                      <a:pt x="700" y="183"/>
                      <a:pt x="670" y="122"/>
                      <a:pt x="609" y="92"/>
                    </a:cubicBezTo>
                    <a:cubicBezTo>
                      <a:pt x="548" y="31"/>
                      <a:pt x="487" y="1"/>
                      <a:pt x="3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9" name="Google Shape;5509;p35"/>
              <p:cNvSpPr/>
              <p:nvPr/>
            </p:nvSpPr>
            <p:spPr>
              <a:xfrm>
                <a:off x="1364275" y="4180450"/>
                <a:ext cx="6100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65" extrusionOk="0">
                    <a:moveTo>
                      <a:pt x="122" y="0"/>
                    </a:moveTo>
                    <a:cubicBezTo>
                      <a:pt x="61" y="0"/>
                      <a:pt x="31" y="61"/>
                      <a:pt x="31" y="122"/>
                    </a:cubicBezTo>
                    <a:cubicBezTo>
                      <a:pt x="31" y="152"/>
                      <a:pt x="31" y="213"/>
                      <a:pt x="0" y="243"/>
                    </a:cubicBezTo>
                    <a:cubicBezTo>
                      <a:pt x="0" y="304"/>
                      <a:pt x="61" y="365"/>
                      <a:pt x="122" y="365"/>
                    </a:cubicBezTo>
                    <a:cubicBezTo>
                      <a:pt x="183" y="365"/>
                      <a:pt x="244" y="304"/>
                      <a:pt x="244" y="243"/>
                    </a:cubicBezTo>
                    <a:lnTo>
                      <a:pt x="244" y="122"/>
                    </a:lnTo>
                    <a:cubicBezTo>
                      <a:pt x="213" y="61"/>
                      <a:pt x="213" y="0"/>
                      <a:pt x="1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0" name="Google Shape;5510;p35"/>
              <p:cNvSpPr/>
              <p:nvPr/>
            </p:nvSpPr>
            <p:spPr>
              <a:xfrm>
                <a:off x="1332350" y="4094200"/>
                <a:ext cx="16000" cy="17875"/>
              </a:xfrm>
              <a:custGeom>
                <a:avLst/>
                <a:gdLst/>
                <a:ahLst/>
                <a:cxnLst/>
                <a:rect l="l" t="t" r="r" b="b"/>
                <a:pathLst>
                  <a:path w="640" h="715" extrusionOk="0">
                    <a:moveTo>
                      <a:pt x="320" y="0"/>
                    </a:moveTo>
                    <a:cubicBezTo>
                      <a:pt x="229" y="0"/>
                      <a:pt x="138" y="46"/>
                      <a:pt x="92" y="137"/>
                    </a:cubicBezTo>
                    <a:cubicBezTo>
                      <a:pt x="62" y="198"/>
                      <a:pt x="31" y="259"/>
                      <a:pt x="31" y="350"/>
                    </a:cubicBezTo>
                    <a:cubicBezTo>
                      <a:pt x="1" y="441"/>
                      <a:pt x="1" y="563"/>
                      <a:pt x="92" y="623"/>
                    </a:cubicBezTo>
                    <a:cubicBezTo>
                      <a:pt x="153" y="684"/>
                      <a:pt x="214" y="715"/>
                      <a:pt x="305" y="715"/>
                    </a:cubicBezTo>
                    <a:cubicBezTo>
                      <a:pt x="396" y="715"/>
                      <a:pt x="487" y="684"/>
                      <a:pt x="518" y="623"/>
                    </a:cubicBezTo>
                    <a:cubicBezTo>
                      <a:pt x="609" y="563"/>
                      <a:pt x="639" y="441"/>
                      <a:pt x="609" y="350"/>
                    </a:cubicBezTo>
                    <a:cubicBezTo>
                      <a:pt x="609" y="259"/>
                      <a:pt x="578" y="198"/>
                      <a:pt x="548" y="137"/>
                    </a:cubicBezTo>
                    <a:cubicBezTo>
                      <a:pt x="502" y="46"/>
                      <a:pt x="411" y="0"/>
                      <a:pt x="3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1" name="Google Shape;5511;p35"/>
              <p:cNvSpPr/>
              <p:nvPr/>
            </p:nvSpPr>
            <p:spPr>
              <a:xfrm>
                <a:off x="1436475" y="4036825"/>
                <a:ext cx="1825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70" extrusionOk="0">
                    <a:moveTo>
                      <a:pt x="395" y="0"/>
                    </a:moveTo>
                    <a:cubicBezTo>
                      <a:pt x="274" y="0"/>
                      <a:pt x="152" y="31"/>
                      <a:pt x="91" y="152"/>
                    </a:cubicBezTo>
                    <a:cubicBezTo>
                      <a:pt x="0" y="244"/>
                      <a:pt x="0" y="365"/>
                      <a:pt x="30" y="487"/>
                    </a:cubicBezTo>
                    <a:cubicBezTo>
                      <a:pt x="91" y="578"/>
                      <a:pt x="182" y="669"/>
                      <a:pt x="304" y="669"/>
                    </a:cubicBezTo>
                    <a:lnTo>
                      <a:pt x="486" y="669"/>
                    </a:lnTo>
                    <a:cubicBezTo>
                      <a:pt x="547" y="639"/>
                      <a:pt x="608" y="578"/>
                      <a:pt x="638" y="517"/>
                    </a:cubicBezTo>
                    <a:cubicBezTo>
                      <a:pt x="638" y="487"/>
                      <a:pt x="669" y="456"/>
                      <a:pt x="669" y="426"/>
                    </a:cubicBezTo>
                    <a:cubicBezTo>
                      <a:pt x="730" y="396"/>
                      <a:pt x="730" y="304"/>
                      <a:pt x="669" y="244"/>
                    </a:cubicBezTo>
                    <a:cubicBezTo>
                      <a:pt x="669" y="244"/>
                      <a:pt x="669" y="213"/>
                      <a:pt x="638" y="213"/>
                    </a:cubicBezTo>
                    <a:cubicBezTo>
                      <a:pt x="608" y="92"/>
                      <a:pt x="517" y="31"/>
                      <a:pt x="3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2" name="Google Shape;5512;p35"/>
              <p:cNvSpPr/>
              <p:nvPr/>
            </p:nvSpPr>
            <p:spPr>
              <a:xfrm>
                <a:off x="1380225" y="4238200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6" y="0"/>
                    </a:moveTo>
                    <a:cubicBezTo>
                      <a:pt x="1" y="0"/>
                      <a:pt x="1" y="639"/>
                      <a:pt x="396" y="639"/>
                    </a:cubicBezTo>
                    <a:cubicBezTo>
                      <a:pt x="821" y="639"/>
                      <a:pt x="821" y="0"/>
                      <a:pt x="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3" name="Google Shape;5513;p35"/>
              <p:cNvSpPr/>
              <p:nvPr/>
            </p:nvSpPr>
            <p:spPr>
              <a:xfrm>
                <a:off x="1239650" y="4210850"/>
                <a:ext cx="1902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8" extrusionOk="0">
                    <a:moveTo>
                      <a:pt x="365" y="0"/>
                    </a:moveTo>
                    <a:cubicBezTo>
                      <a:pt x="1" y="0"/>
                      <a:pt x="1" y="608"/>
                      <a:pt x="365" y="608"/>
                    </a:cubicBezTo>
                    <a:cubicBezTo>
                      <a:pt x="760" y="608"/>
                      <a:pt x="760" y="0"/>
                      <a:pt x="3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4" name="Google Shape;5514;p35"/>
              <p:cNvSpPr/>
              <p:nvPr/>
            </p:nvSpPr>
            <p:spPr>
              <a:xfrm>
                <a:off x="1238125" y="4104450"/>
                <a:ext cx="1220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396" extrusionOk="0">
                    <a:moveTo>
                      <a:pt x="244" y="1"/>
                    </a:moveTo>
                    <a:cubicBezTo>
                      <a:pt x="1" y="1"/>
                      <a:pt x="1" y="396"/>
                      <a:pt x="244" y="396"/>
                    </a:cubicBezTo>
                    <a:cubicBezTo>
                      <a:pt x="487" y="396"/>
                      <a:pt x="487" y="1"/>
                      <a:pt x="2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5" name="Google Shape;5515;p35"/>
              <p:cNvSpPr/>
              <p:nvPr/>
            </p:nvSpPr>
            <p:spPr>
              <a:xfrm>
                <a:off x="1130975" y="4248075"/>
                <a:ext cx="17525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548" extrusionOk="0">
                    <a:moveTo>
                      <a:pt x="335" y="0"/>
                    </a:moveTo>
                    <a:cubicBezTo>
                      <a:pt x="1" y="0"/>
                      <a:pt x="1" y="548"/>
                      <a:pt x="335" y="548"/>
                    </a:cubicBezTo>
                    <a:cubicBezTo>
                      <a:pt x="700" y="548"/>
                      <a:pt x="700" y="0"/>
                      <a:pt x="3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6" name="Google Shape;5516;p35"/>
              <p:cNvSpPr/>
              <p:nvPr/>
            </p:nvSpPr>
            <p:spPr>
              <a:xfrm>
                <a:off x="1232800" y="4240475"/>
                <a:ext cx="137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426" extrusionOk="0">
                    <a:moveTo>
                      <a:pt x="275" y="0"/>
                    </a:moveTo>
                    <a:cubicBezTo>
                      <a:pt x="1" y="0"/>
                      <a:pt x="1" y="426"/>
                      <a:pt x="275" y="426"/>
                    </a:cubicBezTo>
                    <a:cubicBezTo>
                      <a:pt x="548" y="426"/>
                      <a:pt x="548" y="0"/>
                      <a:pt x="27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7" name="Google Shape;5517;p35"/>
              <p:cNvSpPr/>
              <p:nvPr/>
            </p:nvSpPr>
            <p:spPr>
              <a:xfrm>
                <a:off x="1152275" y="42974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0"/>
                    </a:moveTo>
                    <a:cubicBezTo>
                      <a:pt x="0" y="0"/>
                      <a:pt x="0" y="608"/>
                      <a:pt x="395" y="608"/>
                    </a:cubicBezTo>
                    <a:cubicBezTo>
                      <a:pt x="790" y="608"/>
                      <a:pt x="790" y="0"/>
                      <a:pt x="3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8" name="Google Shape;5518;p35"/>
              <p:cNvSpPr/>
              <p:nvPr/>
            </p:nvSpPr>
            <p:spPr>
              <a:xfrm>
                <a:off x="1052725" y="4302775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60" y="578"/>
                      <a:pt x="760" y="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9" name="Google Shape;5519;p35"/>
              <p:cNvSpPr/>
              <p:nvPr/>
            </p:nvSpPr>
            <p:spPr>
              <a:xfrm>
                <a:off x="1102100" y="4360975"/>
                <a:ext cx="18275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45" extrusionOk="0">
                    <a:moveTo>
                      <a:pt x="425" y="1"/>
                    </a:moveTo>
                    <a:cubicBezTo>
                      <a:pt x="404" y="1"/>
                      <a:pt x="383" y="4"/>
                      <a:pt x="366" y="13"/>
                    </a:cubicBezTo>
                    <a:cubicBezTo>
                      <a:pt x="305" y="13"/>
                      <a:pt x="214" y="44"/>
                      <a:pt x="183" y="105"/>
                    </a:cubicBezTo>
                    <a:lnTo>
                      <a:pt x="122" y="165"/>
                    </a:lnTo>
                    <a:cubicBezTo>
                      <a:pt x="1" y="226"/>
                      <a:pt x="1" y="408"/>
                      <a:pt x="122" y="500"/>
                    </a:cubicBezTo>
                    <a:cubicBezTo>
                      <a:pt x="153" y="500"/>
                      <a:pt x="153" y="500"/>
                      <a:pt x="183" y="530"/>
                    </a:cubicBezTo>
                    <a:lnTo>
                      <a:pt x="122" y="500"/>
                    </a:lnTo>
                    <a:lnTo>
                      <a:pt x="183" y="560"/>
                    </a:lnTo>
                    <a:lnTo>
                      <a:pt x="244" y="591"/>
                    </a:lnTo>
                    <a:lnTo>
                      <a:pt x="335" y="621"/>
                    </a:lnTo>
                    <a:cubicBezTo>
                      <a:pt x="366" y="636"/>
                      <a:pt x="396" y="644"/>
                      <a:pt x="426" y="644"/>
                    </a:cubicBezTo>
                    <a:cubicBezTo>
                      <a:pt x="457" y="644"/>
                      <a:pt x="487" y="636"/>
                      <a:pt x="518" y="621"/>
                    </a:cubicBezTo>
                    <a:cubicBezTo>
                      <a:pt x="639" y="560"/>
                      <a:pt x="730" y="439"/>
                      <a:pt x="730" y="317"/>
                    </a:cubicBezTo>
                    <a:cubicBezTo>
                      <a:pt x="730" y="226"/>
                      <a:pt x="670" y="105"/>
                      <a:pt x="578" y="44"/>
                    </a:cubicBezTo>
                    <a:cubicBezTo>
                      <a:pt x="535" y="22"/>
                      <a:pt x="477" y="1"/>
                      <a:pt x="4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0" name="Google Shape;5520;p35"/>
              <p:cNvSpPr/>
              <p:nvPr/>
            </p:nvSpPr>
            <p:spPr>
              <a:xfrm>
                <a:off x="1041325" y="4397900"/>
                <a:ext cx="16725" cy="153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612" extrusionOk="0">
                    <a:moveTo>
                      <a:pt x="279" y="1"/>
                    </a:moveTo>
                    <a:cubicBezTo>
                      <a:pt x="205" y="1"/>
                      <a:pt x="126" y="44"/>
                      <a:pt x="61" y="87"/>
                    </a:cubicBezTo>
                    <a:cubicBezTo>
                      <a:pt x="31" y="147"/>
                      <a:pt x="0" y="208"/>
                      <a:pt x="0" y="299"/>
                    </a:cubicBezTo>
                    <a:cubicBezTo>
                      <a:pt x="0" y="390"/>
                      <a:pt x="31" y="451"/>
                      <a:pt x="61" y="512"/>
                    </a:cubicBezTo>
                    <a:cubicBezTo>
                      <a:pt x="136" y="562"/>
                      <a:pt x="230" y="611"/>
                      <a:pt x="312" y="611"/>
                    </a:cubicBezTo>
                    <a:cubicBezTo>
                      <a:pt x="331" y="611"/>
                      <a:pt x="348" y="609"/>
                      <a:pt x="365" y="603"/>
                    </a:cubicBezTo>
                    <a:lnTo>
                      <a:pt x="487" y="542"/>
                    </a:lnTo>
                    <a:cubicBezTo>
                      <a:pt x="547" y="512"/>
                      <a:pt x="578" y="512"/>
                      <a:pt x="608" y="451"/>
                    </a:cubicBezTo>
                    <a:cubicBezTo>
                      <a:pt x="639" y="421"/>
                      <a:pt x="669" y="360"/>
                      <a:pt x="669" y="299"/>
                    </a:cubicBezTo>
                    <a:cubicBezTo>
                      <a:pt x="669" y="269"/>
                      <a:pt x="669" y="208"/>
                      <a:pt x="639" y="178"/>
                    </a:cubicBezTo>
                    <a:cubicBezTo>
                      <a:pt x="608" y="117"/>
                      <a:pt x="547" y="87"/>
                      <a:pt x="487" y="56"/>
                    </a:cubicBezTo>
                    <a:lnTo>
                      <a:pt x="365" y="26"/>
                    </a:lnTo>
                    <a:cubicBezTo>
                      <a:pt x="338" y="8"/>
                      <a:pt x="309" y="1"/>
                      <a:pt x="2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1" name="Google Shape;5521;p35"/>
              <p:cNvSpPr/>
              <p:nvPr/>
            </p:nvSpPr>
            <p:spPr>
              <a:xfrm>
                <a:off x="1077025" y="4421325"/>
                <a:ext cx="612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183" extrusionOk="0">
                    <a:moveTo>
                      <a:pt x="122" y="1"/>
                    </a:moveTo>
                    <a:cubicBezTo>
                      <a:pt x="1" y="1"/>
                      <a:pt x="1" y="183"/>
                      <a:pt x="122" y="183"/>
                    </a:cubicBezTo>
                    <a:cubicBezTo>
                      <a:pt x="244" y="183"/>
                      <a:pt x="244" y="1"/>
                      <a:pt x="1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2" name="Google Shape;5522;p35"/>
              <p:cNvSpPr/>
              <p:nvPr/>
            </p:nvSpPr>
            <p:spPr>
              <a:xfrm>
                <a:off x="1198625" y="4435000"/>
                <a:ext cx="1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365" y="1"/>
                    </a:moveTo>
                    <a:cubicBezTo>
                      <a:pt x="0" y="1"/>
                      <a:pt x="0" y="548"/>
                      <a:pt x="365" y="548"/>
                    </a:cubicBezTo>
                    <a:cubicBezTo>
                      <a:pt x="730" y="548"/>
                      <a:pt x="730" y="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3" name="Google Shape;5523;p35"/>
              <p:cNvSpPr/>
              <p:nvPr/>
            </p:nvSpPr>
            <p:spPr>
              <a:xfrm>
                <a:off x="1455450" y="4427400"/>
                <a:ext cx="15225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457" extrusionOk="0">
                    <a:moveTo>
                      <a:pt x="305" y="1"/>
                    </a:moveTo>
                    <a:cubicBezTo>
                      <a:pt x="1" y="1"/>
                      <a:pt x="1" y="457"/>
                      <a:pt x="305" y="457"/>
                    </a:cubicBezTo>
                    <a:cubicBezTo>
                      <a:pt x="609" y="457"/>
                      <a:pt x="609" y="1"/>
                      <a:pt x="3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4" name="Google Shape;5524;p35"/>
              <p:cNvSpPr/>
              <p:nvPr/>
            </p:nvSpPr>
            <p:spPr>
              <a:xfrm>
                <a:off x="1594525" y="4429675"/>
                <a:ext cx="205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0" extrusionOk="0">
                    <a:moveTo>
                      <a:pt x="395" y="1"/>
                    </a:moveTo>
                    <a:cubicBezTo>
                      <a:pt x="0" y="1"/>
                      <a:pt x="0" y="639"/>
                      <a:pt x="395" y="639"/>
                    </a:cubicBezTo>
                    <a:cubicBezTo>
                      <a:pt x="821" y="639"/>
                      <a:pt x="821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5" name="Google Shape;5525;p35"/>
              <p:cNvSpPr/>
              <p:nvPr/>
            </p:nvSpPr>
            <p:spPr>
              <a:xfrm>
                <a:off x="1768525" y="4433475"/>
                <a:ext cx="21325" cy="1772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709" extrusionOk="0">
                    <a:moveTo>
                      <a:pt x="366" y="1"/>
                    </a:moveTo>
                    <a:cubicBezTo>
                      <a:pt x="275" y="1"/>
                      <a:pt x="183" y="31"/>
                      <a:pt x="123" y="92"/>
                    </a:cubicBezTo>
                    <a:cubicBezTo>
                      <a:pt x="62" y="153"/>
                      <a:pt x="1" y="274"/>
                      <a:pt x="1" y="366"/>
                    </a:cubicBezTo>
                    <a:cubicBezTo>
                      <a:pt x="31" y="457"/>
                      <a:pt x="62" y="548"/>
                      <a:pt x="123" y="609"/>
                    </a:cubicBezTo>
                    <a:cubicBezTo>
                      <a:pt x="172" y="658"/>
                      <a:pt x="242" y="708"/>
                      <a:pt x="316" y="708"/>
                    </a:cubicBezTo>
                    <a:cubicBezTo>
                      <a:pt x="332" y="708"/>
                      <a:pt x="349" y="706"/>
                      <a:pt x="366" y="700"/>
                    </a:cubicBezTo>
                    <a:lnTo>
                      <a:pt x="487" y="700"/>
                    </a:lnTo>
                    <a:cubicBezTo>
                      <a:pt x="609" y="700"/>
                      <a:pt x="670" y="670"/>
                      <a:pt x="761" y="609"/>
                    </a:cubicBezTo>
                    <a:cubicBezTo>
                      <a:pt x="822" y="548"/>
                      <a:pt x="852" y="426"/>
                      <a:pt x="852" y="335"/>
                    </a:cubicBezTo>
                    <a:cubicBezTo>
                      <a:pt x="852" y="274"/>
                      <a:pt x="822" y="153"/>
                      <a:pt x="761" y="92"/>
                    </a:cubicBezTo>
                    <a:cubicBezTo>
                      <a:pt x="670" y="31"/>
                      <a:pt x="609" y="1"/>
                      <a:pt x="4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6" name="Google Shape;5526;p35"/>
              <p:cNvSpPr/>
              <p:nvPr/>
            </p:nvSpPr>
            <p:spPr>
              <a:xfrm>
                <a:off x="1961550" y="4438425"/>
                <a:ext cx="182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39" extrusionOk="0">
                    <a:moveTo>
                      <a:pt x="308" y="1"/>
                    </a:moveTo>
                    <a:cubicBezTo>
                      <a:pt x="251" y="1"/>
                      <a:pt x="198" y="16"/>
                      <a:pt x="152" y="46"/>
                    </a:cubicBezTo>
                    <a:cubicBezTo>
                      <a:pt x="61" y="107"/>
                      <a:pt x="0" y="228"/>
                      <a:pt x="0" y="320"/>
                    </a:cubicBezTo>
                    <a:cubicBezTo>
                      <a:pt x="0" y="441"/>
                      <a:pt x="61" y="563"/>
                      <a:pt x="152" y="593"/>
                    </a:cubicBezTo>
                    <a:cubicBezTo>
                      <a:pt x="198" y="624"/>
                      <a:pt x="251" y="639"/>
                      <a:pt x="308" y="639"/>
                    </a:cubicBezTo>
                    <a:cubicBezTo>
                      <a:pt x="365" y="639"/>
                      <a:pt x="426" y="624"/>
                      <a:pt x="487" y="593"/>
                    </a:cubicBezTo>
                    <a:cubicBezTo>
                      <a:pt x="487" y="593"/>
                      <a:pt x="517" y="593"/>
                      <a:pt x="548" y="563"/>
                    </a:cubicBezTo>
                    <a:cubicBezTo>
                      <a:pt x="730" y="472"/>
                      <a:pt x="730" y="198"/>
                      <a:pt x="548" y="76"/>
                    </a:cubicBezTo>
                    <a:cubicBezTo>
                      <a:pt x="517" y="76"/>
                      <a:pt x="487" y="76"/>
                      <a:pt x="487" y="46"/>
                    </a:cubicBezTo>
                    <a:cubicBezTo>
                      <a:pt x="426" y="16"/>
                      <a:pt x="365" y="1"/>
                      <a:pt x="3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7" name="Google Shape;5527;p35"/>
              <p:cNvSpPr/>
              <p:nvPr/>
            </p:nvSpPr>
            <p:spPr>
              <a:xfrm>
                <a:off x="1988900" y="4250350"/>
                <a:ext cx="25100" cy="1902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761" extrusionOk="0">
                    <a:moveTo>
                      <a:pt x="487" y="1"/>
                    </a:moveTo>
                    <a:cubicBezTo>
                      <a:pt x="1" y="1"/>
                      <a:pt x="1" y="760"/>
                      <a:pt x="487" y="760"/>
                    </a:cubicBezTo>
                    <a:cubicBezTo>
                      <a:pt x="1004" y="760"/>
                      <a:pt x="1004" y="1"/>
                      <a:pt x="4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8" name="Google Shape;5528;p35"/>
              <p:cNvSpPr/>
              <p:nvPr/>
            </p:nvSpPr>
            <p:spPr>
              <a:xfrm>
                <a:off x="1912150" y="4195650"/>
                <a:ext cx="2357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943" h="730" extrusionOk="0">
                    <a:moveTo>
                      <a:pt x="457" y="0"/>
                    </a:moveTo>
                    <a:cubicBezTo>
                      <a:pt x="1" y="0"/>
                      <a:pt x="1" y="730"/>
                      <a:pt x="457" y="730"/>
                    </a:cubicBezTo>
                    <a:cubicBezTo>
                      <a:pt x="943" y="730"/>
                      <a:pt x="943" y="0"/>
                      <a:pt x="4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9" name="Google Shape;5529;p35"/>
              <p:cNvSpPr/>
              <p:nvPr/>
            </p:nvSpPr>
            <p:spPr>
              <a:xfrm>
                <a:off x="1995750" y="41834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1" y="609"/>
                      <a:pt x="791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0" name="Google Shape;5530;p35"/>
              <p:cNvSpPr/>
              <p:nvPr/>
            </p:nvSpPr>
            <p:spPr>
              <a:xfrm>
                <a:off x="1900000" y="413332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6" y="1"/>
                    </a:moveTo>
                    <a:cubicBezTo>
                      <a:pt x="0" y="1"/>
                      <a:pt x="0" y="609"/>
                      <a:pt x="396" y="609"/>
                    </a:cubicBezTo>
                    <a:cubicBezTo>
                      <a:pt x="791" y="609"/>
                      <a:pt x="791" y="1"/>
                      <a:pt x="3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1" name="Google Shape;5531;p35"/>
              <p:cNvSpPr/>
              <p:nvPr/>
            </p:nvSpPr>
            <p:spPr>
              <a:xfrm>
                <a:off x="1792100" y="4112800"/>
                <a:ext cx="258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22" extrusionOk="0">
                    <a:moveTo>
                      <a:pt x="517" y="1"/>
                    </a:moveTo>
                    <a:cubicBezTo>
                      <a:pt x="0" y="1"/>
                      <a:pt x="0" y="822"/>
                      <a:pt x="517" y="822"/>
                    </a:cubicBezTo>
                    <a:cubicBezTo>
                      <a:pt x="1034" y="822"/>
                      <a:pt x="1034" y="1"/>
                      <a:pt x="5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2" name="Google Shape;5532;p35"/>
              <p:cNvSpPr/>
              <p:nvPr/>
            </p:nvSpPr>
            <p:spPr>
              <a:xfrm>
                <a:off x="1659100" y="4109150"/>
                <a:ext cx="20550" cy="183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33" extrusionOk="0">
                    <a:moveTo>
                      <a:pt x="373" y="1"/>
                    </a:moveTo>
                    <a:cubicBezTo>
                      <a:pt x="189" y="1"/>
                      <a:pt x="1" y="155"/>
                      <a:pt x="1" y="360"/>
                    </a:cubicBezTo>
                    <a:cubicBezTo>
                      <a:pt x="1" y="574"/>
                      <a:pt x="206" y="733"/>
                      <a:pt x="398" y="733"/>
                    </a:cubicBezTo>
                    <a:cubicBezTo>
                      <a:pt x="450" y="733"/>
                      <a:pt x="502" y="720"/>
                      <a:pt x="548" y="694"/>
                    </a:cubicBezTo>
                    <a:lnTo>
                      <a:pt x="639" y="633"/>
                    </a:lnTo>
                    <a:cubicBezTo>
                      <a:pt x="730" y="573"/>
                      <a:pt x="822" y="481"/>
                      <a:pt x="822" y="360"/>
                    </a:cubicBezTo>
                    <a:cubicBezTo>
                      <a:pt x="822" y="238"/>
                      <a:pt x="730" y="147"/>
                      <a:pt x="639" y="117"/>
                    </a:cubicBezTo>
                    <a:lnTo>
                      <a:pt x="548" y="56"/>
                    </a:lnTo>
                    <a:cubicBezTo>
                      <a:pt x="495" y="18"/>
                      <a:pt x="434" y="1"/>
                      <a:pt x="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3" name="Google Shape;5533;p35"/>
              <p:cNvSpPr/>
              <p:nvPr/>
            </p:nvSpPr>
            <p:spPr>
              <a:xfrm>
                <a:off x="1631000" y="4060375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5" y="1"/>
                    </a:moveTo>
                    <a:cubicBezTo>
                      <a:pt x="0" y="1"/>
                      <a:pt x="0" y="639"/>
                      <a:pt x="395" y="639"/>
                    </a:cubicBezTo>
                    <a:cubicBezTo>
                      <a:pt x="821" y="639"/>
                      <a:pt x="821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4" name="Google Shape;5534;p35"/>
              <p:cNvSpPr/>
              <p:nvPr/>
            </p:nvSpPr>
            <p:spPr>
              <a:xfrm>
                <a:off x="1527650" y="4117375"/>
                <a:ext cx="258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1" extrusionOk="0">
                    <a:moveTo>
                      <a:pt x="517" y="0"/>
                    </a:moveTo>
                    <a:cubicBezTo>
                      <a:pt x="1" y="0"/>
                      <a:pt x="1" y="791"/>
                      <a:pt x="517" y="791"/>
                    </a:cubicBezTo>
                    <a:cubicBezTo>
                      <a:pt x="1034" y="79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5" name="Google Shape;5535;p35"/>
              <p:cNvSpPr/>
              <p:nvPr/>
            </p:nvSpPr>
            <p:spPr>
              <a:xfrm>
                <a:off x="1508650" y="4223750"/>
                <a:ext cx="9900" cy="84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36" extrusionOk="0">
                    <a:moveTo>
                      <a:pt x="183" y="1"/>
                    </a:moveTo>
                    <a:cubicBezTo>
                      <a:pt x="1" y="1"/>
                      <a:pt x="1" y="335"/>
                      <a:pt x="183" y="335"/>
                    </a:cubicBezTo>
                    <a:cubicBezTo>
                      <a:pt x="396" y="335"/>
                      <a:pt x="396" y="1"/>
                      <a:pt x="18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6" name="Google Shape;5536;p35"/>
              <p:cNvSpPr/>
              <p:nvPr/>
            </p:nvSpPr>
            <p:spPr>
              <a:xfrm>
                <a:off x="1590725" y="4143200"/>
                <a:ext cx="18250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30" y="578"/>
                      <a:pt x="730" y="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7" name="Google Shape;5537;p35"/>
              <p:cNvSpPr/>
              <p:nvPr/>
            </p:nvSpPr>
            <p:spPr>
              <a:xfrm>
                <a:off x="1551200" y="4055825"/>
                <a:ext cx="1902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9" extrusionOk="0">
                    <a:moveTo>
                      <a:pt x="244" y="0"/>
                    </a:moveTo>
                    <a:cubicBezTo>
                      <a:pt x="183" y="31"/>
                      <a:pt x="122" y="61"/>
                      <a:pt x="92" y="92"/>
                    </a:cubicBezTo>
                    <a:cubicBezTo>
                      <a:pt x="31" y="152"/>
                      <a:pt x="1" y="213"/>
                      <a:pt x="1" y="304"/>
                    </a:cubicBezTo>
                    <a:cubicBezTo>
                      <a:pt x="1" y="395"/>
                      <a:pt x="31" y="456"/>
                      <a:pt x="92" y="517"/>
                    </a:cubicBezTo>
                    <a:cubicBezTo>
                      <a:pt x="122" y="578"/>
                      <a:pt x="183" y="578"/>
                      <a:pt x="244" y="608"/>
                    </a:cubicBezTo>
                    <a:lnTo>
                      <a:pt x="396" y="608"/>
                    </a:lnTo>
                    <a:lnTo>
                      <a:pt x="548" y="578"/>
                    </a:lnTo>
                    <a:lnTo>
                      <a:pt x="639" y="547"/>
                    </a:lnTo>
                    <a:cubicBezTo>
                      <a:pt x="669" y="547"/>
                      <a:pt x="700" y="517"/>
                      <a:pt x="700" y="487"/>
                    </a:cubicBezTo>
                    <a:cubicBezTo>
                      <a:pt x="730" y="426"/>
                      <a:pt x="761" y="365"/>
                      <a:pt x="761" y="304"/>
                    </a:cubicBezTo>
                    <a:cubicBezTo>
                      <a:pt x="761" y="274"/>
                      <a:pt x="761" y="213"/>
                      <a:pt x="730" y="152"/>
                    </a:cubicBezTo>
                    <a:cubicBezTo>
                      <a:pt x="700" y="122"/>
                      <a:pt x="609" y="31"/>
                      <a:pt x="548" y="31"/>
                    </a:cubicBezTo>
                    <a:lnTo>
                      <a:pt x="3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8" name="Google Shape;5538;p35"/>
              <p:cNvSpPr/>
              <p:nvPr/>
            </p:nvSpPr>
            <p:spPr>
              <a:xfrm>
                <a:off x="1744225" y="3967675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43" y="0"/>
                    </a:moveTo>
                    <a:cubicBezTo>
                      <a:pt x="0" y="0"/>
                      <a:pt x="0" y="396"/>
                      <a:pt x="243" y="396"/>
                    </a:cubicBezTo>
                    <a:cubicBezTo>
                      <a:pt x="517" y="396"/>
                      <a:pt x="517" y="0"/>
                      <a:pt x="2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9" name="Google Shape;5539;p35"/>
              <p:cNvSpPr/>
              <p:nvPr/>
            </p:nvSpPr>
            <p:spPr>
              <a:xfrm>
                <a:off x="1864275" y="4079375"/>
                <a:ext cx="1827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579" extrusionOk="0">
                    <a:moveTo>
                      <a:pt x="366" y="1"/>
                    </a:moveTo>
                    <a:cubicBezTo>
                      <a:pt x="1" y="1"/>
                      <a:pt x="1" y="578"/>
                      <a:pt x="366" y="578"/>
                    </a:cubicBezTo>
                    <a:cubicBezTo>
                      <a:pt x="730" y="578"/>
                      <a:pt x="730" y="1"/>
                      <a:pt x="3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540" name="Google Shape;5540;p35"/>
            <p:cNvSpPr/>
            <p:nvPr/>
          </p:nvSpPr>
          <p:spPr>
            <a:xfrm rot="9029666">
              <a:off x="5227294" y="4626414"/>
              <a:ext cx="774777" cy="856343"/>
            </a:xfrm>
            <a:custGeom>
              <a:avLst/>
              <a:gdLst/>
              <a:ahLst/>
              <a:cxnLst/>
              <a:rect l="l" t="t" r="r" b="b"/>
              <a:pathLst>
                <a:path w="37539" h="41491" extrusionOk="0">
                  <a:moveTo>
                    <a:pt x="25521" y="0"/>
                  </a:moveTo>
                  <a:cubicBezTo>
                    <a:pt x="20655" y="0"/>
                    <a:pt x="16565" y="3657"/>
                    <a:pt x="12158" y="5875"/>
                  </a:cubicBezTo>
                  <a:cubicBezTo>
                    <a:pt x="10608" y="6665"/>
                    <a:pt x="8876" y="7395"/>
                    <a:pt x="7933" y="8854"/>
                  </a:cubicBezTo>
                  <a:cubicBezTo>
                    <a:pt x="7204" y="10039"/>
                    <a:pt x="7113" y="11498"/>
                    <a:pt x="7022" y="12866"/>
                  </a:cubicBezTo>
                  <a:cubicBezTo>
                    <a:pt x="6870" y="16209"/>
                    <a:pt x="6687" y="19553"/>
                    <a:pt x="6505" y="22927"/>
                  </a:cubicBezTo>
                  <a:cubicBezTo>
                    <a:pt x="6444" y="24447"/>
                    <a:pt x="6292" y="26088"/>
                    <a:pt x="5259" y="27213"/>
                  </a:cubicBezTo>
                  <a:cubicBezTo>
                    <a:pt x="4499" y="28003"/>
                    <a:pt x="3374" y="28398"/>
                    <a:pt x="2736" y="29280"/>
                  </a:cubicBezTo>
                  <a:cubicBezTo>
                    <a:pt x="0" y="33049"/>
                    <a:pt x="8997" y="38581"/>
                    <a:pt x="11794" y="40070"/>
                  </a:cubicBezTo>
                  <a:cubicBezTo>
                    <a:pt x="13632" y="41042"/>
                    <a:pt x="15805" y="41491"/>
                    <a:pt x="18028" y="41491"/>
                  </a:cubicBezTo>
                  <a:cubicBezTo>
                    <a:pt x="21575" y="41491"/>
                    <a:pt x="25250" y="40348"/>
                    <a:pt x="27903" y="38368"/>
                  </a:cubicBezTo>
                  <a:cubicBezTo>
                    <a:pt x="31125" y="35997"/>
                    <a:pt x="32554" y="31985"/>
                    <a:pt x="33861" y="28216"/>
                  </a:cubicBezTo>
                  <a:cubicBezTo>
                    <a:pt x="35685" y="22805"/>
                    <a:pt x="37539" y="17152"/>
                    <a:pt x="36749" y="11498"/>
                  </a:cubicBezTo>
                  <a:cubicBezTo>
                    <a:pt x="35958" y="5845"/>
                    <a:pt x="31642" y="252"/>
                    <a:pt x="25928" y="9"/>
                  </a:cubicBezTo>
                  <a:cubicBezTo>
                    <a:pt x="25791" y="3"/>
                    <a:pt x="25656" y="0"/>
                    <a:pt x="255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41" name="Google Shape;5541;p35"/>
            <p:cNvGrpSpPr/>
            <p:nvPr/>
          </p:nvGrpSpPr>
          <p:grpSpPr>
            <a:xfrm>
              <a:off x="6309166" y="4784220"/>
              <a:ext cx="1304746" cy="666686"/>
              <a:chOff x="1041325" y="3967675"/>
              <a:chExt cx="974200" cy="497750"/>
            </a:xfrm>
          </p:grpSpPr>
          <p:sp>
            <p:nvSpPr>
              <p:cNvPr id="5542" name="Google Shape;5542;p35"/>
              <p:cNvSpPr/>
              <p:nvPr/>
            </p:nvSpPr>
            <p:spPr>
              <a:xfrm>
                <a:off x="1901525" y="4241225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95" y="1"/>
                    </a:moveTo>
                    <a:cubicBezTo>
                      <a:pt x="0" y="1"/>
                      <a:pt x="0" y="578"/>
                      <a:pt x="395" y="578"/>
                    </a:cubicBezTo>
                    <a:cubicBezTo>
                      <a:pt x="760" y="578"/>
                      <a:pt x="760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3" name="Google Shape;5543;p35"/>
              <p:cNvSpPr/>
              <p:nvPr/>
            </p:nvSpPr>
            <p:spPr>
              <a:xfrm>
                <a:off x="1801975" y="4314175"/>
                <a:ext cx="41050" cy="39850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1594" extrusionOk="0">
                    <a:moveTo>
                      <a:pt x="669" y="1"/>
                    </a:moveTo>
                    <a:cubicBezTo>
                      <a:pt x="517" y="1"/>
                      <a:pt x="335" y="62"/>
                      <a:pt x="213" y="183"/>
                    </a:cubicBezTo>
                    <a:cubicBezTo>
                      <a:pt x="92" y="305"/>
                      <a:pt x="0" y="487"/>
                      <a:pt x="31" y="639"/>
                    </a:cubicBezTo>
                    <a:lnTo>
                      <a:pt x="61" y="822"/>
                    </a:lnTo>
                    <a:cubicBezTo>
                      <a:pt x="92" y="943"/>
                      <a:pt x="122" y="1034"/>
                      <a:pt x="213" y="1125"/>
                    </a:cubicBezTo>
                    <a:cubicBezTo>
                      <a:pt x="277" y="1190"/>
                      <a:pt x="357" y="1239"/>
                      <a:pt x="441" y="1273"/>
                    </a:cubicBezTo>
                    <a:lnTo>
                      <a:pt x="441" y="1273"/>
                    </a:lnTo>
                    <a:cubicBezTo>
                      <a:pt x="474" y="1295"/>
                      <a:pt x="495" y="1317"/>
                      <a:pt x="517" y="1338"/>
                    </a:cubicBezTo>
                    <a:cubicBezTo>
                      <a:pt x="568" y="1372"/>
                      <a:pt x="619" y="1397"/>
                      <a:pt x="670" y="1417"/>
                    </a:cubicBezTo>
                    <a:lnTo>
                      <a:pt x="670" y="1417"/>
                    </a:lnTo>
                    <a:cubicBezTo>
                      <a:pt x="720" y="1449"/>
                      <a:pt x="771" y="1495"/>
                      <a:pt x="821" y="1521"/>
                    </a:cubicBezTo>
                    <a:cubicBezTo>
                      <a:pt x="894" y="1569"/>
                      <a:pt x="986" y="1594"/>
                      <a:pt x="1081" y="1594"/>
                    </a:cubicBezTo>
                    <a:cubicBezTo>
                      <a:pt x="1222" y="1594"/>
                      <a:pt x="1368" y="1539"/>
                      <a:pt x="1459" y="1429"/>
                    </a:cubicBezTo>
                    <a:cubicBezTo>
                      <a:pt x="1520" y="1369"/>
                      <a:pt x="1581" y="1277"/>
                      <a:pt x="1611" y="1217"/>
                    </a:cubicBezTo>
                    <a:cubicBezTo>
                      <a:pt x="1642" y="1095"/>
                      <a:pt x="1611" y="882"/>
                      <a:pt x="1551" y="791"/>
                    </a:cubicBezTo>
                    <a:cubicBezTo>
                      <a:pt x="1525" y="741"/>
                      <a:pt x="1479" y="690"/>
                      <a:pt x="1447" y="640"/>
                    </a:cubicBezTo>
                    <a:lnTo>
                      <a:pt x="1447" y="640"/>
                    </a:lnTo>
                    <a:cubicBezTo>
                      <a:pt x="1427" y="589"/>
                      <a:pt x="1402" y="538"/>
                      <a:pt x="1368" y="487"/>
                    </a:cubicBezTo>
                    <a:cubicBezTo>
                      <a:pt x="1346" y="465"/>
                      <a:pt x="1325" y="444"/>
                      <a:pt x="1303" y="411"/>
                    </a:cubicBezTo>
                    <a:lnTo>
                      <a:pt x="1303" y="411"/>
                    </a:lnTo>
                    <a:cubicBezTo>
                      <a:pt x="1269" y="327"/>
                      <a:pt x="1220" y="248"/>
                      <a:pt x="1155" y="183"/>
                    </a:cubicBezTo>
                    <a:cubicBezTo>
                      <a:pt x="1003" y="62"/>
                      <a:pt x="882" y="1"/>
                      <a:pt x="6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4" name="Google Shape;5544;p35"/>
              <p:cNvSpPr/>
              <p:nvPr/>
            </p:nvSpPr>
            <p:spPr>
              <a:xfrm>
                <a:off x="1731300" y="4183425"/>
                <a:ext cx="38775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098" extrusionOk="0">
                    <a:moveTo>
                      <a:pt x="654" y="0"/>
                    </a:moveTo>
                    <a:cubicBezTo>
                      <a:pt x="553" y="0"/>
                      <a:pt x="459" y="26"/>
                      <a:pt x="365" y="64"/>
                    </a:cubicBezTo>
                    <a:cubicBezTo>
                      <a:pt x="1" y="246"/>
                      <a:pt x="1" y="854"/>
                      <a:pt x="365" y="1006"/>
                    </a:cubicBezTo>
                    <a:cubicBezTo>
                      <a:pt x="473" y="1049"/>
                      <a:pt x="580" y="1092"/>
                      <a:pt x="698" y="1092"/>
                    </a:cubicBezTo>
                    <a:cubicBezTo>
                      <a:pt x="709" y="1092"/>
                      <a:pt x="720" y="1091"/>
                      <a:pt x="731" y="1091"/>
                    </a:cubicBezTo>
                    <a:lnTo>
                      <a:pt x="731" y="1091"/>
                    </a:lnTo>
                    <a:lnTo>
                      <a:pt x="700" y="1097"/>
                    </a:lnTo>
                    <a:lnTo>
                      <a:pt x="700" y="1097"/>
                    </a:lnTo>
                    <a:lnTo>
                      <a:pt x="737" y="1090"/>
                    </a:lnTo>
                    <a:lnTo>
                      <a:pt x="737" y="1090"/>
                    </a:lnTo>
                    <a:cubicBezTo>
                      <a:pt x="767" y="1088"/>
                      <a:pt x="798" y="1082"/>
                      <a:pt x="830" y="1073"/>
                    </a:cubicBezTo>
                    <a:lnTo>
                      <a:pt x="830" y="1073"/>
                    </a:lnTo>
                    <a:lnTo>
                      <a:pt x="1034" y="1036"/>
                    </a:lnTo>
                    <a:cubicBezTo>
                      <a:pt x="1186" y="1036"/>
                      <a:pt x="1308" y="1006"/>
                      <a:pt x="1399" y="915"/>
                    </a:cubicBezTo>
                    <a:cubicBezTo>
                      <a:pt x="1490" y="823"/>
                      <a:pt x="1551" y="671"/>
                      <a:pt x="1551" y="550"/>
                    </a:cubicBezTo>
                    <a:cubicBezTo>
                      <a:pt x="1551" y="428"/>
                      <a:pt x="1490" y="276"/>
                      <a:pt x="1399" y="185"/>
                    </a:cubicBezTo>
                    <a:cubicBezTo>
                      <a:pt x="1308" y="94"/>
                      <a:pt x="1186" y="64"/>
                      <a:pt x="1034" y="33"/>
                    </a:cubicBezTo>
                    <a:lnTo>
                      <a:pt x="742" y="7"/>
                    </a:lnTo>
                    <a:lnTo>
                      <a:pt x="742" y="7"/>
                    </a:lnTo>
                    <a:cubicBezTo>
                      <a:pt x="712" y="2"/>
                      <a:pt x="683" y="0"/>
                      <a:pt x="6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5" name="Google Shape;5545;p35"/>
              <p:cNvSpPr/>
              <p:nvPr/>
            </p:nvSpPr>
            <p:spPr>
              <a:xfrm>
                <a:off x="1722175" y="4257200"/>
                <a:ext cx="28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913" extrusionOk="0">
                    <a:moveTo>
                      <a:pt x="578" y="0"/>
                    </a:moveTo>
                    <a:cubicBezTo>
                      <a:pt x="1" y="0"/>
                      <a:pt x="1" y="912"/>
                      <a:pt x="578" y="912"/>
                    </a:cubicBezTo>
                    <a:cubicBezTo>
                      <a:pt x="1156" y="912"/>
                      <a:pt x="1156" y="0"/>
                      <a:pt x="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6" name="Google Shape;5546;p35"/>
              <p:cNvSpPr/>
              <p:nvPr/>
            </p:nvSpPr>
            <p:spPr>
              <a:xfrm>
                <a:off x="1638600" y="4324675"/>
                <a:ext cx="41050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1259" extrusionOk="0">
                    <a:moveTo>
                      <a:pt x="851" y="37"/>
                    </a:moveTo>
                    <a:cubicBezTo>
                      <a:pt x="865" y="37"/>
                      <a:pt x="879" y="38"/>
                      <a:pt x="892" y="41"/>
                    </a:cubicBezTo>
                    <a:lnTo>
                      <a:pt x="892" y="41"/>
                    </a:lnTo>
                    <a:lnTo>
                      <a:pt x="882" y="37"/>
                    </a:lnTo>
                    <a:close/>
                    <a:moveTo>
                      <a:pt x="926" y="1204"/>
                    </a:moveTo>
                    <a:lnTo>
                      <a:pt x="882" y="1222"/>
                    </a:lnTo>
                    <a:lnTo>
                      <a:pt x="730" y="1222"/>
                    </a:lnTo>
                    <a:lnTo>
                      <a:pt x="926" y="1204"/>
                    </a:lnTo>
                    <a:close/>
                    <a:moveTo>
                      <a:pt x="577" y="0"/>
                    </a:moveTo>
                    <a:cubicBezTo>
                      <a:pt x="440" y="0"/>
                      <a:pt x="292" y="83"/>
                      <a:pt x="213" y="189"/>
                    </a:cubicBezTo>
                    <a:cubicBezTo>
                      <a:pt x="91" y="280"/>
                      <a:pt x="0" y="462"/>
                      <a:pt x="0" y="645"/>
                    </a:cubicBezTo>
                    <a:cubicBezTo>
                      <a:pt x="31" y="797"/>
                      <a:pt x="61" y="979"/>
                      <a:pt x="213" y="1070"/>
                    </a:cubicBezTo>
                    <a:cubicBezTo>
                      <a:pt x="319" y="1176"/>
                      <a:pt x="447" y="1258"/>
                      <a:pt x="579" y="1258"/>
                    </a:cubicBezTo>
                    <a:cubicBezTo>
                      <a:pt x="599" y="1258"/>
                      <a:pt x="619" y="1257"/>
                      <a:pt x="639" y="1253"/>
                    </a:cubicBezTo>
                    <a:lnTo>
                      <a:pt x="851" y="1253"/>
                    </a:lnTo>
                    <a:cubicBezTo>
                      <a:pt x="885" y="1236"/>
                      <a:pt x="919" y="1219"/>
                      <a:pt x="953" y="1202"/>
                    </a:cubicBezTo>
                    <a:lnTo>
                      <a:pt x="953" y="1202"/>
                    </a:lnTo>
                    <a:lnTo>
                      <a:pt x="1064" y="1192"/>
                    </a:lnTo>
                    <a:cubicBezTo>
                      <a:pt x="1216" y="1192"/>
                      <a:pt x="1338" y="1161"/>
                      <a:pt x="1459" y="1040"/>
                    </a:cubicBezTo>
                    <a:cubicBezTo>
                      <a:pt x="1581" y="949"/>
                      <a:pt x="1642" y="766"/>
                      <a:pt x="1642" y="614"/>
                    </a:cubicBezTo>
                    <a:cubicBezTo>
                      <a:pt x="1642" y="493"/>
                      <a:pt x="1581" y="310"/>
                      <a:pt x="1459" y="219"/>
                    </a:cubicBezTo>
                    <a:cubicBezTo>
                      <a:pt x="1338" y="98"/>
                      <a:pt x="1216" y="67"/>
                      <a:pt x="1064" y="37"/>
                    </a:cubicBezTo>
                    <a:lnTo>
                      <a:pt x="1064" y="67"/>
                    </a:lnTo>
                    <a:lnTo>
                      <a:pt x="944" y="56"/>
                    </a:lnTo>
                    <a:lnTo>
                      <a:pt x="944" y="56"/>
                    </a:lnTo>
                    <a:cubicBezTo>
                      <a:pt x="927" y="50"/>
                      <a:pt x="910" y="44"/>
                      <a:pt x="892" y="41"/>
                    </a:cubicBezTo>
                    <a:lnTo>
                      <a:pt x="892" y="41"/>
                    </a:lnTo>
                    <a:lnTo>
                      <a:pt x="926" y="55"/>
                    </a:lnTo>
                    <a:lnTo>
                      <a:pt x="926" y="55"/>
                    </a:lnTo>
                    <a:lnTo>
                      <a:pt x="730" y="37"/>
                    </a:lnTo>
                    <a:lnTo>
                      <a:pt x="851" y="37"/>
                    </a:lnTo>
                    <a:cubicBezTo>
                      <a:pt x="791" y="6"/>
                      <a:pt x="730" y="6"/>
                      <a:pt x="639" y="6"/>
                    </a:cubicBezTo>
                    <a:cubicBezTo>
                      <a:pt x="619" y="2"/>
                      <a:pt x="598" y="0"/>
                      <a:pt x="5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7" name="Google Shape;5547;p35"/>
              <p:cNvSpPr/>
              <p:nvPr/>
            </p:nvSpPr>
            <p:spPr>
              <a:xfrm>
                <a:off x="1579325" y="4214650"/>
                <a:ext cx="2815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1490" extrusionOk="0">
                    <a:moveTo>
                      <a:pt x="548" y="0"/>
                    </a:moveTo>
                    <a:cubicBezTo>
                      <a:pt x="244" y="0"/>
                      <a:pt x="31" y="243"/>
                      <a:pt x="0" y="547"/>
                    </a:cubicBezTo>
                    <a:cubicBezTo>
                      <a:pt x="0" y="699"/>
                      <a:pt x="0" y="821"/>
                      <a:pt x="31" y="942"/>
                    </a:cubicBezTo>
                    <a:cubicBezTo>
                      <a:pt x="31" y="1094"/>
                      <a:pt x="61" y="1216"/>
                      <a:pt x="183" y="1307"/>
                    </a:cubicBezTo>
                    <a:cubicBezTo>
                      <a:pt x="274" y="1429"/>
                      <a:pt x="426" y="1489"/>
                      <a:pt x="548" y="1489"/>
                    </a:cubicBezTo>
                    <a:cubicBezTo>
                      <a:pt x="882" y="1459"/>
                      <a:pt x="1064" y="1246"/>
                      <a:pt x="1095" y="942"/>
                    </a:cubicBezTo>
                    <a:cubicBezTo>
                      <a:pt x="1095" y="821"/>
                      <a:pt x="1125" y="669"/>
                      <a:pt x="1125" y="547"/>
                    </a:cubicBezTo>
                    <a:cubicBezTo>
                      <a:pt x="1095" y="395"/>
                      <a:pt x="1064" y="274"/>
                      <a:pt x="943" y="152"/>
                    </a:cubicBezTo>
                    <a:cubicBezTo>
                      <a:pt x="851" y="61"/>
                      <a:pt x="700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8" name="Google Shape;5548;p35"/>
              <p:cNvSpPr/>
              <p:nvPr/>
            </p:nvSpPr>
            <p:spPr>
              <a:xfrm>
                <a:off x="1644675" y="4281500"/>
                <a:ext cx="205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0" extrusionOk="0">
                    <a:moveTo>
                      <a:pt x="396" y="1"/>
                    </a:moveTo>
                    <a:cubicBezTo>
                      <a:pt x="0" y="1"/>
                      <a:pt x="0" y="639"/>
                      <a:pt x="396" y="639"/>
                    </a:cubicBezTo>
                    <a:cubicBezTo>
                      <a:pt x="821" y="639"/>
                      <a:pt x="821" y="1"/>
                      <a:pt x="3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9" name="Google Shape;5549;p35"/>
              <p:cNvSpPr/>
              <p:nvPr/>
            </p:nvSpPr>
            <p:spPr>
              <a:xfrm>
                <a:off x="1647725" y="4152325"/>
                <a:ext cx="34975" cy="27375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095" extrusionOk="0">
                    <a:moveTo>
                      <a:pt x="699" y="1"/>
                    </a:moveTo>
                    <a:cubicBezTo>
                      <a:pt x="0" y="1"/>
                      <a:pt x="0" y="1095"/>
                      <a:pt x="699" y="1095"/>
                    </a:cubicBezTo>
                    <a:cubicBezTo>
                      <a:pt x="1398" y="1095"/>
                      <a:pt x="1398" y="1"/>
                      <a:pt x="6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0" name="Google Shape;5550;p35"/>
              <p:cNvSpPr/>
              <p:nvPr/>
            </p:nvSpPr>
            <p:spPr>
              <a:xfrm>
                <a:off x="1537525" y="4326900"/>
                <a:ext cx="29675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498" extrusionOk="0">
                    <a:moveTo>
                      <a:pt x="593" y="1"/>
                    </a:moveTo>
                    <a:cubicBezTo>
                      <a:pt x="457" y="1"/>
                      <a:pt x="320" y="54"/>
                      <a:pt x="213" y="161"/>
                    </a:cubicBezTo>
                    <a:lnTo>
                      <a:pt x="183" y="161"/>
                    </a:lnTo>
                    <a:cubicBezTo>
                      <a:pt x="31" y="313"/>
                      <a:pt x="1" y="525"/>
                      <a:pt x="31" y="738"/>
                    </a:cubicBezTo>
                    <a:lnTo>
                      <a:pt x="31" y="616"/>
                    </a:lnTo>
                    <a:lnTo>
                      <a:pt x="61" y="951"/>
                    </a:lnTo>
                    <a:cubicBezTo>
                      <a:pt x="61" y="1103"/>
                      <a:pt x="122" y="1224"/>
                      <a:pt x="213" y="1346"/>
                    </a:cubicBezTo>
                    <a:cubicBezTo>
                      <a:pt x="305" y="1437"/>
                      <a:pt x="457" y="1498"/>
                      <a:pt x="609" y="1498"/>
                    </a:cubicBezTo>
                    <a:cubicBezTo>
                      <a:pt x="730" y="1498"/>
                      <a:pt x="882" y="1437"/>
                      <a:pt x="973" y="1346"/>
                    </a:cubicBezTo>
                    <a:cubicBezTo>
                      <a:pt x="1065" y="1224"/>
                      <a:pt x="1125" y="1103"/>
                      <a:pt x="1125" y="951"/>
                    </a:cubicBezTo>
                    <a:lnTo>
                      <a:pt x="1144" y="750"/>
                    </a:lnTo>
                    <a:lnTo>
                      <a:pt x="1144" y="750"/>
                    </a:lnTo>
                    <a:lnTo>
                      <a:pt x="1156" y="738"/>
                    </a:lnTo>
                    <a:cubicBezTo>
                      <a:pt x="1186" y="556"/>
                      <a:pt x="1156" y="313"/>
                      <a:pt x="1004" y="161"/>
                    </a:cubicBezTo>
                    <a:lnTo>
                      <a:pt x="973" y="161"/>
                    </a:lnTo>
                    <a:cubicBezTo>
                      <a:pt x="867" y="54"/>
                      <a:pt x="730" y="1"/>
                      <a:pt x="5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1" name="Google Shape;5551;p35"/>
              <p:cNvSpPr/>
              <p:nvPr/>
            </p:nvSpPr>
            <p:spPr>
              <a:xfrm>
                <a:off x="1704700" y="4362050"/>
                <a:ext cx="228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31" extrusionOk="0">
                    <a:moveTo>
                      <a:pt x="457" y="1"/>
                    </a:moveTo>
                    <a:cubicBezTo>
                      <a:pt x="1" y="1"/>
                      <a:pt x="1" y="730"/>
                      <a:pt x="457" y="730"/>
                    </a:cubicBezTo>
                    <a:cubicBezTo>
                      <a:pt x="913" y="730"/>
                      <a:pt x="913" y="1"/>
                      <a:pt x="4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2" name="Google Shape;5552;p35"/>
              <p:cNvSpPr/>
              <p:nvPr/>
            </p:nvSpPr>
            <p:spPr>
              <a:xfrm>
                <a:off x="1862000" y="4406125"/>
                <a:ext cx="167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18" extrusionOk="0">
                    <a:moveTo>
                      <a:pt x="335" y="1"/>
                    </a:moveTo>
                    <a:cubicBezTo>
                      <a:pt x="1" y="1"/>
                      <a:pt x="1" y="517"/>
                      <a:pt x="335" y="517"/>
                    </a:cubicBezTo>
                    <a:cubicBezTo>
                      <a:pt x="669" y="517"/>
                      <a:pt x="669" y="1"/>
                      <a:pt x="3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3" name="Google Shape;5553;p35"/>
              <p:cNvSpPr/>
              <p:nvPr/>
            </p:nvSpPr>
            <p:spPr>
              <a:xfrm>
                <a:off x="1889350" y="4228700"/>
                <a:ext cx="2360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234" extrusionOk="0">
                    <a:moveTo>
                      <a:pt x="472" y="0"/>
                    </a:moveTo>
                    <a:cubicBezTo>
                      <a:pt x="312" y="0"/>
                      <a:pt x="153" y="76"/>
                      <a:pt x="92" y="228"/>
                    </a:cubicBezTo>
                    <a:cubicBezTo>
                      <a:pt x="31" y="289"/>
                      <a:pt x="31" y="380"/>
                      <a:pt x="1" y="471"/>
                    </a:cubicBezTo>
                    <a:cubicBezTo>
                      <a:pt x="1" y="502"/>
                      <a:pt x="1" y="532"/>
                      <a:pt x="1" y="593"/>
                    </a:cubicBezTo>
                    <a:cubicBezTo>
                      <a:pt x="1" y="654"/>
                      <a:pt x="1" y="715"/>
                      <a:pt x="1" y="775"/>
                    </a:cubicBezTo>
                    <a:cubicBezTo>
                      <a:pt x="30" y="1005"/>
                      <a:pt x="193" y="1234"/>
                      <a:pt x="441" y="1234"/>
                    </a:cubicBezTo>
                    <a:cubicBezTo>
                      <a:pt x="456" y="1234"/>
                      <a:pt x="472" y="1233"/>
                      <a:pt x="487" y="1231"/>
                    </a:cubicBezTo>
                    <a:cubicBezTo>
                      <a:pt x="730" y="1231"/>
                      <a:pt x="913" y="1049"/>
                      <a:pt x="943" y="775"/>
                    </a:cubicBezTo>
                    <a:lnTo>
                      <a:pt x="913" y="775"/>
                    </a:lnTo>
                    <a:cubicBezTo>
                      <a:pt x="913" y="715"/>
                      <a:pt x="943" y="654"/>
                      <a:pt x="943" y="593"/>
                    </a:cubicBezTo>
                    <a:cubicBezTo>
                      <a:pt x="943" y="563"/>
                      <a:pt x="943" y="502"/>
                      <a:pt x="913" y="471"/>
                    </a:cubicBezTo>
                    <a:cubicBezTo>
                      <a:pt x="913" y="380"/>
                      <a:pt x="882" y="319"/>
                      <a:pt x="852" y="228"/>
                    </a:cubicBezTo>
                    <a:cubicBezTo>
                      <a:pt x="791" y="76"/>
                      <a:pt x="632" y="0"/>
                      <a:pt x="4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4" name="Google Shape;5554;p35"/>
              <p:cNvSpPr/>
              <p:nvPr/>
            </p:nvSpPr>
            <p:spPr>
              <a:xfrm>
                <a:off x="1948625" y="4338500"/>
                <a:ext cx="27375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399" extrusionOk="0">
                    <a:moveTo>
                      <a:pt x="548" y="0"/>
                    </a:moveTo>
                    <a:cubicBezTo>
                      <a:pt x="335" y="31"/>
                      <a:pt x="122" y="183"/>
                      <a:pt x="62" y="396"/>
                    </a:cubicBezTo>
                    <a:cubicBezTo>
                      <a:pt x="1" y="548"/>
                      <a:pt x="31" y="730"/>
                      <a:pt x="62" y="912"/>
                    </a:cubicBezTo>
                    <a:cubicBezTo>
                      <a:pt x="62" y="1034"/>
                      <a:pt x="92" y="1156"/>
                      <a:pt x="214" y="1277"/>
                    </a:cubicBezTo>
                    <a:cubicBezTo>
                      <a:pt x="305" y="1338"/>
                      <a:pt x="426" y="1399"/>
                      <a:pt x="548" y="1399"/>
                    </a:cubicBezTo>
                    <a:cubicBezTo>
                      <a:pt x="852" y="1399"/>
                      <a:pt x="1034" y="1186"/>
                      <a:pt x="1065" y="912"/>
                    </a:cubicBezTo>
                    <a:cubicBezTo>
                      <a:pt x="1065" y="730"/>
                      <a:pt x="1095" y="548"/>
                      <a:pt x="1065" y="396"/>
                    </a:cubicBezTo>
                    <a:cubicBezTo>
                      <a:pt x="973" y="183"/>
                      <a:pt x="791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5" name="Google Shape;5555;p35"/>
              <p:cNvSpPr/>
              <p:nvPr/>
            </p:nvSpPr>
            <p:spPr>
              <a:xfrm>
                <a:off x="1886325" y="4441850"/>
                <a:ext cx="29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943" extrusionOk="0">
                    <a:moveTo>
                      <a:pt x="578" y="0"/>
                    </a:moveTo>
                    <a:cubicBezTo>
                      <a:pt x="0" y="0"/>
                      <a:pt x="0" y="943"/>
                      <a:pt x="578" y="943"/>
                    </a:cubicBezTo>
                    <a:cubicBezTo>
                      <a:pt x="1186" y="943"/>
                      <a:pt x="1186" y="0"/>
                      <a:pt x="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6" name="Google Shape;5556;p35"/>
              <p:cNvSpPr/>
              <p:nvPr/>
            </p:nvSpPr>
            <p:spPr>
              <a:xfrm>
                <a:off x="1745750" y="4380475"/>
                <a:ext cx="2510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898" extrusionOk="0">
                    <a:moveTo>
                      <a:pt x="559" y="1"/>
                    </a:moveTo>
                    <a:cubicBezTo>
                      <a:pt x="517" y="1"/>
                      <a:pt x="471" y="8"/>
                      <a:pt x="426" y="24"/>
                    </a:cubicBezTo>
                    <a:lnTo>
                      <a:pt x="334" y="54"/>
                    </a:lnTo>
                    <a:cubicBezTo>
                      <a:pt x="243" y="84"/>
                      <a:pt x="182" y="115"/>
                      <a:pt x="122" y="145"/>
                    </a:cubicBezTo>
                    <a:cubicBezTo>
                      <a:pt x="91" y="206"/>
                      <a:pt x="61" y="267"/>
                      <a:pt x="30" y="358"/>
                    </a:cubicBezTo>
                    <a:cubicBezTo>
                      <a:pt x="0" y="449"/>
                      <a:pt x="0" y="449"/>
                      <a:pt x="30" y="571"/>
                    </a:cubicBezTo>
                    <a:cubicBezTo>
                      <a:pt x="61" y="632"/>
                      <a:pt x="91" y="692"/>
                      <a:pt x="122" y="753"/>
                    </a:cubicBezTo>
                    <a:cubicBezTo>
                      <a:pt x="182" y="814"/>
                      <a:pt x="243" y="844"/>
                      <a:pt x="334" y="844"/>
                    </a:cubicBezTo>
                    <a:lnTo>
                      <a:pt x="426" y="875"/>
                    </a:lnTo>
                    <a:cubicBezTo>
                      <a:pt x="471" y="890"/>
                      <a:pt x="517" y="898"/>
                      <a:pt x="559" y="898"/>
                    </a:cubicBezTo>
                    <a:cubicBezTo>
                      <a:pt x="600" y="898"/>
                      <a:pt x="638" y="890"/>
                      <a:pt x="669" y="875"/>
                    </a:cubicBezTo>
                    <a:cubicBezTo>
                      <a:pt x="760" y="844"/>
                      <a:pt x="821" y="814"/>
                      <a:pt x="882" y="753"/>
                    </a:cubicBezTo>
                    <a:cubicBezTo>
                      <a:pt x="942" y="692"/>
                      <a:pt x="1003" y="571"/>
                      <a:pt x="1003" y="449"/>
                    </a:cubicBezTo>
                    <a:cubicBezTo>
                      <a:pt x="1003" y="328"/>
                      <a:pt x="942" y="206"/>
                      <a:pt x="882" y="145"/>
                    </a:cubicBezTo>
                    <a:cubicBezTo>
                      <a:pt x="821" y="84"/>
                      <a:pt x="760" y="54"/>
                      <a:pt x="669" y="24"/>
                    </a:cubicBezTo>
                    <a:cubicBezTo>
                      <a:pt x="638" y="8"/>
                      <a:pt x="600" y="1"/>
                      <a:pt x="55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7" name="Google Shape;5557;p35"/>
              <p:cNvSpPr/>
              <p:nvPr/>
            </p:nvSpPr>
            <p:spPr>
              <a:xfrm>
                <a:off x="1786775" y="4239725"/>
                <a:ext cx="28150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852" extrusionOk="0">
                    <a:moveTo>
                      <a:pt x="548" y="0"/>
                    </a:moveTo>
                    <a:cubicBezTo>
                      <a:pt x="0" y="0"/>
                      <a:pt x="0" y="851"/>
                      <a:pt x="548" y="851"/>
                    </a:cubicBezTo>
                    <a:cubicBezTo>
                      <a:pt x="1125" y="851"/>
                      <a:pt x="1125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8" name="Google Shape;5558;p35"/>
              <p:cNvSpPr/>
              <p:nvPr/>
            </p:nvSpPr>
            <p:spPr>
              <a:xfrm>
                <a:off x="1842250" y="4155375"/>
                <a:ext cx="26625" cy="26600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64" extrusionOk="0">
                    <a:moveTo>
                      <a:pt x="517" y="0"/>
                    </a:moveTo>
                    <a:cubicBezTo>
                      <a:pt x="395" y="0"/>
                      <a:pt x="243" y="61"/>
                      <a:pt x="152" y="152"/>
                    </a:cubicBezTo>
                    <a:cubicBezTo>
                      <a:pt x="92" y="213"/>
                      <a:pt x="61" y="243"/>
                      <a:pt x="31" y="335"/>
                    </a:cubicBezTo>
                    <a:cubicBezTo>
                      <a:pt x="0" y="395"/>
                      <a:pt x="0" y="456"/>
                      <a:pt x="0" y="517"/>
                    </a:cubicBezTo>
                    <a:cubicBezTo>
                      <a:pt x="0" y="669"/>
                      <a:pt x="61" y="790"/>
                      <a:pt x="152" y="882"/>
                    </a:cubicBezTo>
                    <a:cubicBezTo>
                      <a:pt x="274" y="1003"/>
                      <a:pt x="395" y="1064"/>
                      <a:pt x="517" y="1064"/>
                    </a:cubicBezTo>
                    <a:cubicBezTo>
                      <a:pt x="669" y="1064"/>
                      <a:pt x="791" y="1003"/>
                      <a:pt x="882" y="882"/>
                    </a:cubicBezTo>
                    <a:cubicBezTo>
                      <a:pt x="943" y="851"/>
                      <a:pt x="973" y="790"/>
                      <a:pt x="1003" y="730"/>
                    </a:cubicBezTo>
                    <a:cubicBezTo>
                      <a:pt x="1034" y="669"/>
                      <a:pt x="1064" y="608"/>
                      <a:pt x="1064" y="517"/>
                    </a:cubicBezTo>
                    <a:cubicBezTo>
                      <a:pt x="1034" y="395"/>
                      <a:pt x="1003" y="243"/>
                      <a:pt x="882" y="152"/>
                    </a:cubicBezTo>
                    <a:cubicBezTo>
                      <a:pt x="791" y="61"/>
                      <a:pt x="669" y="0"/>
                      <a:pt x="5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9" name="Google Shape;5559;p35"/>
              <p:cNvSpPr/>
              <p:nvPr/>
            </p:nvSpPr>
            <p:spPr>
              <a:xfrm>
                <a:off x="1740425" y="4040625"/>
                <a:ext cx="4790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490" extrusionOk="0">
                    <a:moveTo>
                      <a:pt x="943" y="0"/>
                    </a:moveTo>
                    <a:cubicBezTo>
                      <a:pt x="0" y="0"/>
                      <a:pt x="0" y="1490"/>
                      <a:pt x="943" y="1490"/>
                    </a:cubicBezTo>
                    <a:cubicBezTo>
                      <a:pt x="1915" y="1490"/>
                      <a:pt x="1915" y="0"/>
                      <a:pt x="9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0" name="Google Shape;5560;p35"/>
              <p:cNvSpPr/>
              <p:nvPr/>
            </p:nvSpPr>
            <p:spPr>
              <a:xfrm>
                <a:off x="1673550" y="4226800"/>
                <a:ext cx="258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1" extrusionOk="0">
                    <a:moveTo>
                      <a:pt x="517" y="0"/>
                    </a:moveTo>
                    <a:cubicBezTo>
                      <a:pt x="0" y="0"/>
                      <a:pt x="0" y="791"/>
                      <a:pt x="517" y="791"/>
                    </a:cubicBezTo>
                    <a:cubicBezTo>
                      <a:pt x="1034" y="79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1" name="Google Shape;5561;p35"/>
              <p:cNvSpPr/>
              <p:nvPr/>
            </p:nvSpPr>
            <p:spPr>
              <a:xfrm>
                <a:off x="1740425" y="4324825"/>
                <a:ext cx="20525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1" h="639" extrusionOk="0">
                    <a:moveTo>
                      <a:pt x="395" y="0"/>
                    </a:moveTo>
                    <a:cubicBezTo>
                      <a:pt x="0" y="0"/>
                      <a:pt x="0" y="639"/>
                      <a:pt x="395" y="639"/>
                    </a:cubicBezTo>
                    <a:cubicBezTo>
                      <a:pt x="821" y="639"/>
                      <a:pt x="821" y="0"/>
                      <a:pt x="3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2" name="Google Shape;5562;p35"/>
              <p:cNvSpPr/>
              <p:nvPr/>
            </p:nvSpPr>
            <p:spPr>
              <a:xfrm>
                <a:off x="1908350" y="4286150"/>
                <a:ext cx="20550" cy="199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96" extrusionOk="0">
                    <a:moveTo>
                      <a:pt x="409" y="0"/>
                    </a:moveTo>
                    <a:cubicBezTo>
                      <a:pt x="345" y="0"/>
                      <a:pt x="285" y="17"/>
                      <a:pt x="244" y="58"/>
                    </a:cubicBezTo>
                    <a:cubicBezTo>
                      <a:pt x="214" y="88"/>
                      <a:pt x="214" y="88"/>
                      <a:pt x="183" y="88"/>
                    </a:cubicBezTo>
                    <a:cubicBezTo>
                      <a:pt x="122" y="119"/>
                      <a:pt x="92" y="180"/>
                      <a:pt x="62" y="240"/>
                    </a:cubicBezTo>
                    <a:cubicBezTo>
                      <a:pt x="31" y="271"/>
                      <a:pt x="1" y="332"/>
                      <a:pt x="1" y="392"/>
                    </a:cubicBezTo>
                    <a:cubicBezTo>
                      <a:pt x="1" y="453"/>
                      <a:pt x="31" y="514"/>
                      <a:pt x="62" y="575"/>
                    </a:cubicBezTo>
                    <a:cubicBezTo>
                      <a:pt x="92" y="635"/>
                      <a:pt x="122" y="666"/>
                      <a:pt x="183" y="696"/>
                    </a:cubicBezTo>
                    <a:cubicBezTo>
                      <a:pt x="183" y="727"/>
                      <a:pt x="214" y="727"/>
                      <a:pt x="244" y="727"/>
                    </a:cubicBezTo>
                    <a:cubicBezTo>
                      <a:pt x="305" y="772"/>
                      <a:pt x="373" y="795"/>
                      <a:pt x="441" y="795"/>
                    </a:cubicBezTo>
                    <a:cubicBezTo>
                      <a:pt x="510" y="795"/>
                      <a:pt x="578" y="772"/>
                      <a:pt x="639" y="727"/>
                    </a:cubicBezTo>
                    <a:cubicBezTo>
                      <a:pt x="761" y="666"/>
                      <a:pt x="821" y="544"/>
                      <a:pt x="821" y="392"/>
                    </a:cubicBezTo>
                    <a:cubicBezTo>
                      <a:pt x="821" y="271"/>
                      <a:pt x="761" y="119"/>
                      <a:pt x="639" y="58"/>
                    </a:cubicBezTo>
                    <a:cubicBezTo>
                      <a:pt x="572" y="25"/>
                      <a:pt x="487" y="0"/>
                      <a:pt x="4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3" name="Google Shape;5563;p35"/>
              <p:cNvSpPr/>
              <p:nvPr/>
            </p:nvSpPr>
            <p:spPr>
              <a:xfrm>
                <a:off x="1878725" y="4359025"/>
                <a:ext cx="2585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21" extrusionOk="0">
                    <a:moveTo>
                      <a:pt x="517" y="0"/>
                    </a:moveTo>
                    <a:cubicBezTo>
                      <a:pt x="0" y="0"/>
                      <a:pt x="0" y="821"/>
                      <a:pt x="517" y="821"/>
                    </a:cubicBezTo>
                    <a:cubicBezTo>
                      <a:pt x="1034" y="82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4" name="Google Shape;5564;p35"/>
              <p:cNvSpPr/>
              <p:nvPr/>
            </p:nvSpPr>
            <p:spPr>
              <a:xfrm>
                <a:off x="1822500" y="435672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0" y="609"/>
                      <a:pt x="790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5" name="Google Shape;5565;p35"/>
              <p:cNvSpPr/>
              <p:nvPr/>
            </p:nvSpPr>
            <p:spPr>
              <a:xfrm>
                <a:off x="1796650" y="4400050"/>
                <a:ext cx="2587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822" extrusionOk="0">
                    <a:moveTo>
                      <a:pt x="517" y="1"/>
                    </a:moveTo>
                    <a:cubicBezTo>
                      <a:pt x="1" y="1"/>
                      <a:pt x="1" y="821"/>
                      <a:pt x="517" y="821"/>
                    </a:cubicBezTo>
                    <a:cubicBezTo>
                      <a:pt x="1034" y="821"/>
                      <a:pt x="1034" y="1"/>
                      <a:pt x="5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6" name="Google Shape;5566;p35"/>
              <p:cNvSpPr/>
              <p:nvPr/>
            </p:nvSpPr>
            <p:spPr>
              <a:xfrm>
                <a:off x="1703175" y="4423600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44" y="1"/>
                    </a:moveTo>
                    <a:cubicBezTo>
                      <a:pt x="1" y="1"/>
                      <a:pt x="1" y="396"/>
                      <a:pt x="244" y="396"/>
                    </a:cubicBezTo>
                    <a:cubicBezTo>
                      <a:pt x="518" y="396"/>
                      <a:pt x="518" y="1"/>
                      <a:pt x="2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7" name="Google Shape;5567;p35"/>
              <p:cNvSpPr/>
              <p:nvPr/>
            </p:nvSpPr>
            <p:spPr>
              <a:xfrm>
                <a:off x="1645425" y="4391700"/>
                <a:ext cx="1902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730" extrusionOk="0">
                    <a:moveTo>
                      <a:pt x="366" y="0"/>
                    </a:moveTo>
                    <a:cubicBezTo>
                      <a:pt x="274" y="0"/>
                      <a:pt x="183" y="61"/>
                      <a:pt x="122" y="122"/>
                    </a:cubicBezTo>
                    <a:cubicBezTo>
                      <a:pt x="31" y="183"/>
                      <a:pt x="1" y="274"/>
                      <a:pt x="1" y="365"/>
                    </a:cubicBezTo>
                    <a:cubicBezTo>
                      <a:pt x="1" y="456"/>
                      <a:pt x="31" y="578"/>
                      <a:pt x="122" y="638"/>
                    </a:cubicBezTo>
                    <a:cubicBezTo>
                      <a:pt x="183" y="699"/>
                      <a:pt x="274" y="730"/>
                      <a:pt x="366" y="730"/>
                    </a:cubicBezTo>
                    <a:cubicBezTo>
                      <a:pt x="457" y="730"/>
                      <a:pt x="578" y="699"/>
                      <a:pt x="639" y="638"/>
                    </a:cubicBezTo>
                    <a:cubicBezTo>
                      <a:pt x="700" y="578"/>
                      <a:pt x="761" y="456"/>
                      <a:pt x="730" y="365"/>
                    </a:cubicBezTo>
                    <a:cubicBezTo>
                      <a:pt x="730" y="274"/>
                      <a:pt x="700" y="183"/>
                      <a:pt x="639" y="122"/>
                    </a:cubicBezTo>
                    <a:cubicBezTo>
                      <a:pt x="548" y="31"/>
                      <a:pt x="487" y="0"/>
                      <a:pt x="3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8" name="Google Shape;5568;p35"/>
              <p:cNvSpPr/>
              <p:nvPr/>
            </p:nvSpPr>
            <p:spPr>
              <a:xfrm>
                <a:off x="1563375" y="4405375"/>
                <a:ext cx="19000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730" extrusionOk="0">
                    <a:moveTo>
                      <a:pt x="365" y="0"/>
                    </a:moveTo>
                    <a:cubicBezTo>
                      <a:pt x="274" y="0"/>
                      <a:pt x="182" y="61"/>
                      <a:pt x="122" y="122"/>
                    </a:cubicBezTo>
                    <a:cubicBezTo>
                      <a:pt x="31" y="183"/>
                      <a:pt x="0" y="274"/>
                      <a:pt x="0" y="365"/>
                    </a:cubicBezTo>
                    <a:cubicBezTo>
                      <a:pt x="0" y="456"/>
                      <a:pt x="31" y="578"/>
                      <a:pt x="122" y="639"/>
                    </a:cubicBezTo>
                    <a:cubicBezTo>
                      <a:pt x="182" y="699"/>
                      <a:pt x="274" y="730"/>
                      <a:pt x="365" y="730"/>
                    </a:cubicBezTo>
                    <a:cubicBezTo>
                      <a:pt x="456" y="730"/>
                      <a:pt x="578" y="699"/>
                      <a:pt x="638" y="639"/>
                    </a:cubicBezTo>
                    <a:cubicBezTo>
                      <a:pt x="699" y="578"/>
                      <a:pt x="760" y="456"/>
                      <a:pt x="730" y="365"/>
                    </a:cubicBezTo>
                    <a:cubicBezTo>
                      <a:pt x="730" y="274"/>
                      <a:pt x="699" y="183"/>
                      <a:pt x="638" y="122"/>
                    </a:cubicBezTo>
                    <a:cubicBezTo>
                      <a:pt x="578" y="31"/>
                      <a:pt x="486" y="0"/>
                      <a:pt x="3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9" name="Google Shape;5569;p35"/>
              <p:cNvSpPr/>
              <p:nvPr/>
            </p:nvSpPr>
            <p:spPr>
              <a:xfrm>
                <a:off x="1442550" y="4379950"/>
                <a:ext cx="27375" cy="231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927" extrusionOk="0">
                    <a:moveTo>
                      <a:pt x="608" y="1"/>
                    </a:moveTo>
                    <a:cubicBezTo>
                      <a:pt x="588" y="1"/>
                      <a:pt x="568" y="4"/>
                      <a:pt x="547" y="14"/>
                    </a:cubicBezTo>
                    <a:lnTo>
                      <a:pt x="456" y="14"/>
                    </a:lnTo>
                    <a:cubicBezTo>
                      <a:pt x="395" y="14"/>
                      <a:pt x="335" y="14"/>
                      <a:pt x="304" y="45"/>
                    </a:cubicBezTo>
                    <a:cubicBezTo>
                      <a:pt x="243" y="75"/>
                      <a:pt x="183" y="105"/>
                      <a:pt x="152" y="136"/>
                    </a:cubicBezTo>
                    <a:cubicBezTo>
                      <a:pt x="61" y="227"/>
                      <a:pt x="0" y="349"/>
                      <a:pt x="31" y="470"/>
                    </a:cubicBezTo>
                    <a:cubicBezTo>
                      <a:pt x="31" y="592"/>
                      <a:pt x="61" y="713"/>
                      <a:pt x="152" y="805"/>
                    </a:cubicBezTo>
                    <a:lnTo>
                      <a:pt x="243" y="865"/>
                    </a:lnTo>
                    <a:cubicBezTo>
                      <a:pt x="304" y="896"/>
                      <a:pt x="395" y="926"/>
                      <a:pt x="456" y="926"/>
                    </a:cubicBezTo>
                    <a:lnTo>
                      <a:pt x="730" y="926"/>
                    </a:lnTo>
                    <a:lnTo>
                      <a:pt x="851" y="865"/>
                    </a:lnTo>
                    <a:cubicBezTo>
                      <a:pt x="912" y="835"/>
                      <a:pt x="942" y="805"/>
                      <a:pt x="973" y="744"/>
                    </a:cubicBezTo>
                    <a:cubicBezTo>
                      <a:pt x="1034" y="683"/>
                      <a:pt x="1094" y="561"/>
                      <a:pt x="1064" y="470"/>
                    </a:cubicBezTo>
                    <a:cubicBezTo>
                      <a:pt x="1064" y="379"/>
                      <a:pt x="1064" y="318"/>
                      <a:pt x="1003" y="227"/>
                    </a:cubicBezTo>
                    <a:cubicBezTo>
                      <a:pt x="973" y="136"/>
                      <a:pt x="851" y="75"/>
                      <a:pt x="730" y="14"/>
                    </a:cubicBezTo>
                    <a:cubicBezTo>
                      <a:pt x="689" y="14"/>
                      <a:pt x="649" y="1"/>
                      <a:pt x="6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0" name="Google Shape;5570;p35"/>
              <p:cNvSpPr/>
              <p:nvPr/>
            </p:nvSpPr>
            <p:spPr>
              <a:xfrm>
                <a:off x="1448625" y="4254350"/>
                <a:ext cx="26625" cy="264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57" extrusionOk="0">
                    <a:moveTo>
                      <a:pt x="441" y="0"/>
                    </a:moveTo>
                    <a:cubicBezTo>
                      <a:pt x="403" y="0"/>
                      <a:pt x="365" y="8"/>
                      <a:pt x="335" y="23"/>
                    </a:cubicBezTo>
                    <a:cubicBezTo>
                      <a:pt x="274" y="53"/>
                      <a:pt x="183" y="84"/>
                      <a:pt x="152" y="114"/>
                    </a:cubicBezTo>
                    <a:cubicBezTo>
                      <a:pt x="92" y="175"/>
                      <a:pt x="61" y="236"/>
                      <a:pt x="31" y="327"/>
                    </a:cubicBezTo>
                    <a:cubicBezTo>
                      <a:pt x="0" y="388"/>
                      <a:pt x="31" y="479"/>
                      <a:pt x="31" y="540"/>
                    </a:cubicBezTo>
                    <a:cubicBezTo>
                      <a:pt x="61" y="600"/>
                      <a:pt x="61" y="661"/>
                      <a:pt x="92" y="692"/>
                    </a:cubicBezTo>
                    <a:lnTo>
                      <a:pt x="183" y="813"/>
                    </a:lnTo>
                    <a:cubicBezTo>
                      <a:pt x="244" y="874"/>
                      <a:pt x="274" y="935"/>
                      <a:pt x="365" y="965"/>
                    </a:cubicBezTo>
                    <a:cubicBezTo>
                      <a:pt x="426" y="1026"/>
                      <a:pt x="517" y="1056"/>
                      <a:pt x="578" y="1056"/>
                    </a:cubicBezTo>
                    <a:cubicBezTo>
                      <a:pt x="730" y="1056"/>
                      <a:pt x="821" y="996"/>
                      <a:pt x="912" y="904"/>
                    </a:cubicBezTo>
                    <a:cubicBezTo>
                      <a:pt x="1003" y="813"/>
                      <a:pt x="1064" y="692"/>
                      <a:pt x="1064" y="570"/>
                    </a:cubicBezTo>
                    <a:cubicBezTo>
                      <a:pt x="1064" y="479"/>
                      <a:pt x="1034" y="418"/>
                      <a:pt x="1003" y="327"/>
                    </a:cubicBezTo>
                    <a:cubicBezTo>
                      <a:pt x="943" y="266"/>
                      <a:pt x="882" y="205"/>
                      <a:pt x="821" y="175"/>
                    </a:cubicBezTo>
                    <a:lnTo>
                      <a:pt x="699" y="84"/>
                    </a:lnTo>
                    <a:cubicBezTo>
                      <a:pt x="699" y="84"/>
                      <a:pt x="669" y="53"/>
                      <a:pt x="639" y="53"/>
                    </a:cubicBezTo>
                    <a:cubicBezTo>
                      <a:pt x="608" y="23"/>
                      <a:pt x="578" y="23"/>
                      <a:pt x="547" y="23"/>
                    </a:cubicBezTo>
                    <a:cubicBezTo>
                      <a:pt x="517" y="8"/>
                      <a:pt x="479" y="0"/>
                      <a:pt x="4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1" name="Google Shape;5571;p35"/>
              <p:cNvSpPr/>
              <p:nvPr/>
            </p:nvSpPr>
            <p:spPr>
              <a:xfrm>
                <a:off x="1602875" y="4293675"/>
                <a:ext cx="30425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943" extrusionOk="0">
                    <a:moveTo>
                      <a:pt x="609" y="0"/>
                    </a:moveTo>
                    <a:cubicBezTo>
                      <a:pt x="1" y="0"/>
                      <a:pt x="1" y="942"/>
                      <a:pt x="609" y="942"/>
                    </a:cubicBezTo>
                    <a:cubicBezTo>
                      <a:pt x="1217" y="942"/>
                      <a:pt x="1217" y="0"/>
                      <a:pt x="6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2" name="Google Shape;5572;p35"/>
              <p:cNvSpPr/>
              <p:nvPr/>
            </p:nvSpPr>
            <p:spPr>
              <a:xfrm>
                <a:off x="1483575" y="4300500"/>
                <a:ext cx="228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31" extrusionOk="0">
                    <a:moveTo>
                      <a:pt x="456" y="1"/>
                    </a:moveTo>
                    <a:cubicBezTo>
                      <a:pt x="1" y="1"/>
                      <a:pt x="1" y="730"/>
                      <a:pt x="456" y="730"/>
                    </a:cubicBezTo>
                    <a:cubicBezTo>
                      <a:pt x="912" y="730"/>
                      <a:pt x="912" y="1"/>
                      <a:pt x="4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3" name="Google Shape;5573;p35"/>
              <p:cNvSpPr/>
              <p:nvPr/>
            </p:nvSpPr>
            <p:spPr>
              <a:xfrm>
                <a:off x="1498025" y="4364325"/>
                <a:ext cx="12175" cy="91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366" extrusionOk="0">
                    <a:moveTo>
                      <a:pt x="243" y="1"/>
                    </a:moveTo>
                    <a:cubicBezTo>
                      <a:pt x="0" y="1"/>
                      <a:pt x="0" y="366"/>
                      <a:pt x="243" y="366"/>
                    </a:cubicBezTo>
                    <a:cubicBezTo>
                      <a:pt x="486" y="366"/>
                      <a:pt x="486" y="1"/>
                      <a:pt x="2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4" name="Google Shape;5574;p35"/>
              <p:cNvSpPr/>
              <p:nvPr/>
            </p:nvSpPr>
            <p:spPr>
              <a:xfrm>
                <a:off x="1504100" y="4419050"/>
                <a:ext cx="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" extrusionOk="0">
                    <a:moveTo>
                      <a:pt x="0" y="0"/>
                    </a:moveTo>
                    <a:cubicBezTo>
                      <a:pt x="0" y="0"/>
                      <a:pt x="3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5" name="Google Shape;5575;p35"/>
              <p:cNvSpPr/>
              <p:nvPr/>
            </p:nvSpPr>
            <p:spPr>
              <a:xfrm>
                <a:off x="1364275" y="4404600"/>
                <a:ext cx="24350" cy="26625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65" extrusionOk="0">
                    <a:moveTo>
                      <a:pt x="487" y="1"/>
                    </a:moveTo>
                    <a:cubicBezTo>
                      <a:pt x="396" y="1"/>
                      <a:pt x="244" y="31"/>
                      <a:pt x="183" y="122"/>
                    </a:cubicBezTo>
                    <a:cubicBezTo>
                      <a:pt x="122" y="214"/>
                      <a:pt x="61" y="274"/>
                      <a:pt x="61" y="366"/>
                    </a:cubicBezTo>
                    <a:lnTo>
                      <a:pt x="31" y="457"/>
                    </a:lnTo>
                    <a:cubicBezTo>
                      <a:pt x="0" y="548"/>
                      <a:pt x="0" y="609"/>
                      <a:pt x="31" y="700"/>
                    </a:cubicBezTo>
                    <a:cubicBezTo>
                      <a:pt x="61" y="791"/>
                      <a:pt x="92" y="852"/>
                      <a:pt x="152" y="913"/>
                    </a:cubicBezTo>
                    <a:cubicBezTo>
                      <a:pt x="244" y="1004"/>
                      <a:pt x="365" y="1065"/>
                      <a:pt x="487" y="1065"/>
                    </a:cubicBezTo>
                    <a:cubicBezTo>
                      <a:pt x="608" y="1065"/>
                      <a:pt x="730" y="1004"/>
                      <a:pt x="821" y="913"/>
                    </a:cubicBezTo>
                    <a:cubicBezTo>
                      <a:pt x="882" y="852"/>
                      <a:pt x="943" y="791"/>
                      <a:pt x="943" y="700"/>
                    </a:cubicBezTo>
                    <a:cubicBezTo>
                      <a:pt x="973" y="639"/>
                      <a:pt x="973" y="548"/>
                      <a:pt x="943" y="457"/>
                    </a:cubicBezTo>
                    <a:lnTo>
                      <a:pt x="943" y="366"/>
                    </a:lnTo>
                    <a:cubicBezTo>
                      <a:pt x="912" y="274"/>
                      <a:pt x="882" y="214"/>
                      <a:pt x="821" y="122"/>
                    </a:cubicBezTo>
                    <a:cubicBezTo>
                      <a:pt x="760" y="92"/>
                      <a:pt x="730" y="62"/>
                      <a:pt x="669" y="31"/>
                    </a:cubicBezTo>
                    <a:cubicBezTo>
                      <a:pt x="608" y="1"/>
                      <a:pt x="548" y="1"/>
                      <a:pt x="4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6" name="Google Shape;5576;p35"/>
              <p:cNvSpPr/>
              <p:nvPr/>
            </p:nvSpPr>
            <p:spPr>
              <a:xfrm>
                <a:off x="1339200" y="4316475"/>
                <a:ext cx="28900" cy="228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912" extrusionOk="0">
                    <a:moveTo>
                      <a:pt x="578" y="0"/>
                    </a:moveTo>
                    <a:cubicBezTo>
                      <a:pt x="0" y="0"/>
                      <a:pt x="0" y="912"/>
                      <a:pt x="578" y="912"/>
                    </a:cubicBezTo>
                    <a:cubicBezTo>
                      <a:pt x="1155" y="912"/>
                      <a:pt x="1155" y="0"/>
                      <a:pt x="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7" name="Google Shape;5577;p35"/>
              <p:cNvSpPr/>
              <p:nvPr/>
            </p:nvSpPr>
            <p:spPr>
              <a:xfrm>
                <a:off x="1409875" y="4352600"/>
                <a:ext cx="24325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940" extrusionOk="0">
                    <a:moveTo>
                      <a:pt x="487" y="0"/>
                    </a:moveTo>
                    <a:cubicBezTo>
                      <a:pt x="466" y="0"/>
                      <a:pt x="446" y="4"/>
                      <a:pt x="426" y="14"/>
                    </a:cubicBezTo>
                    <a:cubicBezTo>
                      <a:pt x="395" y="14"/>
                      <a:pt x="365" y="14"/>
                      <a:pt x="304" y="44"/>
                    </a:cubicBezTo>
                    <a:cubicBezTo>
                      <a:pt x="274" y="75"/>
                      <a:pt x="213" y="105"/>
                      <a:pt x="183" y="136"/>
                    </a:cubicBezTo>
                    <a:cubicBezTo>
                      <a:pt x="91" y="227"/>
                      <a:pt x="0" y="348"/>
                      <a:pt x="0" y="470"/>
                    </a:cubicBezTo>
                    <a:cubicBezTo>
                      <a:pt x="0" y="622"/>
                      <a:pt x="61" y="713"/>
                      <a:pt x="183" y="804"/>
                    </a:cubicBezTo>
                    <a:cubicBezTo>
                      <a:pt x="213" y="865"/>
                      <a:pt x="304" y="895"/>
                      <a:pt x="365" y="926"/>
                    </a:cubicBezTo>
                    <a:cubicBezTo>
                      <a:pt x="405" y="926"/>
                      <a:pt x="446" y="939"/>
                      <a:pt x="487" y="939"/>
                    </a:cubicBezTo>
                    <a:cubicBezTo>
                      <a:pt x="507" y="939"/>
                      <a:pt x="527" y="936"/>
                      <a:pt x="547" y="926"/>
                    </a:cubicBezTo>
                    <a:cubicBezTo>
                      <a:pt x="608" y="926"/>
                      <a:pt x="638" y="926"/>
                      <a:pt x="669" y="895"/>
                    </a:cubicBezTo>
                    <a:cubicBezTo>
                      <a:pt x="730" y="895"/>
                      <a:pt x="760" y="865"/>
                      <a:pt x="790" y="835"/>
                    </a:cubicBezTo>
                    <a:cubicBezTo>
                      <a:pt x="821" y="804"/>
                      <a:pt x="851" y="774"/>
                      <a:pt x="851" y="743"/>
                    </a:cubicBezTo>
                    <a:cubicBezTo>
                      <a:pt x="912" y="683"/>
                      <a:pt x="973" y="561"/>
                      <a:pt x="973" y="470"/>
                    </a:cubicBezTo>
                    <a:cubicBezTo>
                      <a:pt x="973" y="379"/>
                      <a:pt x="942" y="318"/>
                      <a:pt x="912" y="227"/>
                    </a:cubicBezTo>
                    <a:cubicBezTo>
                      <a:pt x="851" y="166"/>
                      <a:pt x="790" y="105"/>
                      <a:pt x="730" y="75"/>
                    </a:cubicBezTo>
                    <a:lnTo>
                      <a:pt x="608" y="14"/>
                    </a:lnTo>
                    <a:cubicBezTo>
                      <a:pt x="568" y="14"/>
                      <a:pt x="527" y="0"/>
                      <a:pt x="4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8" name="Google Shape;5578;p35"/>
              <p:cNvSpPr/>
              <p:nvPr/>
            </p:nvSpPr>
            <p:spPr>
              <a:xfrm>
                <a:off x="1526900" y="4417525"/>
                <a:ext cx="27375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852" extrusionOk="0">
                    <a:moveTo>
                      <a:pt x="547" y="1"/>
                    </a:moveTo>
                    <a:cubicBezTo>
                      <a:pt x="0" y="1"/>
                      <a:pt x="0" y="852"/>
                      <a:pt x="547" y="852"/>
                    </a:cubicBezTo>
                    <a:cubicBezTo>
                      <a:pt x="1094" y="852"/>
                      <a:pt x="1094" y="1"/>
                      <a:pt x="5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9" name="Google Shape;5579;p35"/>
              <p:cNvSpPr/>
              <p:nvPr/>
            </p:nvSpPr>
            <p:spPr>
              <a:xfrm>
                <a:off x="1322475" y="4389925"/>
                <a:ext cx="22075" cy="24325"/>
              </a:xfrm>
              <a:custGeom>
                <a:avLst/>
                <a:gdLst/>
                <a:ahLst/>
                <a:cxnLst/>
                <a:rect l="l" t="t" r="r" b="b"/>
                <a:pathLst>
                  <a:path w="883" h="973" extrusionOk="0">
                    <a:moveTo>
                      <a:pt x="355" y="1"/>
                    </a:moveTo>
                    <a:cubicBezTo>
                      <a:pt x="294" y="1"/>
                      <a:pt x="233" y="16"/>
                      <a:pt x="183" y="41"/>
                    </a:cubicBezTo>
                    <a:cubicBezTo>
                      <a:pt x="61" y="132"/>
                      <a:pt x="1" y="254"/>
                      <a:pt x="31" y="406"/>
                    </a:cubicBezTo>
                    <a:cubicBezTo>
                      <a:pt x="61" y="497"/>
                      <a:pt x="92" y="558"/>
                      <a:pt x="122" y="649"/>
                    </a:cubicBezTo>
                    <a:lnTo>
                      <a:pt x="213" y="801"/>
                    </a:lnTo>
                    <a:cubicBezTo>
                      <a:pt x="252" y="918"/>
                      <a:pt x="379" y="972"/>
                      <a:pt x="497" y="972"/>
                    </a:cubicBezTo>
                    <a:cubicBezTo>
                      <a:pt x="563" y="972"/>
                      <a:pt x="626" y="955"/>
                      <a:pt x="669" y="922"/>
                    </a:cubicBezTo>
                    <a:cubicBezTo>
                      <a:pt x="852" y="831"/>
                      <a:pt x="882" y="618"/>
                      <a:pt x="791" y="466"/>
                    </a:cubicBezTo>
                    <a:lnTo>
                      <a:pt x="821" y="466"/>
                    </a:lnTo>
                    <a:cubicBezTo>
                      <a:pt x="730" y="345"/>
                      <a:pt x="669" y="193"/>
                      <a:pt x="578" y="102"/>
                    </a:cubicBezTo>
                    <a:cubicBezTo>
                      <a:pt x="525" y="30"/>
                      <a:pt x="440" y="1"/>
                      <a:pt x="3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0" name="Google Shape;5580;p35"/>
              <p:cNvSpPr/>
              <p:nvPr/>
            </p:nvSpPr>
            <p:spPr>
              <a:xfrm>
                <a:off x="1239650" y="4373875"/>
                <a:ext cx="18275" cy="17500"/>
              </a:xfrm>
              <a:custGeom>
                <a:avLst/>
                <a:gdLst/>
                <a:ahLst/>
                <a:cxnLst/>
                <a:rect l="l" t="t" r="r" b="b"/>
                <a:pathLst>
                  <a:path w="731" h="700" extrusionOk="0">
                    <a:moveTo>
                      <a:pt x="235" y="1"/>
                    </a:moveTo>
                    <a:cubicBezTo>
                      <a:pt x="220" y="1"/>
                      <a:pt x="203" y="4"/>
                      <a:pt x="183" y="14"/>
                    </a:cubicBezTo>
                    <a:cubicBezTo>
                      <a:pt x="153" y="14"/>
                      <a:pt x="122" y="44"/>
                      <a:pt x="92" y="75"/>
                    </a:cubicBezTo>
                    <a:cubicBezTo>
                      <a:pt x="61" y="105"/>
                      <a:pt x="31" y="136"/>
                      <a:pt x="31" y="166"/>
                    </a:cubicBezTo>
                    <a:cubicBezTo>
                      <a:pt x="31" y="196"/>
                      <a:pt x="1" y="257"/>
                      <a:pt x="31" y="288"/>
                    </a:cubicBezTo>
                    <a:cubicBezTo>
                      <a:pt x="31" y="318"/>
                      <a:pt x="31" y="318"/>
                      <a:pt x="31" y="348"/>
                    </a:cubicBezTo>
                    <a:cubicBezTo>
                      <a:pt x="31" y="379"/>
                      <a:pt x="31" y="409"/>
                      <a:pt x="31" y="440"/>
                    </a:cubicBezTo>
                    <a:lnTo>
                      <a:pt x="92" y="531"/>
                    </a:lnTo>
                    <a:cubicBezTo>
                      <a:pt x="122" y="592"/>
                      <a:pt x="183" y="652"/>
                      <a:pt x="244" y="683"/>
                    </a:cubicBezTo>
                    <a:cubicBezTo>
                      <a:pt x="284" y="693"/>
                      <a:pt x="328" y="700"/>
                      <a:pt x="372" y="700"/>
                    </a:cubicBezTo>
                    <a:cubicBezTo>
                      <a:pt x="460" y="700"/>
                      <a:pt x="548" y="673"/>
                      <a:pt x="608" y="592"/>
                    </a:cubicBezTo>
                    <a:cubicBezTo>
                      <a:pt x="700" y="500"/>
                      <a:pt x="730" y="379"/>
                      <a:pt x="700" y="257"/>
                    </a:cubicBezTo>
                    <a:cubicBezTo>
                      <a:pt x="700" y="196"/>
                      <a:pt x="639" y="136"/>
                      <a:pt x="578" y="75"/>
                    </a:cubicBezTo>
                    <a:cubicBezTo>
                      <a:pt x="517" y="44"/>
                      <a:pt x="456" y="14"/>
                      <a:pt x="365" y="14"/>
                    </a:cubicBezTo>
                    <a:lnTo>
                      <a:pt x="304" y="14"/>
                    </a:lnTo>
                    <a:cubicBezTo>
                      <a:pt x="284" y="14"/>
                      <a:pt x="264" y="1"/>
                      <a:pt x="2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1" name="Google Shape;5581;p35"/>
              <p:cNvSpPr/>
              <p:nvPr/>
            </p:nvSpPr>
            <p:spPr>
              <a:xfrm>
                <a:off x="1235100" y="4293675"/>
                <a:ext cx="1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365" y="0"/>
                    </a:moveTo>
                    <a:cubicBezTo>
                      <a:pt x="0" y="0"/>
                      <a:pt x="0" y="547"/>
                      <a:pt x="365" y="547"/>
                    </a:cubicBezTo>
                    <a:cubicBezTo>
                      <a:pt x="730" y="547"/>
                      <a:pt x="730" y="0"/>
                      <a:pt x="3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2" name="Google Shape;5582;p35"/>
              <p:cNvSpPr/>
              <p:nvPr/>
            </p:nvSpPr>
            <p:spPr>
              <a:xfrm>
                <a:off x="1268525" y="4340775"/>
                <a:ext cx="251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791" extrusionOk="0">
                    <a:moveTo>
                      <a:pt x="487" y="1"/>
                    </a:moveTo>
                    <a:cubicBezTo>
                      <a:pt x="1" y="1"/>
                      <a:pt x="1" y="791"/>
                      <a:pt x="487" y="791"/>
                    </a:cubicBezTo>
                    <a:cubicBezTo>
                      <a:pt x="1004" y="791"/>
                      <a:pt x="1004" y="1"/>
                      <a:pt x="4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3" name="Google Shape;5583;p35"/>
              <p:cNvSpPr/>
              <p:nvPr/>
            </p:nvSpPr>
            <p:spPr>
              <a:xfrm>
                <a:off x="1162150" y="4359775"/>
                <a:ext cx="22050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882" h="731" extrusionOk="0">
                    <a:moveTo>
                      <a:pt x="365" y="1"/>
                    </a:moveTo>
                    <a:cubicBezTo>
                      <a:pt x="274" y="1"/>
                      <a:pt x="183" y="61"/>
                      <a:pt x="122" y="122"/>
                    </a:cubicBezTo>
                    <a:cubicBezTo>
                      <a:pt x="61" y="183"/>
                      <a:pt x="0" y="274"/>
                      <a:pt x="0" y="365"/>
                    </a:cubicBezTo>
                    <a:cubicBezTo>
                      <a:pt x="31" y="456"/>
                      <a:pt x="61" y="578"/>
                      <a:pt x="122" y="639"/>
                    </a:cubicBezTo>
                    <a:cubicBezTo>
                      <a:pt x="183" y="700"/>
                      <a:pt x="274" y="730"/>
                      <a:pt x="365" y="730"/>
                    </a:cubicBezTo>
                    <a:cubicBezTo>
                      <a:pt x="487" y="730"/>
                      <a:pt x="608" y="730"/>
                      <a:pt x="699" y="669"/>
                    </a:cubicBezTo>
                    <a:cubicBezTo>
                      <a:pt x="760" y="639"/>
                      <a:pt x="790" y="608"/>
                      <a:pt x="821" y="548"/>
                    </a:cubicBezTo>
                    <a:cubicBezTo>
                      <a:pt x="851" y="487"/>
                      <a:pt x="882" y="426"/>
                      <a:pt x="882" y="365"/>
                    </a:cubicBezTo>
                    <a:cubicBezTo>
                      <a:pt x="882" y="305"/>
                      <a:pt x="851" y="244"/>
                      <a:pt x="821" y="213"/>
                    </a:cubicBezTo>
                    <a:cubicBezTo>
                      <a:pt x="790" y="153"/>
                      <a:pt x="760" y="122"/>
                      <a:pt x="699" y="92"/>
                    </a:cubicBezTo>
                    <a:cubicBezTo>
                      <a:pt x="608" y="31"/>
                      <a:pt x="487" y="3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4" name="Google Shape;5584;p35"/>
              <p:cNvSpPr/>
              <p:nvPr/>
            </p:nvSpPr>
            <p:spPr>
              <a:xfrm>
                <a:off x="1117300" y="4402325"/>
                <a:ext cx="2662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217" extrusionOk="0">
                    <a:moveTo>
                      <a:pt x="518" y="1"/>
                    </a:moveTo>
                    <a:cubicBezTo>
                      <a:pt x="396" y="1"/>
                      <a:pt x="244" y="62"/>
                      <a:pt x="153" y="153"/>
                    </a:cubicBezTo>
                    <a:lnTo>
                      <a:pt x="92" y="274"/>
                    </a:lnTo>
                    <a:cubicBezTo>
                      <a:pt x="31" y="335"/>
                      <a:pt x="31" y="426"/>
                      <a:pt x="1" y="517"/>
                    </a:cubicBezTo>
                    <a:lnTo>
                      <a:pt x="1" y="669"/>
                    </a:lnTo>
                    <a:cubicBezTo>
                      <a:pt x="1" y="761"/>
                      <a:pt x="31" y="821"/>
                      <a:pt x="62" y="882"/>
                    </a:cubicBezTo>
                    <a:cubicBezTo>
                      <a:pt x="62" y="943"/>
                      <a:pt x="122" y="1004"/>
                      <a:pt x="153" y="1065"/>
                    </a:cubicBezTo>
                    <a:cubicBezTo>
                      <a:pt x="214" y="1095"/>
                      <a:pt x="274" y="1125"/>
                      <a:pt x="335" y="1156"/>
                    </a:cubicBezTo>
                    <a:cubicBezTo>
                      <a:pt x="396" y="1186"/>
                      <a:pt x="457" y="1217"/>
                      <a:pt x="548" y="1217"/>
                    </a:cubicBezTo>
                    <a:cubicBezTo>
                      <a:pt x="670" y="1217"/>
                      <a:pt x="822" y="1156"/>
                      <a:pt x="913" y="1065"/>
                    </a:cubicBezTo>
                    <a:cubicBezTo>
                      <a:pt x="1004" y="943"/>
                      <a:pt x="1065" y="821"/>
                      <a:pt x="1065" y="669"/>
                    </a:cubicBezTo>
                    <a:lnTo>
                      <a:pt x="1034" y="517"/>
                    </a:lnTo>
                    <a:cubicBezTo>
                      <a:pt x="1034" y="396"/>
                      <a:pt x="1004" y="244"/>
                      <a:pt x="882" y="153"/>
                    </a:cubicBezTo>
                    <a:cubicBezTo>
                      <a:pt x="852" y="122"/>
                      <a:pt x="791" y="62"/>
                      <a:pt x="730" y="62"/>
                    </a:cubicBezTo>
                    <a:cubicBezTo>
                      <a:pt x="670" y="31"/>
                      <a:pt x="609" y="1"/>
                      <a:pt x="5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5" name="Google Shape;5585;p35"/>
              <p:cNvSpPr/>
              <p:nvPr/>
            </p:nvSpPr>
            <p:spPr>
              <a:xfrm>
                <a:off x="1246500" y="4413725"/>
                <a:ext cx="13700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427" extrusionOk="0">
                    <a:moveTo>
                      <a:pt x="274" y="1"/>
                    </a:moveTo>
                    <a:cubicBezTo>
                      <a:pt x="0" y="1"/>
                      <a:pt x="0" y="426"/>
                      <a:pt x="274" y="426"/>
                    </a:cubicBezTo>
                    <a:cubicBezTo>
                      <a:pt x="547" y="426"/>
                      <a:pt x="547" y="1"/>
                      <a:pt x="2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6" name="Google Shape;5586;p35"/>
              <p:cNvSpPr/>
              <p:nvPr/>
            </p:nvSpPr>
            <p:spPr>
              <a:xfrm>
                <a:off x="1307275" y="4412975"/>
                <a:ext cx="1980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821" extrusionOk="0">
                    <a:moveTo>
                      <a:pt x="396" y="0"/>
                    </a:moveTo>
                    <a:lnTo>
                      <a:pt x="335" y="31"/>
                    </a:lnTo>
                    <a:cubicBezTo>
                      <a:pt x="274" y="31"/>
                      <a:pt x="244" y="61"/>
                      <a:pt x="183" y="91"/>
                    </a:cubicBezTo>
                    <a:cubicBezTo>
                      <a:pt x="153" y="122"/>
                      <a:pt x="122" y="183"/>
                      <a:pt x="92" y="243"/>
                    </a:cubicBezTo>
                    <a:cubicBezTo>
                      <a:pt x="1" y="365"/>
                      <a:pt x="31" y="517"/>
                      <a:pt x="92" y="608"/>
                    </a:cubicBezTo>
                    <a:cubicBezTo>
                      <a:pt x="153" y="730"/>
                      <a:pt x="274" y="821"/>
                      <a:pt x="396" y="821"/>
                    </a:cubicBezTo>
                    <a:cubicBezTo>
                      <a:pt x="548" y="821"/>
                      <a:pt x="669" y="730"/>
                      <a:pt x="730" y="608"/>
                    </a:cubicBezTo>
                    <a:cubicBezTo>
                      <a:pt x="791" y="517"/>
                      <a:pt x="791" y="365"/>
                      <a:pt x="730" y="243"/>
                    </a:cubicBezTo>
                    <a:cubicBezTo>
                      <a:pt x="700" y="183"/>
                      <a:pt x="669" y="152"/>
                      <a:pt x="609" y="91"/>
                    </a:cubicBezTo>
                    <a:cubicBezTo>
                      <a:pt x="548" y="61"/>
                      <a:pt x="487" y="0"/>
                      <a:pt x="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7" name="Google Shape;5587;p35"/>
              <p:cNvSpPr/>
              <p:nvPr/>
            </p:nvSpPr>
            <p:spPr>
              <a:xfrm>
                <a:off x="1170500" y="4397775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6" y="0"/>
                    </a:moveTo>
                    <a:cubicBezTo>
                      <a:pt x="1" y="0"/>
                      <a:pt x="1" y="639"/>
                      <a:pt x="396" y="639"/>
                    </a:cubicBezTo>
                    <a:cubicBezTo>
                      <a:pt x="821" y="639"/>
                      <a:pt x="821" y="0"/>
                      <a:pt x="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8" name="Google Shape;5588;p35"/>
              <p:cNvSpPr/>
              <p:nvPr/>
            </p:nvSpPr>
            <p:spPr>
              <a:xfrm>
                <a:off x="1332350" y="4273625"/>
                <a:ext cx="21300" cy="180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23" extrusionOk="0">
                    <a:moveTo>
                      <a:pt x="491" y="0"/>
                    </a:moveTo>
                    <a:cubicBezTo>
                      <a:pt x="459" y="0"/>
                      <a:pt x="426" y="4"/>
                      <a:pt x="396" y="12"/>
                    </a:cubicBezTo>
                    <a:lnTo>
                      <a:pt x="305" y="12"/>
                    </a:lnTo>
                    <a:cubicBezTo>
                      <a:pt x="305" y="12"/>
                      <a:pt x="274" y="42"/>
                      <a:pt x="274" y="42"/>
                    </a:cubicBezTo>
                    <a:cubicBezTo>
                      <a:pt x="214" y="42"/>
                      <a:pt x="153" y="73"/>
                      <a:pt x="122" y="133"/>
                    </a:cubicBezTo>
                    <a:cubicBezTo>
                      <a:pt x="92" y="133"/>
                      <a:pt x="92" y="164"/>
                      <a:pt x="62" y="194"/>
                    </a:cubicBezTo>
                    <a:cubicBezTo>
                      <a:pt x="1" y="285"/>
                      <a:pt x="1" y="437"/>
                      <a:pt x="62" y="529"/>
                    </a:cubicBezTo>
                    <a:cubicBezTo>
                      <a:pt x="92" y="559"/>
                      <a:pt x="92" y="559"/>
                      <a:pt x="122" y="589"/>
                    </a:cubicBezTo>
                    <a:cubicBezTo>
                      <a:pt x="153" y="620"/>
                      <a:pt x="214" y="650"/>
                      <a:pt x="274" y="681"/>
                    </a:cubicBezTo>
                    <a:lnTo>
                      <a:pt x="305" y="681"/>
                    </a:lnTo>
                    <a:lnTo>
                      <a:pt x="396" y="711"/>
                    </a:lnTo>
                    <a:cubicBezTo>
                      <a:pt x="426" y="719"/>
                      <a:pt x="459" y="722"/>
                      <a:pt x="491" y="722"/>
                    </a:cubicBezTo>
                    <a:cubicBezTo>
                      <a:pt x="590" y="722"/>
                      <a:pt x="692" y="688"/>
                      <a:pt x="761" y="620"/>
                    </a:cubicBezTo>
                    <a:cubicBezTo>
                      <a:pt x="821" y="559"/>
                      <a:pt x="852" y="468"/>
                      <a:pt x="852" y="346"/>
                    </a:cubicBezTo>
                    <a:cubicBezTo>
                      <a:pt x="852" y="255"/>
                      <a:pt x="821" y="164"/>
                      <a:pt x="761" y="103"/>
                    </a:cubicBezTo>
                    <a:cubicBezTo>
                      <a:pt x="692" y="35"/>
                      <a:pt x="590" y="0"/>
                      <a:pt x="4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9" name="Google Shape;5589;p35"/>
              <p:cNvSpPr/>
              <p:nvPr/>
            </p:nvSpPr>
            <p:spPr>
              <a:xfrm>
                <a:off x="1464575" y="4210850"/>
                <a:ext cx="1597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08" extrusionOk="0">
                    <a:moveTo>
                      <a:pt x="433" y="52"/>
                    </a:moveTo>
                    <a:cubicBezTo>
                      <a:pt x="438" y="52"/>
                      <a:pt x="446" y="56"/>
                      <a:pt x="453" y="61"/>
                    </a:cubicBezTo>
                    <a:lnTo>
                      <a:pt x="426" y="61"/>
                    </a:lnTo>
                    <a:cubicBezTo>
                      <a:pt x="426" y="54"/>
                      <a:pt x="429" y="52"/>
                      <a:pt x="433" y="52"/>
                    </a:cubicBezTo>
                    <a:close/>
                    <a:moveTo>
                      <a:pt x="305" y="0"/>
                    </a:moveTo>
                    <a:cubicBezTo>
                      <a:pt x="274" y="0"/>
                      <a:pt x="213" y="0"/>
                      <a:pt x="183" y="61"/>
                    </a:cubicBezTo>
                    <a:cubicBezTo>
                      <a:pt x="61" y="122"/>
                      <a:pt x="1" y="274"/>
                      <a:pt x="31" y="395"/>
                    </a:cubicBezTo>
                    <a:cubicBezTo>
                      <a:pt x="61" y="517"/>
                      <a:pt x="183" y="608"/>
                      <a:pt x="305" y="608"/>
                    </a:cubicBezTo>
                    <a:cubicBezTo>
                      <a:pt x="426" y="608"/>
                      <a:pt x="548" y="547"/>
                      <a:pt x="578" y="426"/>
                    </a:cubicBezTo>
                    <a:cubicBezTo>
                      <a:pt x="639" y="304"/>
                      <a:pt x="578" y="152"/>
                      <a:pt x="457" y="61"/>
                    </a:cubicBezTo>
                    <a:cubicBezTo>
                      <a:pt x="426" y="30"/>
                      <a:pt x="365" y="0"/>
                      <a:pt x="3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0" name="Google Shape;5590;p35"/>
              <p:cNvSpPr/>
              <p:nvPr/>
            </p:nvSpPr>
            <p:spPr>
              <a:xfrm>
                <a:off x="1466850" y="4112050"/>
                <a:ext cx="198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1" extrusionOk="0">
                    <a:moveTo>
                      <a:pt x="396" y="1"/>
                    </a:moveTo>
                    <a:cubicBezTo>
                      <a:pt x="335" y="1"/>
                      <a:pt x="274" y="31"/>
                      <a:pt x="214" y="92"/>
                    </a:cubicBezTo>
                    <a:cubicBezTo>
                      <a:pt x="153" y="122"/>
                      <a:pt x="122" y="183"/>
                      <a:pt x="92" y="244"/>
                    </a:cubicBezTo>
                    <a:cubicBezTo>
                      <a:pt x="31" y="365"/>
                      <a:pt x="1" y="517"/>
                      <a:pt x="92" y="609"/>
                    </a:cubicBezTo>
                    <a:cubicBezTo>
                      <a:pt x="153" y="730"/>
                      <a:pt x="274" y="791"/>
                      <a:pt x="396" y="791"/>
                    </a:cubicBezTo>
                    <a:cubicBezTo>
                      <a:pt x="548" y="791"/>
                      <a:pt x="670" y="730"/>
                      <a:pt x="730" y="609"/>
                    </a:cubicBezTo>
                    <a:cubicBezTo>
                      <a:pt x="791" y="517"/>
                      <a:pt x="791" y="365"/>
                      <a:pt x="730" y="244"/>
                    </a:cubicBezTo>
                    <a:cubicBezTo>
                      <a:pt x="700" y="183"/>
                      <a:pt x="670" y="122"/>
                      <a:pt x="609" y="92"/>
                    </a:cubicBezTo>
                    <a:cubicBezTo>
                      <a:pt x="548" y="31"/>
                      <a:pt x="487" y="1"/>
                      <a:pt x="3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1" name="Google Shape;5591;p35"/>
              <p:cNvSpPr/>
              <p:nvPr/>
            </p:nvSpPr>
            <p:spPr>
              <a:xfrm>
                <a:off x="1364275" y="4180450"/>
                <a:ext cx="6100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65" extrusionOk="0">
                    <a:moveTo>
                      <a:pt x="122" y="0"/>
                    </a:moveTo>
                    <a:cubicBezTo>
                      <a:pt x="61" y="0"/>
                      <a:pt x="31" y="61"/>
                      <a:pt x="31" y="122"/>
                    </a:cubicBezTo>
                    <a:cubicBezTo>
                      <a:pt x="31" y="152"/>
                      <a:pt x="31" y="213"/>
                      <a:pt x="0" y="243"/>
                    </a:cubicBezTo>
                    <a:cubicBezTo>
                      <a:pt x="0" y="304"/>
                      <a:pt x="61" y="365"/>
                      <a:pt x="122" y="365"/>
                    </a:cubicBezTo>
                    <a:cubicBezTo>
                      <a:pt x="183" y="365"/>
                      <a:pt x="244" y="304"/>
                      <a:pt x="244" y="243"/>
                    </a:cubicBezTo>
                    <a:lnTo>
                      <a:pt x="244" y="122"/>
                    </a:lnTo>
                    <a:cubicBezTo>
                      <a:pt x="213" y="61"/>
                      <a:pt x="213" y="0"/>
                      <a:pt x="1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2" name="Google Shape;5592;p35"/>
              <p:cNvSpPr/>
              <p:nvPr/>
            </p:nvSpPr>
            <p:spPr>
              <a:xfrm>
                <a:off x="1332350" y="4094200"/>
                <a:ext cx="16000" cy="17875"/>
              </a:xfrm>
              <a:custGeom>
                <a:avLst/>
                <a:gdLst/>
                <a:ahLst/>
                <a:cxnLst/>
                <a:rect l="l" t="t" r="r" b="b"/>
                <a:pathLst>
                  <a:path w="640" h="715" extrusionOk="0">
                    <a:moveTo>
                      <a:pt x="320" y="0"/>
                    </a:moveTo>
                    <a:cubicBezTo>
                      <a:pt x="229" y="0"/>
                      <a:pt x="138" y="46"/>
                      <a:pt x="92" y="137"/>
                    </a:cubicBezTo>
                    <a:cubicBezTo>
                      <a:pt x="62" y="198"/>
                      <a:pt x="31" y="259"/>
                      <a:pt x="31" y="350"/>
                    </a:cubicBezTo>
                    <a:cubicBezTo>
                      <a:pt x="1" y="441"/>
                      <a:pt x="1" y="563"/>
                      <a:pt x="92" y="623"/>
                    </a:cubicBezTo>
                    <a:cubicBezTo>
                      <a:pt x="153" y="684"/>
                      <a:pt x="214" y="715"/>
                      <a:pt x="305" y="715"/>
                    </a:cubicBezTo>
                    <a:cubicBezTo>
                      <a:pt x="396" y="715"/>
                      <a:pt x="487" y="684"/>
                      <a:pt x="518" y="623"/>
                    </a:cubicBezTo>
                    <a:cubicBezTo>
                      <a:pt x="609" y="563"/>
                      <a:pt x="639" y="441"/>
                      <a:pt x="609" y="350"/>
                    </a:cubicBezTo>
                    <a:cubicBezTo>
                      <a:pt x="609" y="259"/>
                      <a:pt x="578" y="198"/>
                      <a:pt x="548" y="137"/>
                    </a:cubicBezTo>
                    <a:cubicBezTo>
                      <a:pt x="502" y="46"/>
                      <a:pt x="411" y="0"/>
                      <a:pt x="3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3" name="Google Shape;5593;p35"/>
              <p:cNvSpPr/>
              <p:nvPr/>
            </p:nvSpPr>
            <p:spPr>
              <a:xfrm>
                <a:off x="1436475" y="4036825"/>
                <a:ext cx="1825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70" extrusionOk="0">
                    <a:moveTo>
                      <a:pt x="395" y="0"/>
                    </a:moveTo>
                    <a:cubicBezTo>
                      <a:pt x="274" y="0"/>
                      <a:pt x="152" y="31"/>
                      <a:pt x="91" y="152"/>
                    </a:cubicBezTo>
                    <a:cubicBezTo>
                      <a:pt x="0" y="244"/>
                      <a:pt x="0" y="365"/>
                      <a:pt x="30" y="487"/>
                    </a:cubicBezTo>
                    <a:cubicBezTo>
                      <a:pt x="91" y="578"/>
                      <a:pt x="182" y="669"/>
                      <a:pt x="304" y="669"/>
                    </a:cubicBezTo>
                    <a:lnTo>
                      <a:pt x="486" y="669"/>
                    </a:lnTo>
                    <a:cubicBezTo>
                      <a:pt x="547" y="639"/>
                      <a:pt x="608" y="578"/>
                      <a:pt x="638" y="517"/>
                    </a:cubicBezTo>
                    <a:cubicBezTo>
                      <a:pt x="638" y="487"/>
                      <a:pt x="669" y="456"/>
                      <a:pt x="669" y="426"/>
                    </a:cubicBezTo>
                    <a:cubicBezTo>
                      <a:pt x="730" y="396"/>
                      <a:pt x="730" y="304"/>
                      <a:pt x="669" y="244"/>
                    </a:cubicBezTo>
                    <a:cubicBezTo>
                      <a:pt x="669" y="244"/>
                      <a:pt x="669" y="213"/>
                      <a:pt x="638" y="213"/>
                    </a:cubicBezTo>
                    <a:cubicBezTo>
                      <a:pt x="608" y="92"/>
                      <a:pt x="517" y="31"/>
                      <a:pt x="3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4" name="Google Shape;5594;p35"/>
              <p:cNvSpPr/>
              <p:nvPr/>
            </p:nvSpPr>
            <p:spPr>
              <a:xfrm>
                <a:off x="1380225" y="4238200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6" y="0"/>
                    </a:moveTo>
                    <a:cubicBezTo>
                      <a:pt x="1" y="0"/>
                      <a:pt x="1" y="639"/>
                      <a:pt x="396" y="639"/>
                    </a:cubicBezTo>
                    <a:cubicBezTo>
                      <a:pt x="821" y="639"/>
                      <a:pt x="821" y="0"/>
                      <a:pt x="3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5" name="Google Shape;5595;p35"/>
              <p:cNvSpPr/>
              <p:nvPr/>
            </p:nvSpPr>
            <p:spPr>
              <a:xfrm>
                <a:off x="1239650" y="4210850"/>
                <a:ext cx="1902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8" extrusionOk="0">
                    <a:moveTo>
                      <a:pt x="365" y="0"/>
                    </a:moveTo>
                    <a:cubicBezTo>
                      <a:pt x="1" y="0"/>
                      <a:pt x="1" y="608"/>
                      <a:pt x="365" y="608"/>
                    </a:cubicBezTo>
                    <a:cubicBezTo>
                      <a:pt x="760" y="608"/>
                      <a:pt x="760" y="0"/>
                      <a:pt x="3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6" name="Google Shape;5596;p35"/>
              <p:cNvSpPr/>
              <p:nvPr/>
            </p:nvSpPr>
            <p:spPr>
              <a:xfrm>
                <a:off x="1238125" y="4104450"/>
                <a:ext cx="1220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396" extrusionOk="0">
                    <a:moveTo>
                      <a:pt x="244" y="1"/>
                    </a:moveTo>
                    <a:cubicBezTo>
                      <a:pt x="1" y="1"/>
                      <a:pt x="1" y="396"/>
                      <a:pt x="244" y="396"/>
                    </a:cubicBezTo>
                    <a:cubicBezTo>
                      <a:pt x="487" y="396"/>
                      <a:pt x="487" y="1"/>
                      <a:pt x="2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7" name="Google Shape;5597;p35"/>
              <p:cNvSpPr/>
              <p:nvPr/>
            </p:nvSpPr>
            <p:spPr>
              <a:xfrm>
                <a:off x="1130975" y="4248075"/>
                <a:ext cx="17525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548" extrusionOk="0">
                    <a:moveTo>
                      <a:pt x="335" y="0"/>
                    </a:moveTo>
                    <a:cubicBezTo>
                      <a:pt x="1" y="0"/>
                      <a:pt x="1" y="548"/>
                      <a:pt x="335" y="548"/>
                    </a:cubicBezTo>
                    <a:cubicBezTo>
                      <a:pt x="700" y="548"/>
                      <a:pt x="700" y="0"/>
                      <a:pt x="3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8" name="Google Shape;5598;p35"/>
              <p:cNvSpPr/>
              <p:nvPr/>
            </p:nvSpPr>
            <p:spPr>
              <a:xfrm>
                <a:off x="1232800" y="4240475"/>
                <a:ext cx="137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426" extrusionOk="0">
                    <a:moveTo>
                      <a:pt x="275" y="0"/>
                    </a:moveTo>
                    <a:cubicBezTo>
                      <a:pt x="1" y="0"/>
                      <a:pt x="1" y="426"/>
                      <a:pt x="275" y="426"/>
                    </a:cubicBezTo>
                    <a:cubicBezTo>
                      <a:pt x="548" y="426"/>
                      <a:pt x="548" y="0"/>
                      <a:pt x="27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9" name="Google Shape;5599;p35"/>
              <p:cNvSpPr/>
              <p:nvPr/>
            </p:nvSpPr>
            <p:spPr>
              <a:xfrm>
                <a:off x="1152275" y="42974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0"/>
                    </a:moveTo>
                    <a:cubicBezTo>
                      <a:pt x="0" y="0"/>
                      <a:pt x="0" y="608"/>
                      <a:pt x="395" y="608"/>
                    </a:cubicBezTo>
                    <a:cubicBezTo>
                      <a:pt x="790" y="608"/>
                      <a:pt x="790" y="0"/>
                      <a:pt x="3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0" name="Google Shape;5600;p35"/>
              <p:cNvSpPr/>
              <p:nvPr/>
            </p:nvSpPr>
            <p:spPr>
              <a:xfrm>
                <a:off x="1052725" y="4302775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60" y="578"/>
                      <a:pt x="760" y="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1" name="Google Shape;5601;p35"/>
              <p:cNvSpPr/>
              <p:nvPr/>
            </p:nvSpPr>
            <p:spPr>
              <a:xfrm>
                <a:off x="1102100" y="4360975"/>
                <a:ext cx="18275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45" extrusionOk="0">
                    <a:moveTo>
                      <a:pt x="425" y="1"/>
                    </a:moveTo>
                    <a:cubicBezTo>
                      <a:pt x="404" y="1"/>
                      <a:pt x="383" y="4"/>
                      <a:pt x="366" y="13"/>
                    </a:cubicBezTo>
                    <a:cubicBezTo>
                      <a:pt x="305" y="13"/>
                      <a:pt x="214" y="44"/>
                      <a:pt x="183" y="105"/>
                    </a:cubicBezTo>
                    <a:lnTo>
                      <a:pt x="122" y="165"/>
                    </a:lnTo>
                    <a:cubicBezTo>
                      <a:pt x="1" y="226"/>
                      <a:pt x="1" y="408"/>
                      <a:pt x="122" y="500"/>
                    </a:cubicBezTo>
                    <a:cubicBezTo>
                      <a:pt x="153" y="500"/>
                      <a:pt x="153" y="500"/>
                      <a:pt x="183" y="530"/>
                    </a:cubicBezTo>
                    <a:lnTo>
                      <a:pt x="122" y="500"/>
                    </a:lnTo>
                    <a:lnTo>
                      <a:pt x="183" y="560"/>
                    </a:lnTo>
                    <a:lnTo>
                      <a:pt x="244" y="591"/>
                    </a:lnTo>
                    <a:lnTo>
                      <a:pt x="335" y="621"/>
                    </a:lnTo>
                    <a:cubicBezTo>
                      <a:pt x="366" y="636"/>
                      <a:pt x="396" y="644"/>
                      <a:pt x="426" y="644"/>
                    </a:cubicBezTo>
                    <a:cubicBezTo>
                      <a:pt x="457" y="644"/>
                      <a:pt x="487" y="636"/>
                      <a:pt x="518" y="621"/>
                    </a:cubicBezTo>
                    <a:cubicBezTo>
                      <a:pt x="639" y="560"/>
                      <a:pt x="730" y="439"/>
                      <a:pt x="730" y="317"/>
                    </a:cubicBezTo>
                    <a:cubicBezTo>
                      <a:pt x="730" y="226"/>
                      <a:pt x="670" y="105"/>
                      <a:pt x="578" y="44"/>
                    </a:cubicBezTo>
                    <a:cubicBezTo>
                      <a:pt x="535" y="22"/>
                      <a:pt x="477" y="1"/>
                      <a:pt x="4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2" name="Google Shape;5602;p35"/>
              <p:cNvSpPr/>
              <p:nvPr/>
            </p:nvSpPr>
            <p:spPr>
              <a:xfrm>
                <a:off x="1041325" y="4397900"/>
                <a:ext cx="16725" cy="153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612" extrusionOk="0">
                    <a:moveTo>
                      <a:pt x="279" y="1"/>
                    </a:moveTo>
                    <a:cubicBezTo>
                      <a:pt x="205" y="1"/>
                      <a:pt x="126" y="44"/>
                      <a:pt x="61" y="87"/>
                    </a:cubicBezTo>
                    <a:cubicBezTo>
                      <a:pt x="31" y="147"/>
                      <a:pt x="0" y="208"/>
                      <a:pt x="0" y="299"/>
                    </a:cubicBezTo>
                    <a:cubicBezTo>
                      <a:pt x="0" y="390"/>
                      <a:pt x="31" y="451"/>
                      <a:pt x="61" y="512"/>
                    </a:cubicBezTo>
                    <a:cubicBezTo>
                      <a:pt x="136" y="562"/>
                      <a:pt x="230" y="611"/>
                      <a:pt x="312" y="611"/>
                    </a:cubicBezTo>
                    <a:cubicBezTo>
                      <a:pt x="331" y="611"/>
                      <a:pt x="348" y="609"/>
                      <a:pt x="365" y="603"/>
                    </a:cubicBezTo>
                    <a:lnTo>
                      <a:pt x="487" y="542"/>
                    </a:lnTo>
                    <a:cubicBezTo>
                      <a:pt x="547" y="512"/>
                      <a:pt x="578" y="512"/>
                      <a:pt x="608" y="451"/>
                    </a:cubicBezTo>
                    <a:cubicBezTo>
                      <a:pt x="639" y="421"/>
                      <a:pt x="669" y="360"/>
                      <a:pt x="669" y="299"/>
                    </a:cubicBezTo>
                    <a:cubicBezTo>
                      <a:pt x="669" y="269"/>
                      <a:pt x="669" y="208"/>
                      <a:pt x="639" y="178"/>
                    </a:cubicBezTo>
                    <a:cubicBezTo>
                      <a:pt x="608" y="117"/>
                      <a:pt x="547" y="87"/>
                      <a:pt x="487" y="56"/>
                    </a:cubicBezTo>
                    <a:lnTo>
                      <a:pt x="365" y="26"/>
                    </a:lnTo>
                    <a:cubicBezTo>
                      <a:pt x="338" y="8"/>
                      <a:pt x="309" y="1"/>
                      <a:pt x="2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3" name="Google Shape;5603;p35"/>
              <p:cNvSpPr/>
              <p:nvPr/>
            </p:nvSpPr>
            <p:spPr>
              <a:xfrm>
                <a:off x="1077025" y="4421325"/>
                <a:ext cx="612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183" extrusionOk="0">
                    <a:moveTo>
                      <a:pt x="122" y="1"/>
                    </a:moveTo>
                    <a:cubicBezTo>
                      <a:pt x="1" y="1"/>
                      <a:pt x="1" y="183"/>
                      <a:pt x="122" y="183"/>
                    </a:cubicBezTo>
                    <a:cubicBezTo>
                      <a:pt x="244" y="183"/>
                      <a:pt x="244" y="1"/>
                      <a:pt x="1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4" name="Google Shape;5604;p35"/>
              <p:cNvSpPr/>
              <p:nvPr/>
            </p:nvSpPr>
            <p:spPr>
              <a:xfrm>
                <a:off x="1198625" y="4435000"/>
                <a:ext cx="1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365" y="1"/>
                    </a:moveTo>
                    <a:cubicBezTo>
                      <a:pt x="0" y="1"/>
                      <a:pt x="0" y="548"/>
                      <a:pt x="365" y="548"/>
                    </a:cubicBezTo>
                    <a:cubicBezTo>
                      <a:pt x="730" y="548"/>
                      <a:pt x="730" y="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5" name="Google Shape;5605;p35"/>
              <p:cNvSpPr/>
              <p:nvPr/>
            </p:nvSpPr>
            <p:spPr>
              <a:xfrm>
                <a:off x="1455450" y="4427400"/>
                <a:ext cx="15225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457" extrusionOk="0">
                    <a:moveTo>
                      <a:pt x="305" y="1"/>
                    </a:moveTo>
                    <a:cubicBezTo>
                      <a:pt x="1" y="1"/>
                      <a:pt x="1" y="457"/>
                      <a:pt x="305" y="457"/>
                    </a:cubicBezTo>
                    <a:cubicBezTo>
                      <a:pt x="609" y="457"/>
                      <a:pt x="609" y="1"/>
                      <a:pt x="3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6" name="Google Shape;5606;p35"/>
              <p:cNvSpPr/>
              <p:nvPr/>
            </p:nvSpPr>
            <p:spPr>
              <a:xfrm>
                <a:off x="1594525" y="4429675"/>
                <a:ext cx="205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0" extrusionOk="0">
                    <a:moveTo>
                      <a:pt x="395" y="1"/>
                    </a:moveTo>
                    <a:cubicBezTo>
                      <a:pt x="0" y="1"/>
                      <a:pt x="0" y="639"/>
                      <a:pt x="395" y="639"/>
                    </a:cubicBezTo>
                    <a:cubicBezTo>
                      <a:pt x="821" y="639"/>
                      <a:pt x="821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7" name="Google Shape;5607;p35"/>
              <p:cNvSpPr/>
              <p:nvPr/>
            </p:nvSpPr>
            <p:spPr>
              <a:xfrm>
                <a:off x="1768525" y="4433475"/>
                <a:ext cx="21325" cy="1772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709" extrusionOk="0">
                    <a:moveTo>
                      <a:pt x="366" y="1"/>
                    </a:moveTo>
                    <a:cubicBezTo>
                      <a:pt x="275" y="1"/>
                      <a:pt x="183" y="31"/>
                      <a:pt x="123" y="92"/>
                    </a:cubicBezTo>
                    <a:cubicBezTo>
                      <a:pt x="62" y="153"/>
                      <a:pt x="1" y="274"/>
                      <a:pt x="1" y="366"/>
                    </a:cubicBezTo>
                    <a:cubicBezTo>
                      <a:pt x="31" y="457"/>
                      <a:pt x="62" y="548"/>
                      <a:pt x="123" y="609"/>
                    </a:cubicBezTo>
                    <a:cubicBezTo>
                      <a:pt x="172" y="658"/>
                      <a:pt x="242" y="708"/>
                      <a:pt x="316" y="708"/>
                    </a:cubicBezTo>
                    <a:cubicBezTo>
                      <a:pt x="332" y="708"/>
                      <a:pt x="349" y="706"/>
                      <a:pt x="366" y="700"/>
                    </a:cubicBezTo>
                    <a:lnTo>
                      <a:pt x="487" y="700"/>
                    </a:lnTo>
                    <a:cubicBezTo>
                      <a:pt x="609" y="700"/>
                      <a:pt x="670" y="670"/>
                      <a:pt x="761" y="609"/>
                    </a:cubicBezTo>
                    <a:cubicBezTo>
                      <a:pt x="822" y="548"/>
                      <a:pt x="852" y="426"/>
                      <a:pt x="852" y="335"/>
                    </a:cubicBezTo>
                    <a:cubicBezTo>
                      <a:pt x="852" y="274"/>
                      <a:pt x="822" y="153"/>
                      <a:pt x="761" y="92"/>
                    </a:cubicBezTo>
                    <a:cubicBezTo>
                      <a:pt x="670" y="31"/>
                      <a:pt x="609" y="1"/>
                      <a:pt x="4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8" name="Google Shape;5608;p35"/>
              <p:cNvSpPr/>
              <p:nvPr/>
            </p:nvSpPr>
            <p:spPr>
              <a:xfrm>
                <a:off x="1961550" y="4438425"/>
                <a:ext cx="182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39" extrusionOk="0">
                    <a:moveTo>
                      <a:pt x="308" y="1"/>
                    </a:moveTo>
                    <a:cubicBezTo>
                      <a:pt x="251" y="1"/>
                      <a:pt x="198" y="16"/>
                      <a:pt x="152" y="46"/>
                    </a:cubicBezTo>
                    <a:cubicBezTo>
                      <a:pt x="61" y="107"/>
                      <a:pt x="0" y="228"/>
                      <a:pt x="0" y="320"/>
                    </a:cubicBezTo>
                    <a:cubicBezTo>
                      <a:pt x="0" y="441"/>
                      <a:pt x="61" y="563"/>
                      <a:pt x="152" y="593"/>
                    </a:cubicBezTo>
                    <a:cubicBezTo>
                      <a:pt x="198" y="624"/>
                      <a:pt x="251" y="639"/>
                      <a:pt x="308" y="639"/>
                    </a:cubicBezTo>
                    <a:cubicBezTo>
                      <a:pt x="365" y="639"/>
                      <a:pt x="426" y="624"/>
                      <a:pt x="487" y="593"/>
                    </a:cubicBezTo>
                    <a:cubicBezTo>
                      <a:pt x="487" y="593"/>
                      <a:pt x="517" y="593"/>
                      <a:pt x="548" y="563"/>
                    </a:cubicBezTo>
                    <a:cubicBezTo>
                      <a:pt x="730" y="472"/>
                      <a:pt x="730" y="198"/>
                      <a:pt x="548" y="76"/>
                    </a:cubicBezTo>
                    <a:cubicBezTo>
                      <a:pt x="517" y="76"/>
                      <a:pt x="487" y="76"/>
                      <a:pt x="487" y="46"/>
                    </a:cubicBezTo>
                    <a:cubicBezTo>
                      <a:pt x="426" y="16"/>
                      <a:pt x="365" y="1"/>
                      <a:pt x="3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9" name="Google Shape;5609;p35"/>
              <p:cNvSpPr/>
              <p:nvPr/>
            </p:nvSpPr>
            <p:spPr>
              <a:xfrm>
                <a:off x="1988900" y="4250350"/>
                <a:ext cx="25100" cy="1902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761" extrusionOk="0">
                    <a:moveTo>
                      <a:pt x="487" y="1"/>
                    </a:moveTo>
                    <a:cubicBezTo>
                      <a:pt x="1" y="1"/>
                      <a:pt x="1" y="760"/>
                      <a:pt x="487" y="760"/>
                    </a:cubicBezTo>
                    <a:cubicBezTo>
                      <a:pt x="1004" y="760"/>
                      <a:pt x="1004" y="1"/>
                      <a:pt x="4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0" name="Google Shape;5610;p35"/>
              <p:cNvSpPr/>
              <p:nvPr/>
            </p:nvSpPr>
            <p:spPr>
              <a:xfrm>
                <a:off x="1912150" y="4195650"/>
                <a:ext cx="2357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943" h="730" extrusionOk="0">
                    <a:moveTo>
                      <a:pt x="457" y="0"/>
                    </a:moveTo>
                    <a:cubicBezTo>
                      <a:pt x="1" y="0"/>
                      <a:pt x="1" y="730"/>
                      <a:pt x="457" y="730"/>
                    </a:cubicBezTo>
                    <a:cubicBezTo>
                      <a:pt x="943" y="730"/>
                      <a:pt x="943" y="0"/>
                      <a:pt x="4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1" name="Google Shape;5611;p35"/>
              <p:cNvSpPr/>
              <p:nvPr/>
            </p:nvSpPr>
            <p:spPr>
              <a:xfrm>
                <a:off x="1995750" y="41834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1" y="609"/>
                      <a:pt x="791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2" name="Google Shape;5612;p35"/>
              <p:cNvSpPr/>
              <p:nvPr/>
            </p:nvSpPr>
            <p:spPr>
              <a:xfrm>
                <a:off x="1900000" y="413332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6" y="1"/>
                    </a:moveTo>
                    <a:cubicBezTo>
                      <a:pt x="0" y="1"/>
                      <a:pt x="0" y="609"/>
                      <a:pt x="396" y="609"/>
                    </a:cubicBezTo>
                    <a:cubicBezTo>
                      <a:pt x="791" y="609"/>
                      <a:pt x="791" y="1"/>
                      <a:pt x="3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3" name="Google Shape;5613;p35"/>
              <p:cNvSpPr/>
              <p:nvPr/>
            </p:nvSpPr>
            <p:spPr>
              <a:xfrm>
                <a:off x="1792100" y="4112800"/>
                <a:ext cx="258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22" extrusionOk="0">
                    <a:moveTo>
                      <a:pt x="517" y="1"/>
                    </a:moveTo>
                    <a:cubicBezTo>
                      <a:pt x="0" y="1"/>
                      <a:pt x="0" y="822"/>
                      <a:pt x="517" y="822"/>
                    </a:cubicBezTo>
                    <a:cubicBezTo>
                      <a:pt x="1034" y="822"/>
                      <a:pt x="1034" y="1"/>
                      <a:pt x="5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4" name="Google Shape;5614;p35"/>
              <p:cNvSpPr/>
              <p:nvPr/>
            </p:nvSpPr>
            <p:spPr>
              <a:xfrm>
                <a:off x="1659100" y="4109150"/>
                <a:ext cx="20550" cy="183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33" extrusionOk="0">
                    <a:moveTo>
                      <a:pt x="373" y="1"/>
                    </a:moveTo>
                    <a:cubicBezTo>
                      <a:pt x="189" y="1"/>
                      <a:pt x="1" y="155"/>
                      <a:pt x="1" y="360"/>
                    </a:cubicBezTo>
                    <a:cubicBezTo>
                      <a:pt x="1" y="574"/>
                      <a:pt x="206" y="733"/>
                      <a:pt x="398" y="733"/>
                    </a:cubicBezTo>
                    <a:cubicBezTo>
                      <a:pt x="450" y="733"/>
                      <a:pt x="502" y="720"/>
                      <a:pt x="548" y="694"/>
                    </a:cubicBezTo>
                    <a:lnTo>
                      <a:pt x="639" y="633"/>
                    </a:lnTo>
                    <a:cubicBezTo>
                      <a:pt x="730" y="573"/>
                      <a:pt x="822" y="481"/>
                      <a:pt x="822" y="360"/>
                    </a:cubicBezTo>
                    <a:cubicBezTo>
                      <a:pt x="822" y="238"/>
                      <a:pt x="730" y="147"/>
                      <a:pt x="639" y="117"/>
                    </a:cubicBezTo>
                    <a:lnTo>
                      <a:pt x="548" y="56"/>
                    </a:lnTo>
                    <a:cubicBezTo>
                      <a:pt x="495" y="18"/>
                      <a:pt x="434" y="1"/>
                      <a:pt x="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5" name="Google Shape;5615;p35"/>
              <p:cNvSpPr/>
              <p:nvPr/>
            </p:nvSpPr>
            <p:spPr>
              <a:xfrm>
                <a:off x="1631000" y="4060375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5" y="1"/>
                    </a:moveTo>
                    <a:cubicBezTo>
                      <a:pt x="0" y="1"/>
                      <a:pt x="0" y="639"/>
                      <a:pt x="395" y="639"/>
                    </a:cubicBezTo>
                    <a:cubicBezTo>
                      <a:pt x="821" y="639"/>
                      <a:pt x="821" y="1"/>
                      <a:pt x="3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6" name="Google Shape;5616;p35"/>
              <p:cNvSpPr/>
              <p:nvPr/>
            </p:nvSpPr>
            <p:spPr>
              <a:xfrm>
                <a:off x="1527650" y="4117375"/>
                <a:ext cx="258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1" extrusionOk="0">
                    <a:moveTo>
                      <a:pt x="517" y="0"/>
                    </a:moveTo>
                    <a:cubicBezTo>
                      <a:pt x="1" y="0"/>
                      <a:pt x="1" y="791"/>
                      <a:pt x="517" y="791"/>
                    </a:cubicBezTo>
                    <a:cubicBezTo>
                      <a:pt x="1034" y="79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7" name="Google Shape;5617;p35"/>
              <p:cNvSpPr/>
              <p:nvPr/>
            </p:nvSpPr>
            <p:spPr>
              <a:xfrm>
                <a:off x="1508650" y="4223750"/>
                <a:ext cx="9900" cy="84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36" extrusionOk="0">
                    <a:moveTo>
                      <a:pt x="183" y="1"/>
                    </a:moveTo>
                    <a:cubicBezTo>
                      <a:pt x="1" y="1"/>
                      <a:pt x="1" y="335"/>
                      <a:pt x="183" y="335"/>
                    </a:cubicBezTo>
                    <a:cubicBezTo>
                      <a:pt x="396" y="335"/>
                      <a:pt x="396" y="1"/>
                      <a:pt x="18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8" name="Google Shape;5618;p35"/>
              <p:cNvSpPr/>
              <p:nvPr/>
            </p:nvSpPr>
            <p:spPr>
              <a:xfrm>
                <a:off x="1590725" y="4143200"/>
                <a:ext cx="18250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30" y="578"/>
                      <a:pt x="730" y="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9" name="Google Shape;5619;p35"/>
              <p:cNvSpPr/>
              <p:nvPr/>
            </p:nvSpPr>
            <p:spPr>
              <a:xfrm>
                <a:off x="1551200" y="4055825"/>
                <a:ext cx="1902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9" extrusionOk="0">
                    <a:moveTo>
                      <a:pt x="244" y="0"/>
                    </a:moveTo>
                    <a:cubicBezTo>
                      <a:pt x="183" y="31"/>
                      <a:pt x="122" y="61"/>
                      <a:pt x="92" y="92"/>
                    </a:cubicBezTo>
                    <a:cubicBezTo>
                      <a:pt x="31" y="152"/>
                      <a:pt x="1" y="213"/>
                      <a:pt x="1" y="304"/>
                    </a:cubicBezTo>
                    <a:cubicBezTo>
                      <a:pt x="1" y="395"/>
                      <a:pt x="31" y="456"/>
                      <a:pt x="92" y="517"/>
                    </a:cubicBezTo>
                    <a:cubicBezTo>
                      <a:pt x="122" y="578"/>
                      <a:pt x="183" y="578"/>
                      <a:pt x="244" y="608"/>
                    </a:cubicBezTo>
                    <a:lnTo>
                      <a:pt x="396" y="608"/>
                    </a:lnTo>
                    <a:lnTo>
                      <a:pt x="548" y="578"/>
                    </a:lnTo>
                    <a:lnTo>
                      <a:pt x="639" y="547"/>
                    </a:lnTo>
                    <a:cubicBezTo>
                      <a:pt x="669" y="547"/>
                      <a:pt x="700" y="517"/>
                      <a:pt x="700" y="487"/>
                    </a:cubicBezTo>
                    <a:cubicBezTo>
                      <a:pt x="730" y="426"/>
                      <a:pt x="761" y="365"/>
                      <a:pt x="761" y="304"/>
                    </a:cubicBezTo>
                    <a:cubicBezTo>
                      <a:pt x="761" y="274"/>
                      <a:pt x="761" y="213"/>
                      <a:pt x="730" y="152"/>
                    </a:cubicBezTo>
                    <a:cubicBezTo>
                      <a:pt x="700" y="122"/>
                      <a:pt x="609" y="31"/>
                      <a:pt x="548" y="31"/>
                    </a:cubicBezTo>
                    <a:lnTo>
                      <a:pt x="3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0" name="Google Shape;5620;p35"/>
              <p:cNvSpPr/>
              <p:nvPr/>
            </p:nvSpPr>
            <p:spPr>
              <a:xfrm>
                <a:off x="1744225" y="3967675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43" y="0"/>
                    </a:moveTo>
                    <a:cubicBezTo>
                      <a:pt x="0" y="0"/>
                      <a:pt x="0" y="396"/>
                      <a:pt x="243" y="396"/>
                    </a:cubicBezTo>
                    <a:cubicBezTo>
                      <a:pt x="517" y="396"/>
                      <a:pt x="517" y="0"/>
                      <a:pt x="2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1" name="Google Shape;5621;p35"/>
              <p:cNvSpPr/>
              <p:nvPr/>
            </p:nvSpPr>
            <p:spPr>
              <a:xfrm>
                <a:off x="1864275" y="4079375"/>
                <a:ext cx="1827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579" extrusionOk="0">
                    <a:moveTo>
                      <a:pt x="366" y="1"/>
                    </a:moveTo>
                    <a:cubicBezTo>
                      <a:pt x="1" y="1"/>
                      <a:pt x="1" y="578"/>
                      <a:pt x="366" y="578"/>
                    </a:cubicBezTo>
                    <a:cubicBezTo>
                      <a:pt x="730" y="578"/>
                      <a:pt x="730" y="1"/>
                      <a:pt x="3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22" name="Google Shape;5622;p35"/>
            <p:cNvSpPr/>
            <p:nvPr/>
          </p:nvSpPr>
          <p:spPr>
            <a:xfrm flipH="1">
              <a:off x="2287794" y="4771442"/>
              <a:ext cx="762601" cy="787150"/>
            </a:xfrm>
            <a:custGeom>
              <a:avLst/>
              <a:gdLst/>
              <a:ahLst/>
              <a:cxnLst/>
              <a:rect l="l" t="t" r="r" b="b"/>
              <a:pathLst>
                <a:path w="46628" h="48129" extrusionOk="0">
                  <a:moveTo>
                    <a:pt x="26272" y="1"/>
                  </a:moveTo>
                  <a:cubicBezTo>
                    <a:pt x="19508" y="1"/>
                    <a:pt x="12739" y="1936"/>
                    <a:pt x="7053" y="5590"/>
                  </a:cubicBezTo>
                  <a:cubicBezTo>
                    <a:pt x="1642" y="9085"/>
                    <a:pt x="4043" y="10423"/>
                    <a:pt x="3527" y="15772"/>
                  </a:cubicBezTo>
                  <a:cubicBezTo>
                    <a:pt x="3131" y="19997"/>
                    <a:pt x="1" y="25347"/>
                    <a:pt x="3101" y="29238"/>
                  </a:cubicBezTo>
                  <a:lnTo>
                    <a:pt x="3131" y="29238"/>
                  </a:lnTo>
                  <a:cubicBezTo>
                    <a:pt x="4317" y="30727"/>
                    <a:pt x="6262" y="31517"/>
                    <a:pt x="7205" y="33189"/>
                  </a:cubicBezTo>
                  <a:cubicBezTo>
                    <a:pt x="7843" y="34344"/>
                    <a:pt x="7904" y="35712"/>
                    <a:pt x="8086" y="37019"/>
                  </a:cubicBezTo>
                  <a:cubicBezTo>
                    <a:pt x="8542" y="40119"/>
                    <a:pt x="9788" y="43189"/>
                    <a:pt x="12068" y="45347"/>
                  </a:cubicBezTo>
                  <a:cubicBezTo>
                    <a:pt x="13805" y="46992"/>
                    <a:pt x="16179" y="48037"/>
                    <a:pt x="18542" y="48037"/>
                  </a:cubicBezTo>
                  <a:cubicBezTo>
                    <a:pt x="19279" y="48037"/>
                    <a:pt x="20015" y="47935"/>
                    <a:pt x="20731" y="47718"/>
                  </a:cubicBezTo>
                  <a:cubicBezTo>
                    <a:pt x="23567" y="46850"/>
                    <a:pt x="25990" y="44355"/>
                    <a:pt x="28892" y="44355"/>
                  </a:cubicBezTo>
                  <a:cubicBezTo>
                    <a:pt x="29038" y="44355"/>
                    <a:pt x="29185" y="44362"/>
                    <a:pt x="29333" y="44375"/>
                  </a:cubicBezTo>
                  <a:cubicBezTo>
                    <a:pt x="32403" y="44679"/>
                    <a:pt x="34591" y="47840"/>
                    <a:pt x="37661" y="48113"/>
                  </a:cubicBezTo>
                  <a:cubicBezTo>
                    <a:pt x="37787" y="48124"/>
                    <a:pt x="37912" y="48129"/>
                    <a:pt x="38037" y="48129"/>
                  </a:cubicBezTo>
                  <a:cubicBezTo>
                    <a:pt x="40115" y="48129"/>
                    <a:pt x="42044" y="46730"/>
                    <a:pt x="43163" y="44952"/>
                  </a:cubicBezTo>
                  <a:cubicBezTo>
                    <a:pt x="44348" y="43098"/>
                    <a:pt x="44804" y="40849"/>
                    <a:pt x="45138" y="38660"/>
                  </a:cubicBezTo>
                  <a:cubicBezTo>
                    <a:pt x="46324" y="31001"/>
                    <a:pt x="46628" y="23189"/>
                    <a:pt x="46050" y="15468"/>
                  </a:cubicBezTo>
                  <a:cubicBezTo>
                    <a:pt x="45777" y="11821"/>
                    <a:pt x="45199" y="7930"/>
                    <a:pt x="42737" y="5195"/>
                  </a:cubicBezTo>
                  <a:cubicBezTo>
                    <a:pt x="40974" y="3219"/>
                    <a:pt x="38421" y="2125"/>
                    <a:pt x="35898" y="1365"/>
                  </a:cubicBezTo>
                  <a:cubicBezTo>
                    <a:pt x="32771" y="447"/>
                    <a:pt x="29522" y="1"/>
                    <a:pt x="262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3" name="Google Shape;5623;p35"/>
            <p:cNvSpPr/>
            <p:nvPr/>
          </p:nvSpPr>
          <p:spPr>
            <a:xfrm rot="3982334" flipH="1">
              <a:off x="5973201" y="4458901"/>
              <a:ext cx="805367" cy="1090571"/>
            </a:xfrm>
            <a:custGeom>
              <a:avLst/>
              <a:gdLst/>
              <a:ahLst/>
              <a:cxnLst/>
              <a:rect l="l" t="t" r="r" b="b"/>
              <a:pathLst>
                <a:path w="31739" h="42977" extrusionOk="0">
                  <a:moveTo>
                    <a:pt x="2341" y="25"/>
                  </a:moveTo>
                  <a:cubicBezTo>
                    <a:pt x="1031" y="25"/>
                    <a:pt x="1" y="1830"/>
                    <a:pt x="826" y="2949"/>
                  </a:cubicBezTo>
                  <a:cubicBezTo>
                    <a:pt x="1950" y="4469"/>
                    <a:pt x="2771" y="5380"/>
                    <a:pt x="4686" y="6019"/>
                  </a:cubicBezTo>
                  <a:cubicBezTo>
                    <a:pt x="6115" y="6475"/>
                    <a:pt x="7725" y="6687"/>
                    <a:pt x="9245" y="6748"/>
                  </a:cubicBezTo>
                  <a:cubicBezTo>
                    <a:pt x="9368" y="6753"/>
                    <a:pt x="9492" y="6755"/>
                    <a:pt x="9617" y="6755"/>
                  </a:cubicBezTo>
                  <a:cubicBezTo>
                    <a:pt x="11270" y="6755"/>
                    <a:pt x="13089" y="6354"/>
                    <a:pt x="14830" y="6354"/>
                  </a:cubicBezTo>
                  <a:cubicBezTo>
                    <a:pt x="16208" y="6354"/>
                    <a:pt x="17538" y="6606"/>
                    <a:pt x="18698" y="7508"/>
                  </a:cubicBezTo>
                  <a:cubicBezTo>
                    <a:pt x="19701" y="8298"/>
                    <a:pt x="20340" y="9545"/>
                    <a:pt x="21282" y="10426"/>
                  </a:cubicBezTo>
                  <a:cubicBezTo>
                    <a:pt x="22376" y="11429"/>
                    <a:pt x="23835" y="11429"/>
                    <a:pt x="24960" y="12371"/>
                  </a:cubicBezTo>
                  <a:cubicBezTo>
                    <a:pt x="27452" y="14408"/>
                    <a:pt x="27665" y="18359"/>
                    <a:pt x="27726" y="21308"/>
                  </a:cubicBezTo>
                  <a:cubicBezTo>
                    <a:pt x="27817" y="24773"/>
                    <a:pt x="25963" y="27053"/>
                    <a:pt x="24777" y="30092"/>
                  </a:cubicBezTo>
                  <a:cubicBezTo>
                    <a:pt x="24170" y="31673"/>
                    <a:pt x="24078" y="33162"/>
                    <a:pt x="22741" y="34347"/>
                  </a:cubicBezTo>
                  <a:cubicBezTo>
                    <a:pt x="21677" y="35259"/>
                    <a:pt x="20340" y="35989"/>
                    <a:pt x="19063" y="36536"/>
                  </a:cubicBezTo>
                  <a:cubicBezTo>
                    <a:pt x="17665" y="37113"/>
                    <a:pt x="16206" y="37569"/>
                    <a:pt x="14777" y="38086"/>
                  </a:cubicBezTo>
                  <a:cubicBezTo>
                    <a:pt x="13258" y="38633"/>
                    <a:pt x="11616" y="39332"/>
                    <a:pt x="10005" y="39424"/>
                  </a:cubicBezTo>
                  <a:cubicBezTo>
                    <a:pt x="7786" y="39575"/>
                    <a:pt x="5689" y="39940"/>
                    <a:pt x="4382" y="41946"/>
                  </a:cubicBezTo>
                  <a:cubicBezTo>
                    <a:pt x="4060" y="42453"/>
                    <a:pt x="4539" y="42977"/>
                    <a:pt x="5029" y="42977"/>
                  </a:cubicBezTo>
                  <a:cubicBezTo>
                    <a:pt x="5186" y="42977"/>
                    <a:pt x="5343" y="42923"/>
                    <a:pt x="5476" y="42797"/>
                  </a:cubicBezTo>
                  <a:cubicBezTo>
                    <a:pt x="6449" y="41886"/>
                    <a:pt x="7695" y="41673"/>
                    <a:pt x="8941" y="41642"/>
                  </a:cubicBezTo>
                  <a:cubicBezTo>
                    <a:pt x="9108" y="41642"/>
                    <a:pt x="9279" y="41640"/>
                    <a:pt x="9452" y="41640"/>
                  </a:cubicBezTo>
                  <a:cubicBezTo>
                    <a:pt x="9969" y="41640"/>
                    <a:pt x="10499" y="41658"/>
                    <a:pt x="10978" y="41794"/>
                  </a:cubicBezTo>
                  <a:cubicBezTo>
                    <a:pt x="11677" y="41977"/>
                    <a:pt x="12224" y="42341"/>
                    <a:pt x="12923" y="42493"/>
                  </a:cubicBezTo>
                  <a:cubicBezTo>
                    <a:pt x="13928" y="42697"/>
                    <a:pt x="14926" y="42798"/>
                    <a:pt x="15914" y="42798"/>
                  </a:cubicBezTo>
                  <a:cubicBezTo>
                    <a:pt x="17733" y="42798"/>
                    <a:pt x="19518" y="42453"/>
                    <a:pt x="21252" y="41764"/>
                  </a:cubicBezTo>
                  <a:cubicBezTo>
                    <a:pt x="23714" y="40791"/>
                    <a:pt x="26753" y="39424"/>
                    <a:pt x="28182" y="37113"/>
                  </a:cubicBezTo>
                  <a:cubicBezTo>
                    <a:pt x="28881" y="35958"/>
                    <a:pt x="29154" y="34651"/>
                    <a:pt x="29246" y="33344"/>
                  </a:cubicBezTo>
                  <a:cubicBezTo>
                    <a:pt x="29367" y="31794"/>
                    <a:pt x="29641" y="30518"/>
                    <a:pt x="30127" y="29059"/>
                  </a:cubicBezTo>
                  <a:cubicBezTo>
                    <a:pt x="31738" y="24074"/>
                    <a:pt x="31525" y="18481"/>
                    <a:pt x="28486" y="14074"/>
                  </a:cubicBezTo>
                  <a:cubicBezTo>
                    <a:pt x="27209" y="12250"/>
                    <a:pt x="25781" y="11034"/>
                    <a:pt x="23774" y="10031"/>
                  </a:cubicBezTo>
                  <a:cubicBezTo>
                    <a:pt x="21799" y="9058"/>
                    <a:pt x="20005" y="6809"/>
                    <a:pt x="19002" y="4833"/>
                  </a:cubicBezTo>
                  <a:cubicBezTo>
                    <a:pt x="17665" y="2189"/>
                    <a:pt x="14717" y="1277"/>
                    <a:pt x="11890" y="1216"/>
                  </a:cubicBezTo>
                  <a:cubicBezTo>
                    <a:pt x="11668" y="1212"/>
                    <a:pt x="11449" y="1211"/>
                    <a:pt x="11232" y="1211"/>
                  </a:cubicBezTo>
                  <a:cubicBezTo>
                    <a:pt x="10943" y="1211"/>
                    <a:pt x="10657" y="1213"/>
                    <a:pt x="10373" y="1213"/>
                  </a:cubicBezTo>
                  <a:cubicBezTo>
                    <a:pt x="9380" y="1213"/>
                    <a:pt x="8414" y="1186"/>
                    <a:pt x="7422" y="943"/>
                  </a:cubicBezTo>
                  <a:cubicBezTo>
                    <a:pt x="6570" y="730"/>
                    <a:pt x="5780" y="396"/>
                    <a:pt x="4929" y="213"/>
                  </a:cubicBezTo>
                  <a:cubicBezTo>
                    <a:pt x="4108" y="0"/>
                    <a:pt x="3318" y="122"/>
                    <a:pt x="2467" y="31"/>
                  </a:cubicBezTo>
                  <a:cubicBezTo>
                    <a:pt x="2425" y="27"/>
                    <a:pt x="2383" y="25"/>
                    <a:pt x="2341" y="2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4" name="Google Shape;5624;p35"/>
            <p:cNvSpPr/>
            <p:nvPr/>
          </p:nvSpPr>
          <p:spPr>
            <a:xfrm flipH="1">
              <a:off x="2354491" y="4846250"/>
              <a:ext cx="583154" cy="637502"/>
            </a:xfrm>
            <a:custGeom>
              <a:avLst/>
              <a:gdLst/>
              <a:ahLst/>
              <a:cxnLst/>
              <a:rect l="l" t="t" r="r" b="b"/>
              <a:pathLst>
                <a:path w="35656" h="38979" extrusionOk="0">
                  <a:moveTo>
                    <a:pt x="20065" y="0"/>
                  </a:moveTo>
                  <a:cubicBezTo>
                    <a:pt x="18350" y="0"/>
                    <a:pt x="16674" y="196"/>
                    <a:pt x="15199" y="679"/>
                  </a:cubicBezTo>
                  <a:cubicBezTo>
                    <a:pt x="7296" y="3293"/>
                    <a:pt x="1" y="14661"/>
                    <a:pt x="2949" y="22746"/>
                  </a:cubicBezTo>
                  <a:cubicBezTo>
                    <a:pt x="3284" y="23628"/>
                    <a:pt x="3709" y="24479"/>
                    <a:pt x="3892" y="25391"/>
                  </a:cubicBezTo>
                  <a:cubicBezTo>
                    <a:pt x="4074" y="26333"/>
                    <a:pt x="4013" y="27275"/>
                    <a:pt x="4135" y="28187"/>
                  </a:cubicBezTo>
                  <a:cubicBezTo>
                    <a:pt x="4530" y="31530"/>
                    <a:pt x="7296" y="34448"/>
                    <a:pt x="10609" y="34965"/>
                  </a:cubicBezTo>
                  <a:cubicBezTo>
                    <a:pt x="11104" y="35045"/>
                    <a:pt x="11604" y="35077"/>
                    <a:pt x="12105" y="35077"/>
                  </a:cubicBezTo>
                  <a:cubicBezTo>
                    <a:pt x="14157" y="35077"/>
                    <a:pt x="16246" y="34542"/>
                    <a:pt x="18264" y="34542"/>
                  </a:cubicBezTo>
                  <a:cubicBezTo>
                    <a:pt x="19143" y="34542"/>
                    <a:pt x="20009" y="34643"/>
                    <a:pt x="20852" y="34935"/>
                  </a:cubicBezTo>
                  <a:cubicBezTo>
                    <a:pt x="23712" y="35928"/>
                    <a:pt x="25826" y="38978"/>
                    <a:pt x="28849" y="38978"/>
                  </a:cubicBezTo>
                  <a:cubicBezTo>
                    <a:pt x="28878" y="38978"/>
                    <a:pt x="28908" y="38978"/>
                    <a:pt x="28938" y="38977"/>
                  </a:cubicBezTo>
                  <a:cubicBezTo>
                    <a:pt x="30944" y="38947"/>
                    <a:pt x="32676" y="37458"/>
                    <a:pt x="33619" y="35664"/>
                  </a:cubicBezTo>
                  <a:cubicBezTo>
                    <a:pt x="34530" y="33901"/>
                    <a:pt x="34743" y="31865"/>
                    <a:pt x="34926" y="29859"/>
                  </a:cubicBezTo>
                  <a:cubicBezTo>
                    <a:pt x="35473" y="24084"/>
                    <a:pt x="35655" y="18278"/>
                    <a:pt x="35534" y="12472"/>
                  </a:cubicBezTo>
                  <a:cubicBezTo>
                    <a:pt x="35412" y="6454"/>
                    <a:pt x="33345" y="2442"/>
                    <a:pt x="27266" y="953"/>
                  </a:cubicBezTo>
                  <a:cubicBezTo>
                    <a:pt x="25124" y="412"/>
                    <a:pt x="22555" y="0"/>
                    <a:pt x="20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5" name="Google Shape;5625;p35"/>
            <p:cNvSpPr/>
            <p:nvPr/>
          </p:nvSpPr>
          <p:spPr>
            <a:xfrm flipH="1">
              <a:off x="2087733" y="4609362"/>
              <a:ext cx="976851" cy="1111306"/>
            </a:xfrm>
            <a:custGeom>
              <a:avLst/>
              <a:gdLst/>
              <a:ahLst/>
              <a:cxnLst/>
              <a:rect l="l" t="t" r="r" b="b"/>
              <a:pathLst>
                <a:path w="59728" h="67949" extrusionOk="0">
                  <a:moveTo>
                    <a:pt x="30526" y="3294"/>
                  </a:moveTo>
                  <a:cubicBezTo>
                    <a:pt x="30655" y="3294"/>
                    <a:pt x="30784" y="3295"/>
                    <a:pt x="30913" y="3298"/>
                  </a:cubicBezTo>
                  <a:cubicBezTo>
                    <a:pt x="40214" y="3450"/>
                    <a:pt x="47722" y="10532"/>
                    <a:pt x="51521" y="18557"/>
                  </a:cubicBezTo>
                  <a:cubicBezTo>
                    <a:pt x="55868" y="27736"/>
                    <a:pt x="55564" y="38557"/>
                    <a:pt x="52889" y="48162"/>
                  </a:cubicBezTo>
                  <a:cubicBezTo>
                    <a:pt x="52190" y="50655"/>
                    <a:pt x="51339" y="53117"/>
                    <a:pt x="50427" y="55548"/>
                  </a:cubicBezTo>
                  <a:cubicBezTo>
                    <a:pt x="49576" y="57798"/>
                    <a:pt x="48542" y="60168"/>
                    <a:pt x="46688" y="61749"/>
                  </a:cubicBezTo>
                  <a:cubicBezTo>
                    <a:pt x="45117" y="63114"/>
                    <a:pt x="43327" y="63590"/>
                    <a:pt x="41472" y="63590"/>
                  </a:cubicBezTo>
                  <a:cubicBezTo>
                    <a:pt x="38949" y="63590"/>
                    <a:pt x="36304" y="62710"/>
                    <a:pt x="33922" y="61992"/>
                  </a:cubicBezTo>
                  <a:cubicBezTo>
                    <a:pt x="32615" y="61627"/>
                    <a:pt x="31278" y="61658"/>
                    <a:pt x="29971" y="61384"/>
                  </a:cubicBezTo>
                  <a:cubicBezTo>
                    <a:pt x="28633" y="61080"/>
                    <a:pt x="27448" y="60533"/>
                    <a:pt x="26171" y="60199"/>
                  </a:cubicBezTo>
                  <a:cubicBezTo>
                    <a:pt x="23375" y="59500"/>
                    <a:pt x="20639" y="59682"/>
                    <a:pt x="17812" y="59621"/>
                  </a:cubicBezTo>
                  <a:cubicBezTo>
                    <a:pt x="12159" y="59469"/>
                    <a:pt x="7599" y="55670"/>
                    <a:pt x="8025" y="49743"/>
                  </a:cubicBezTo>
                  <a:cubicBezTo>
                    <a:pt x="8083" y="48962"/>
                    <a:pt x="7314" y="48125"/>
                    <a:pt x="6532" y="48125"/>
                  </a:cubicBezTo>
                  <a:cubicBezTo>
                    <a:pt x="6493" y="48125"/>
                    <a:pt x="6453" y="48127"/>
                    <a:pt x="6414" y="48132"/>
                  </a:cubicBezTo>
                  <a:cubicBezTo>
                    <a:pt x="6328" y="48141"/>
                    <a:pt x="6245" y="48145"/>
                    <a:pt x="6166" y="48145"/>
                  </a:cubicBezTo>
                  <a:cubicBezTo>
                    <a:pt x="3561" y="48145"/>
                    <a:pt x="4628" y="43407"/>
                    <a:pt x="4864" y="41961"/>
                  </a:cubicBezTo>
                  <a:cubicBezTo>
                    <a:pt x="5411" y="38679"/>
                    <a:pt x="4469" y="36156"/>
                    <a:pt x="3192" y="33147"/>
                  </a:cubicBezTo>
                  <a:cubicBezTo>
                    <a:pt x="2706" y="31961"/>
                    <a:pt x="2037" y="30715"/>
                    <a:pt x="1703" y="29469"/>
                  </a:cubicBezTo>
                  <a:cubicBezTo>
                    <a:pt x="1338" y="28071"/>
                    <a:pt x="1794" y="26369"/>
                    <a:pt x="2250" y="25001"/>
                  </a:cubicBezTo>
                  <a:cubicBezTo>
                    <a:pt x="2944" y="22804"/>
                    <a:pt x="4185" y="21021"/>
                    <a:pt x="5799" y="19505"/>
                  </a:cubicBezTo>
                  <a:lnTo>
                    <a:pt x="5799" y="19505"/>
                  </a:lnTo>
                  <a:cubicBezTo>
                    <a:pt x="6299" y="19428"/>
                    <a:pt x="6768" y="19099"/>
                    <a:pt x="6935" y="18528"/>
                  </a:cubicBezTo>
                  <a:lnTo>
                    <a:pt x="6935" y="18528"/>
                  </a:lnTo>
                  <a:cubicBezTo>
                    <a:pt x="7171" y="18341"/>
                    <a:pt x="7413" y="18158"/>
                    <a:pt x="7660" y="17979"/>
                  </a:cubicBezTo>
                  <a:cubicBezTo>
                    <a:pt x="8039" y="17701"/>
                    <a:pt x="7809" y="17108"/>
                    <a:pt x="7424" y="17108"/>
                  </a:cubicBezTo>
                  <a:cubicBezTo>
                    <a:pt x="7361" y="17108"/>
                    <a:pt x="7294" y="17124"/>
                    <a:pt x="7225" y="17159"/>
                  </a:cubicBezTo>
                  <a:lnTo>
                    <a:pt x="7225" y="17159"/>
                  </a:lnTo>
                  <a:cubicBezTo>
                    <a:pt x="7891" y="15343"/>
                    <a:pt x="9776" y="13991"/>
                    <a:pt x="11186" y="12812"/>
                  </a:cubicBezTo>
                  <a:cubicBezTo>
                    <a:pt x="13192" y="11171"/>
                    <a:pt x="15229" y="9590"/>
                    <a:pt x="17387" y="8131"/>
                  </a:cubicBezTo>
                  <a:cubicBezTo>
                    <a:pt x="21325" y="5496"/>
                    <a:pt x="25695" y="3294"/>
                    <a:pt x="30526" y="3294"/>
                  </a:cubicBezTo>
                  <a:close/>
                  <a:moveTo>
                    <a:pt x="30528" y="0"/>
                  </a:moveTo>
                  <a:cubicBezTo>
                    <a:pt x="25174" y="0"/>
                    <a:pt x="20120" y="2157"/>
                    <a:pt x="15685" y="5244"/>
                  </a:cubicBezTo>
                  <a:cubicBezTo>
                    <a:pt x="13162" y="6976"/>
                    <a:pt x="10791" y="8952"/>
                    <a:pt x="8450" y="10958"/>
                  </a:cubicBezTo>
                  <a:cubicBezTo>
                    <a:pt x="6110" y="12964"/>
                    <a:pt x="4195" y="15061"/>
                    <a:pt x="4256" y="18223"/>
                  </a:cubicBezTo>
                  <a:cubicBezTo>
                    <a:pt x="4271" y="18679"/>
                    <a:pt x="4452" y="19013"/>
                    <a:pt x="4714" y="19228"/>
                  </a:cubicBezTo>
                  <a:lnTo>
                    <a:pt x="4714" y="19228"/>
                  </a:lnTo>
                  <a:cubicBezTo>
                    <a:pt x="3371" y="20680"/>
                    <a:pt x="2352" y="22446"/>
                    <a:pt x="1642" y="24302"/>
                  </a:cubicBezTo>
                  <a:cubicBezTo>
                    <a:pt x="1034" y="25943"/>
                    <a:pt x="973" y="27554"/>
                    <a:pt x="608" y="29226"/>
                  </a:cubicBezTo>
                  <a:cubicBezTo>
                    <a:pt x="274" y="30928"/>
                    <a:pt x="0" y="32356"/>
                    <a:pt x="456" y="34089"/>
                  </a:cubicBezTo>
                  <a:cubicBezTo>
                    <a:pt x="699" y="35092"/>
                    <a:pt x="1064" y="36034"/>
                    <a:pt x="1247" y="37037"/>
                  </a:cubicBezTo>
                  <a:cubicBezTo>
                    <a:pt x="1459" y="38314"/>
                    <a:pt x="1247" y="39317"/>
                    <a:pt x="973" y="40563"/>
                  </a:cubicBezTo>
                  <a:cubicBezTo>
                    <a:pt x="608" y="42357"/>
                    <a:pt x="31" y="44302"/>
                    <a:pt x="304" y="46156"/>
                  </a:cubicBezTo>
                  <a:cubicBezTo>
                    <a:pt x="665" y="48587"/>
                    <a:pt x="2571" y="50790"/>
                    <a:pt x="4918" y="51284"/>
                  </a:cubicBezTo>
                  <a:lnTo>
                    <a:pt x="4918" y="51284"/>
                  </a:lnTo>
                  <a:cubicBezTo>
                    <a:pt x="5568" y="55299"/>
                    <a:pt x="8291" y="58979"/>
                    <a:pt x="12067" y="60624"/>
                  </a:cubicBezTo>
                  <a:cubicBezTo>
                    <a:pt x="14077" y="61510"/>
                    <a:pt x="16205" y="61666"/>
                    <a:pt x="18356" y="61666"/>
                  </a:cubicBezTo>
                  <a:cubicBezTo>
                    <a:pt x="19531" y="61666"/>
                    <a:pt x="20713" y="61620"/>
                    <a:pt x="21886" y="61620"/>
                  </a:cubicBezTo>
                  <a:cubicBezTo>
                    <a:pt x="24611" y="61620"/>
                    <a:pt x="27289" y="61871"/>
                    <a:pt x="29727" y="63542"/>
                  </a:cubicBezTo>
                  <a:cubicBezTo>
                    <a:pt x="31004" y="64393"/>
                    <a:pt x="31916" y="65305"/>
                    <a:pt x="33314" y="65944"/>
                  </a:cubicBezTo>
                  <a:cubicBezTo>
                    <a:pt x="34591" y="66521"/>
                    <a:pt x="35837" y="67038"/>
                    <a:pt x="37205" y="67372"/>
                  </a:cubicBezTo>
                  <a:cubicBezTo>
                    <a:pt x="38663" y="67728"/>
                    <a:pt x="40183" y="67948"/>
                    <a:pt x="41705" y="67948"/>
                  </a:cubicBezTo>
                  <a:cubicBezTo>
                    <a:pt x="42785" y="67948"/>
                    <a:pt x="43866" y="67837"/>
                    <a:pt x="44925" y="67585"/>
                  </a:cubicBezTo>
                  <a:cubicBezTo>
                    <a:pt x="50761" y="66187"/>
                    <a:pt x="52585" y="60594"/>
                    <a:pt x="54165" y="55487"/>
                  </a:cubicBezTo>
                  <a:cubicBezTo>
                    <a:pt x="57722" y="44089"/>
                    <a:pt x="59728" y="31171"/>
                    <a:pt x="55351" y="19712"/>
                  </a:cubicBezTo>
                  <a:cubicBezTo>
                    <a:pt x="51703" y="10168"/>
                    <a:pt x="43831" y="1687"/>
                    <a:pt x="33314" y="198"/>
                  </a:cubicBezTo>
                  <a:cubicBezTo>
                    <a:pt x="32377" y="64"/>
                    <a:pt x="31448" y="0"/>
                    <a:pt x="305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6" name="Google Shape;5626;p35"/>
            <p:cNvSpPr/>
            <p:nvPr/>
          </p:nvSpPr>
          <p:spPr>
            <a:xfrm rot="3981663" flipH="1">
              <a:off x="6166071" y="4835713"/>
              <a:ext cx="543598" cy="658617"/>
            </a:xfrm>
            <a:custGeom>
              <a:avLst/>
              <a:gdLst/>
              <a:ahLst/>
              <a:cxnLst/>
              <a:rect l="l" t="t" r="r" b="b"/>
              <a:pathLst>
                <a:path w="31739" h="42977" extrusionOk="0">
                  <a:moveTo>
                    <a:pt x="2341" y="25"/>
                  </a:moveTo>
                  <a:cubicBezTo>
                    <a:pt x="1031" y="25"/>
                    <a:pt x="1" y="1830"/>
                    <a:pt x="826" y="2949"/>
                  </a:cubicBezTo>
                  <a:cubicBezTo>
                    <a:pt x="1950" y="4469"/>
                    <a:pt x="2771" y="5380"/>
                    <a:pt x="4686" y="6019"/>
                  </a:cubicBezTo>
                  <a:cubicBezTo>
                    <a:pt x="6115" y="6475"/>
                    <a:pt x="7725" y="6687"/>
                    <a:pt x="9245" y="6748"/>
                  </a:cubicBezTo>
                  <a:cubicBezTo>
                    <a:pt x="9368" y="6753"/>
                    <a:pt x="9492" y="6755"/>
                    <a:pt x="9617" y="6755"/>
                  </a:cubicBezTo>
                  <a:cubicBezTo>
                    <a:pt x="11270" y="6755"/>
                    <a:pt x="13089" y="6354"/>
                    <a:pt x="14830" y="6354"/>
                  </a:cubicBezTo>
                  <a:cubicBezTo>
                    <a:pt x="16208" y="6354"/>
                    <a:pt x="17538" y="6606"/>
                    <a:pt x="18698" y="7508"/>
                  </a:cubicBezTo>
                  <a:cubicBezTo>
                    <a:pt x="19701" y="8298"/>
                    <a:pt x="20340" y="9545"/>
                    <a:pt x="21282" y="10426"/>
                  </a:cubicBezTo>
                  <a:cubicBezTo>
                    <a:pt x="22376" y="11429"/>
                    <a:pt x="23835" y="11429"/>
                    <a:pt x="24960" y="12371"/>
                  </a:cubicBezTo>
                  <a:cubicBezTo>
                    <a:pt x="27452" y="14408"/>
                    <a:pt x="27665" y="18359"/>
                    <a:pt x="27726" y="21308"/>
                  </a:cubicBezTo>
                  <a:cubicBezTo>
                    <a:pt x="27817" y="24773"/>
                    <a:pt x="25963" y="27053"/>
                    <a:pt x="24777" y="30092"/>
                  </a:cubicBezTo>
                  <a:cubicBezTo>
                    <a:pt x="24170" y="31673"/>
                    <a:pt x="24078" y="33162"/>
                    <a:pt x="22741" y="34347"/>
                  </a:cubicBezTo>
                  <a:cubicBezTo>
                    <a:pt x="21677" y="35259"/>
                    <a:pt x="20340" y="35989"/>
                    <a:pt x="19063" y="36536"/>
                  </a:cubicBezTo>
                  <a:cubicBezTo>
                    <a:pt x="17665" y="37113"/>
                    <a:pt x="16206" y="37569"/>
                    <a:pt x="14777" y="38086"/>
                  </a:cubicBezTo>
                  <a:cubicBezTo>
                    <a:pt x="13258" y="38633"/>
                    <a:pt x="11616" y="39332"/>
                    <a:pt x="10005" y="39424"/>
                  </a:cubicBezTo>
                  <a:cubicBezTo>
                    <a:pt x="7786" y="39575"/>
                    <a:pt x="5689" y="39940"/>
                    <a:pt x="4382" y="41946"/>
                  </a:cubicBezTo>
                  <a:cubicBezTo>
                    <a:pt x="4060" y="42453"/>
                    <a:pt x="4539" y="42977"/>
                    <a:pt x="5029" y="42977"/>
                  </a:cubicBezTo>
                  <a:cubicBezTo>
                    <a:pt x="5186" y="42977"/>
                    <a:pt x="5343" y="42923"/>
                    <a:pt x="5476" y="42797"/>
                  </a:cubicBezTo>
                  <a:cubicBezTo>
                    <a:pt x="6449" y="41886"/>
                    <a:pt x="7695" y="41673"/>
                    <a:pt x="8941" y="41642"/>
                  </a:cubicBezTo>
                  <a:cubicBezTo>
                    <a:pt x="9108" y="41642"/>
                    <a:pt x="9279" y="41640"/>
                    <a:pt x="9452" y="41640"/>
                  </a:cubicBezTo>
                  <a:cubicBezTo>
                    <a:pt x="9969" y="41640"/>
                    <a:pt x="10499" y="41658"/>
                    <a:pt x="10978" y="41794"/>
                  </a:cubicBezTo>
                  <a:cubicBezTo>
                    <a:pt x="11677" y="41977"/>
                    <a:pt x="12224" y="42341"/>
                    <a:pt x="12923" y="42493"/>
                  </a:cubicBezTo>
                  <a:cubicBezTo>
                    <a:pt x="13928" y="42697"/>
                    <a:pt x="14926" y="42798"/>
                    <a:pt x="15914" y="42798"/>
                  </a:cubicBezTo>
                  <a:cubicBezTo>
                    <a:pt x="17733" y="42798"/>
                    <a:pt x="19518" y="42453"/>
                    <a:pt x="21252" y="41764"/>
                  </a:cubicBezTo>
                  <a:cubicBezTo>
                    <a:pt x="23714" y="40791"/>
                    <a:pt x="26753" y="39424"/>
                    <a:pt x="28182" y="37113"/>
                  </a:cubicBezTo>
                  <a:cubicBezTo>
                    <a:pt x="28881" y="35958"/>
                    <a:pt x="29154" y="34651"/>
                    <a:pt x="29246" y="33344"/>
                  </a:cubicBezTo>
                  <a:cubicBezTo>
                    <a:pt x="29367" y="31794"/>
                    <a:pt x="29641" y="30518"/>
                    <a:pt x="30127" y="29059"/>
                  </a:cubicBezTo>
                  <a:cubicBezTo>
                    <a:pt x="31738" y="24074"/>
                    <a:pt x="31525" y="18481"/>
                    <a:pt x="28486" y="14074"/>
                  </a:cubicBezTo>
                  <a:cubicBezTo>
                    <a:pt x="27209" y="12250"/>
                    <a:pt x="25781" y="11034"/>
                    <a:pt x="23774" y="10031"/>
                  </a:cubicBezTo>
                  <a:cubicBezTo>
                    <a:pt x="21799" y="9058"/>
                    <a:pt x="20005" y="6809"/>
                    <a:pt x="19002" y="4833"/>
                  </a:cubicBezTo>
                  <a:cubicBezTo>
                    <a:pt x="17665" y="2189"/>
                    <a:pt x="14717" y="1277"/>
                    <a:pt x="11890" y="1216"/>
                  </a:cubicBezTo>
                  <a:cubicBezTo>
                    <a:pt x="11668" y="1212"/>
                    <a:pt x="11449" y="1211"/>
                    <a:pt x="11232" y="1211"/>
                  </a:cubicBezTo>
                  <a:cubicBezTo>
                    <a:pt x="10943" y="1211"/>
                    <a:pt x="10657" y="1213"/>
                    <a:pt x="10373" y="1213"/>
                  </a:cubicBezTo>
                  <a:cubicBezTo>
                    <a:pt x="9380" y="1213"/>
                    <a:pt x="8414" y="1186"/>
                    <a:pt x="7422" y="943"/>
                  </a:cubicBezTo>
                  <a:cubicBezTo>
                    <a:pt x="6570" y="730"/>
                    <a:pt x="5780" y="396"/>
                    <a:pt x="4929" y="213"/>
                  </a:cubicBezTo>
                  <a:cubicBezTo>
                    <a:pt x="4108" y="0"/>
                    <a:pt x="3318" y="122"/>
                    <a:pt x="2467" y="31"/>
                  </a:cubicBezTo>
                  <a:cubicBezTo>
                    <a:pt x="2425" y="27"/>
                    <a:pt x="2383" y="25"/>
                    <a:pt x="2341" y="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7" name="Google Shape;5627;p35"/>
            <p:cNvSpPr/>
            <p:nvPr/>
          </p:nvSpPr>
          <p:spPr>
            <a:xfrm>
              <a:off x="4317493" y="4783607"/>
              <a:ext cx="494253" cy="441163"/>
            </a:xfrm>
            <a:custGeom>
              <a:avLst/>
              <a:gdLst/>
              <a:ahLst/>
              <a:cxnLst/>
              <a:rect l="l" t="t" r="r" b="b"/>
              <a:pathLst>
                <a:path w="29363" h="26209" extrusionOk="0">
                  <a:moveTo>
                    <a:pt x="9676" y="1"/>
                  </a:moveTo>
                  <a:cubicBezTo>
                    <a:pt x="9064" y="1"/>
                    <a:pt x="8443" y="95"/>
                    <a:pt x="7843" y="275"/>
                  </a:cubicBezTo>
                  <a:cubicBezTo>
                    <a:pt x="5472" y="1005"/>
                    <a:pt x="2767" y="1066"/>
                    <a:pt x="274" y="1309"/>
                  </a:cubicBezTo>
                  <a:cubicBezTo>
                    <a:pt x="31" y="1339"/>
                    <a:pt x="1" y="1704"/>
                    <a:pt x="274" y="1734"/>
                  </a:cubicBezTo>
                  <a:cubicBezTo>
                    <a:pt x="720" y="1745"/>
                    <a:pt x="1180" y="1747"/>
                    <a:pt x="1650" y="1747"/>
                  </a:cubicBezTo>
                  <a:cubicBezTo>
                    <a:pt x="1807" y="1747"/>
                    <a:pt x="1966" y="1746"/>
                    <a:pt x="2125" y="1746"/>
                  </a:cubicBezTo>
                  <a:cubicBezTo>
                    <a:pt x="5473" y="1746"/>
                    <a:pt x="9172" y="1814"/>
                    <a:pt x="11217" y="4804"/>
                  </a:cubicBezTo>
                  <a:cubicBezTo>
                    <a:pt x="11976" y="5929"/>
                    <a:pt x="12372" y="7540"/>
                    <a:pt x="13435" y="8391"/>
                  </a:cubicBezTo>
                  <a:cubicBezTo>
                    <a:pt x="13894" y="8760"/>
                    <a:pt x="14398" y="8861"/>
                    <a:pt x="14921" y="8861"/>
                  </a:cubicBezTo>
                  <a:cubicBezTo>
                    <a:pt x="15552" y="8861"/>
                    <a:pt x="16211" y="8714"/>
                    <a:pt x="16850" y="8714"/>
                  </a:cubicBezTo>
                  <a:cubicBezTo>
                    <a:pt x="17297" y="8714"/>
                    <a:pt x="17735" y="8786"/>
                    <a:pt x="18147" y="9029"/>
                  </a:cubicBezTo>
                  <a:cubicBezTo>
                    <a:pt x="18967" y="9485"/>
                    <a:pt x="19636" y="10397"/>
                    <a:pt x="20274" y="11096"/>
                  </a:cubicBezTo>
                  <a:cubicBezTo>
                    <a:pt x="21034" y="11887"/>
                    <a:pt x="22129" y="12798"/>
                    <a:pt x="22615" y="13801"/>
                  </a:cubicBezTo>
                  <a:cubicBezTo>
                    <a:pt x="23344" y="15260"/>
                    <a:pt x="22159" y="16628"/>
                    <a:pt x="23375" y="18118"/>
                  </a:cubicBezTo>
                  <a:cubicBezTo>
                    <a:pt x="23892" y="18756"/>
                    <a:pt x="24530" y="19121"/>
                    <a:pt x="24803" y="19972"/>
                  </a:cubicBezTo>
                  <a:cubicBezTo>
                    <a:pt x="25016" y="20701"/>
                    <a:pt x="24986" y="21552"/>
                    <a:pt x="24986" y="22312"/>
                  </a:cubicBezTo>
                  <a:cubicBezTo>
                    <a:pt x="24955" y="23680"/>
                    <a:pt x="24591" y="24865"/>
                    <a:pt x="25594" y="25990"/>
                  </a:cubicBezTo>
                  <a:cubicBezTo>
                    <a:pt x="25705" y="26124"/>
                    <a:pt x="25914" y="26208"/>
                    <a:pt x="26101" y="26208"/>
                  </a:cubicBezTo>
                  <a:cubicBezTo>
                    <a:pt x="26170" y="26208"/>
                    <a:pt x="26236" y="26197"/>
                    <a:pt x="26293" y="26172"/>
                  </a:cubicBezTo>
                  <a:cubicBezTo>
                    <a:pt x="29363" y="25109"/>
                    <a:pt x="28968" y="19698"/>
                    <a:pt x="27539" y="17479"/>
                  </a:cubicBezTo>
                  <a:cubicBezTo>
                    <a:pt x="27053" y="16689"/>
                    <a:pt x="26354" y="16172"/>
                    <a:pt x="25624" y="15595"/>
                  </a:cubicBezTo>
                  <a:cubicBezTo>
                    <a:pt x="24925" y="15017"/>
                    <a:pt x="24743" y="14409"/>
                    <a:pt x="24165" y="13710"/>
                  </a:cubicBezTo>
                  <a:cubicBezTo>
                    <a:pt x="23496" y="12890"/>
                    <a:pt x="22524" y="12282"/>
                    <a:pt x="21733" y="11552"/>
                  </a:cubicBezTo>
                  <a:cubicBezTo>
                    <a:pt x="20943" y="10823"/>
                    <a:pt x="20183" y="9941"/>
                    <a:pt x="19332" y="9272"/>
                  </a:cubicBezTo>
                  <a:cubicBezTo>
                    <a:pt x="18815" y="8877"/>
                    <a:pt x="18390" y="8725"/>
                    <a:pt x="17812" y="8513"/>
                  </a:cubicBezTo>
                  <a:cubicBezTo>
                    <a:pt x="17235" y="8300"/>
                    <a:pt x="16171" y="8239"/>
                    <a:pt x="15685" y="7783"/>
                  </a:cubicBezTo>
                  <a:cubicBezTo>
                    <a:pt x="15350" y="7449"/>
                    <a:pt x="15229" y="6628"/>
                    <a:pt x="15168" y="6233"/>
                  </a:cubicBezTo>
                  <a:cubicBezTo>
                    <a:pt x="14864" y="4288"/>
                    <a:pt x="14651" y="2677"/>
                    <a:pt x="13071" y="1248"/>
                  </a:cubicBezTo>
                  <a:cubicBezTo>
                    <a:pt x="12133" y="392"/>
                    <a:pt x="10922" y="1"/>
                    <a:pt x="96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8" name="Google Shape;5628;p35"/>
            <p:cNvSpPr/>
            <p:nvPr/>
          </p:nvSpPr>
          <p:spPr>
            <a:xfrm>
              <a:off x="4007904" y="4844255"/>
              <a:ext cx="207206" cy="319833"/>
            </a:xfrm>
            <a:custGeom>
              <a:avLst/>
              <a:gdLst/>
              <a:ahLst/>
              <a:cxnLst/>
              <a:rect l="l" t="t" r="r" b="b"/>
              <a:pathLst>
                <a:path w="11217" h="17314" extrusionOk="0">
                  <a:moveTo>
                    <a:pt x="3682" y="0"/>
                  </a:moveTo>
                  <a:cubicBezTo>
                    <a:pt x="3334" y="0"/>
                    <a:pt x="2991" y="82"/>
                    <a:pt x="2676" y="272"/>
                  </a:cubicBezTo>
                  <a:cubicBezTo>
                    <a:pt x="1825" y="758"/>
                    <a:pt x="1521" y="1822"/>
                    <a:pt x="1308" y="2795"/>
                  </a:cubicBezTo>
                  <a:cubicBezTo>
                    <a:pt x="913" y="4436"/>
                    <a:pt x="518" y="6077"/>
                    <a:pt x="153" y="7749"/>
                  </a:cubicBezTo>
                  <a:cubicBezTo>
                    <a:pt x="62" y="8083"/>
                    <a:pt x="1" y="8418"/>
                    <a:pt x="31" y="8752"/>
                  </a:cubicBezTo>
                  <a:lnTo>
                    <a:pt x="31" y="8722"/>
                  </a:lnTo>
                  <a:cubicBezTo>
                    <a:pt x="244" y="10211"/>
                    <a:pt x="2281" y="11001"/>
                    <a:pt x="2858" y="12430"/>
                  </a:cubicBezTo>
                  <a:cubicBezTo>
                    <a:pt x="3284" y="13524"/>
                    <a:pt x="2828" y="14831"/>
                    <a:pt x="3436" y="15834"/>
                  </a:cubicBezTo>
                  <a:cubicBezTo>
                    <a:pt x="4073" y="16893"/>
                    <a:pt x="4918" y="17314"/>
                    <a:pt x="5808" y="17314"/>
                  </a:cubicBezTo>
                  <a:cubicBezTo>
                    <a:pt x="7803" y="17314"/>
                    <a:pt x="10020" y="15199"/>
                    <a:pt x="10609" y="13433"/>
                  </a:cubicBezTo>
                  <a:cubicBezTo>
                    <a:pt x="11217" y="11640"/>
                    <a:pt x="11126" y="9694"/>
                    <a:pt x="10943" y="7810"/>
                  </a:cubicBezTo>
                  <a:cubicBezTo>
                    <a:pt x="10852" y="6685"/>
                    <a:pt x="10700" y="5469"/>
                    <a:pt x="9910" y="4679"/>
                  </a:cubicBezTo>
                  <a:cubicBezTo>
                    <a:pt x="9484" y="4284"/>
                    <a:pt x="8968" y="4010"/>
                    <a:pt x="8481" y="3676"/>
                  </a:cubicBezTo>
                  <a:cubicBezTo>
                    <a:pt x="7509" y="2977"/>
                    <a:pt x="6870" y="1883"/>
                    <a:pt x="5989" y="1062"/>
                  </a:cubicBezTo>
                  <a:cubicBezTo>
                    <a:pt x="5369" y="463"/>
                    <a:pt x="4508" y="0"/>
                    <a:pt x="36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9" name="Google Shape;5629;p35"/>
            <p:cNvSpPr/>
            <p:nvPr/>
          </p:nvSpPr>
          <p:spPr>
            <a:xfrm>
              <a:off x="3638693" y="4780083"/>
              <a:ext cx="1017015" cy="879718"/>
            </a:xfrm>
            <a:custGeom>
              <a:avLst/>
              <a:gdLst/>
              <a:ahLst/>
              <a:cxnLst/>
              <a:rect l="l" t="t" r="r" b="b"/>
              <a:pathLst>
                <a:path w="49274" h="42622" extrusionOk="0">
                  <a:moveTo>
                    <a:pt x="48694" y="1"/>
                  </a:moveTo>
                  <a:cubicBezTo>
                    <a:pt x="48391" y="1"/>
                    <a:pt x="48073" y="198"/>
                    <a:pt x="48043" y="582"/>
                  </a:cubicBezTo>
                  <a:cubicBezTo>
                    <a:pt x="47739" y="3804"/>
                    <a:pt x="43818" y="6114"/>
                    <a:pt x="41356" y="7816"/>
                  </a:cubicBezTo>
                  <a:cubicBezTo>
                    <a:pt x="39197" y="9306"/>
                    <a:pt x="37465" y="10947"/>
                    <a:pt x="35945" y="13105"/>
                  </a:cubicBezTo>
                  <a:cubicBezTo>
                    <a:pt x="35033" y="14412"/>
                    <a:pt x="34152" y="15993"/>
                    <a:pt x="32419" y="16175"/>
                  </a:cubicBezTo>
                  <a:cubicBezTo>
                    <a:pt x="31143" y="16327"/>
                    <a:pt x="29957" y="16175"/>
                    <a:pt x="28681" y="16479"/>
                  </a:cubicBezTo>
                  <a:cubicBezTo>
                    <a:pt x="26188" y="17056"/>
                    <a:pt x="23848" y="18394"/>
                    <a:pt x="21507" y="19366"/>
                  </a:cubicBezTo>
                  <a:cubicBezTo>
                    <a:pt x="20291" y="19853"/>
                    <a:pt x="19015" y="20309"/>
                    <a:pt x="17769" y="20673"/>
                  </a:cubicBezTo>
                  <a:cubicBezTo>
                    <a:pt x="16522" y="21038"/>
                    <a:pt x="15154" y="20856"/>
                    <a:pt x="13878" y="21221"/>
                  </a:cubicBezTo>
                  <a:cubicBezTo>
                    <a:pt x="12540" y="21585"/>
                    <a:pt x="11446" y="22436"/>
                    <a:pt x="10443" y="23439"/>
                  </a:cubicBezTo>
                  <a:cubicBezTo>
                    <a:pt x="9470" y="24412"/>
                    <a:pt x="8559" y="25020"/>
                    <a:pt x="7464" y="25841"/>
                  </a:cubicBezTo>
                  <a:cubicBezTo>
                    <a:pt x="5245" y="27482"/>
                    <a:pt x="4516" y="29914"/>
                    <a:pt x="4881" y="32497"/>
                  </a:cubicBezTo>
                  <a:cubicBezTo>
                    <a:pt x="5094" y="33926"/>
                    <a:pt x="5002" y="35537"/>
                    <a:pt x="4850" y="36996"/>
                  </a:cubicBezTo>
                  <a:cubicBezTo>
                    <a:pt x="4656" y="38717"/>
                    <a:pt x="3472" y="41606"/>
                    <a:pt x="1299" y="41606"/>
                  </a:cubicBezTo>
                  <a:cubicBezTo>
                    <a:pt x="1094" y="41606"/>
                    <a:pt x="879" y="41580"/>
                    <a:pt x="656" y="41525"/>
                  </a:cubicBezTo>
                  <a:cubicBezTo>
                    <a:pt x="609" y="41511"/>
                    <a:pt x="565" y="41505"/>
                    <a:pt x="525" y="41505"/>
                  </a:cubicBezTo>
                  <a:cubicBezTo>
                    <a:pt x="112" y="41505"/>
                    <a:pt x="0" y="42149"/>
                    <a:pt x="443" y="42315"/>
                  </a:cubicBezTo>
                  <a:cubicBezTo>
                    <a:pt x="1010" y="42519"/>
                    <a:pt x="1568" y="42622"/>
                    <a:pt x="2105" y="42622"/>
                  </a:cubicBezTo>
                  <a:cubicBezTo>
                    <a:pt x="3326" y="42622"/>
                    <a:pt x="4441" y="42094"/>
                    <a:pt x="5306" y="41039"/>
                  </a:cubicBezTo>
                  <a:cubicBezTo>
                    <a:pt x="6765" y="39276"/>
                    <a:pt x="6826" y="36874"/>
                    <a:pt x="6978" y="34716"/>
                  </a:cubicBezTo>
                  <a:cubicBezTo>
                    <a:pt x="7069" y="33440"/>
                    <a:pt x="7616" y="32345"/>
                    <a:pt x="8467" y="31373"/>
                  </a:cubicBezTo>
                  <a:cubicBezTo>
                    <a:pt x="9167" y="30522"/>
                    <a:pt x="10352" y="30370"/>
                    <a:pt x="11355" y="29975"/>
                  </a:cubicBezTo>
                  <a:cubicBezTo>
                    <a:pt x="12601" y="29458"/>
                    <a:pt x="13544" y="28759"/>
                    <a:pt x="14486" y="27816"/>
                  </a:cubicBezTo>
                  <a:cubicBezTo>
                    <a:pt x="15337" y="26965"/>
                    <a:pt x="16006" y="26905"/>
                    <a:pt x="17191" y="26722"/>
                  </a:cubicBezTo>
                  <a:cubicBezTo>
                    <a:pt x="19653" y="26388"/>
                    <a:pt x="21598" y="25354"/>
                    <a:pt x="23513" y="23804"/>
                  </a:cubicBezTo>
                  <a:cubicBezTo>
                    <a:pt x="25428" y="22254"/>
                    <a:pt x="26918" y="20522"/>
                    <a:pt x="29197" y="19640"/>
                  </a:cubicBezTo>
                  <a:cubicBezTo>
                    <a:pt x="31264" y="18850"/>
                    <a:pt x="33392" y="19063"/>
                    <a:pt x="35185" y="17664"/>
                  </a:cubicBezTo>
                  <a:cubicBezTo>
                    <a:pt x="37009" y="16266"/>
                    <a:pt x="37951" y="14108"/>
                    <a:pt x="39532" y="12436"/>
                  </a:cubicBezTo>
                  <a:cubicBezTo>
                    <a:pt x="41477" y="10339"/>
                    <a:pt x="44152" y="9123"/>
                    <a:pt x="46280" y="7239"/>
                  </a:cubicBezTo>
                  <a:cubicBezTo>
                    <a:pt x="48255" y="5506"/>
                    <a:pt x="49167" y="3166"/>
                    <a:pt x="49258" y="582"/>
                  </a:cubicBezTo>
                  <a:cubicBezTo>
                    <a:pt x="49274" y="191"/>
                    <a:pt x="48991" y="1"/>
                    <a:pt x="48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30" name="Google Shape;5630;p35"/>
            <p:cNvGrpSpPr/>
            <p:nvPr/>
          </p:nvGrpSpPr>
          <p:grpSpPr>
            <a:xfrm>
              <a:off x="2999587" y="4514631"/>
              <a:ext cx="678885" cy="502058"/>
              <a:chOff x="2865710" y="4140652"/>
              <a:chExt cx="822293" cy="608113"/>
            </a:xfrm>
          </p:grpSpPr>
          <p:sp>
            <p:nvSpPr>
              <p:cNvPr id="5631" name="Google Shape;5631;p35"/>
              <p:cNvSpPr/>
              <p:nvPr/>
            </p:nvSpPr>
            <p:spPr>
              <a:xfrm rot="-7016196">
                <a:off x="3007886" y="4562827"/>
                <a:ext cx="57774" cy="10334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134" extrusionOk="0">
                    <a:moveTo>
                      <a:pt x="1228" y="0"/>
                    </a:moveTo>
                    <a:cubicBezTo>
                      <a:pt x="1102" y="0"/>
                      <a:pt x="977" y="49"/>
                      <a:pt x="882" y="163"/>
                    </a:cubicBezTo>
                    <a:cubicBezTo>
                      <a:pt x="669" y="436"/>
                      <a:pt x="578" y="740"/>
                      <a:pt x="396" y="1044"/>
                    </a:cubicBezTo>
                    <a:cubicBezTo>
                      <a:pt x="152" y="1531"/>
                      <a:pt x="0" y="1804"/>
                      <a:pt x="92" y="2382"/>
                    </a:cubicBezTo>
                    <a:cubicBezTo>
                      <a:pt x="213" y="3142"/>
                      <a:pt x="730" y="3689"/>
                      <a:pt x="1368" y="4053"/>
                    </a:cubicBezTo>
                    <a:cubicBezTo>
                      <a:pt x="1466" y="4102"/>
                      <a:pt x="1572" y="4134"/>
                      <a:pt x="1678" y="4134"/>
                    </a:cubicBezTo>
                    <a:cubicBezTo>
                      <a:pt x="1770" y="4134"/>
                      <a:pt x="1861" y="4110"/>
                      <a:pt x="1946" y="4053"/>
                    </a:cubicBezTo>
                    <a:cubicBezTo>
                      <a:pt x="2311" y="3810"/>
                      <a:pt x="2219" y="3324"/>
                      <a:pt x="2189" y="2929"/>
                    </a:cubicBezTo>
                    <a:cubicBezTo>
                      <a:pt x="2128" y="2534"/>
                      <a:pt x="2159" y="2138"/>
                      <a:pt x="2067" y="1713"/>
                    </a:cubicBezTo>
                    <a:cubicBezTo>
                      <a:pt x="2007" y="1500"/>
                      <a:pt x="1824" y="1348"/>
                      <a:pt x="1763" y="1135"/>
                    </a:cubicBezTo>
                    <a:cubicBezTo>
                      <a:pt x="1703" y="983"/>
                      <a:pt x="1794" y="710"/>
                      <a:pt x="1794" y="528"/>
                    </a:cubicBezTo>
                    <a:cubicBezTo>
                      <a:pt x="1794" y="235"/>
                      <a:pt x="1507" y="0"/>
                      <a:pt x="12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2" name="Google Shape;5632;p35"/>
              <p:cNvSpPr/>
              <p:nvPr/>
            </p:nvSpPr>
            <p:spPr>
              <a:xfrm rot="-7016196">
                <a:off x="2966336" y="4516401"/>
                <a:ext cx="45025" cy="66949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2678" extrusionOk="0">
                    <a:moveTo>
                      <a:pt x="607" y="1"/>
                    </a:moveTo>
                    <a:cubicBezTo>
                      <a:pt x="518" y="1"/>
                      <a:pt x="428" y="21"/>
                      <a:pt x="342" y="64"/>
                    </a:cubicBezTo>
                    <a:cubicBezTo>
                      <a:pt x="145" y="204"/>
                      <a:pt x="0" y="474"/>
                      <a:pt x="51" y="706"/>
                    </a:cubicBezTo>
                    <a:lnTo>
                      <a:pt x="51" y="706"/>
                    </a:lnTo>
                    <a:cubicBezTo>
                      <a:pt x="11" y="957"/>
                      <a:pt x="85" y="1124"/>
                      <a:pt x="159" y="1371"/>
                    </a:cubicBezTo>
                    <a:cubicBezTo>
                      <a:pt x="190" y="1553"/>
                      <a:pt x="190" y="1705"/>
                      <a:pt x="190" y="1888"/>
                    </a:cubicBezTo>
                    <a:cubicBezTo>
                      <a:pt x="190" y="2283"/>
                      <a:pt x="433" y="2496"/>
                      <a:pt x="767" y="2648"/>
                    </a:cubicBezTo>
                    <a:cubicBezTo>
                      <a:pt x="797" y="2678"/>
                      <a:pt x="889" y="2678"/>
                      <a:pt x="949" y="2678"/>
                    </a:cubicBezTo>
                    <a:cubicBezTo>
                      <a:pt x="1314" y="2678"/>
                      <a:pt x="1618" y="2404"/>
                      <a:pt x="1709" y="2100"/>
                    </a:cubicBezTo>
                    <a:cubicBezTo>
                      <a:pt x="1801" y="1766"/>
                      <a:pt x="1770" y="1371"/>
                      <a:pt x="1679" y="1006"/>
                    </a:cubicBezTo>
                    <a:cubicBezTo>
                      <a:pt x="1562" y="569"/>
                      <a:pt x="1362" y="215"/>
                      <a:pt x="916" y="80"/>
                    </a:cubicBezTo>
                    <a:lnTo>
                      <a:pt x="916" y="80"/>
                    </a:lnTo>
                    <a:cubicBezTo>
                      <a:pt x="818" y="29"/>
                      <a:pt x="713" y="1"/>
                      <a:pt x="6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3" name="Google Shape;5633;p35"/>
              <p:cNvSpPr/>
              <p:nvPr/>
            </p:nvSpPr>
            <p:spPr>
              <a:xfrm rot="-7016196">
                <a:off x="3030704" y="4450217"/>
                <a:ext cx="29675" cy="32675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307" extrusionOk="0">
                    <a:moveTo>
                      <a:pt x="799" y="0"/>
                    </a:moveTo>
                    <a:cubicBezTo>
                      <a:pt x="710" y="0"/>
                      <a:pt x="618" y="39"/>
                      <a:pt x="553" y="133"/>
                    </a:cubicBezTo>
                    <a:cubicBezTo>
                      <a:pt x="461" y="285"/>
                      <a:pt x="340" y="437"/>
                      <a:pt x="249" y="619"/>
                    </a:cubicBezTo>
                    <a:cubicBezTo>
                      <a:pt x="218" y="680"/>
                      <a:pt x="188" y="741"/>
                      <a:pt x="157" y="832"/>
                    </a:cubicBezTo>
                    <a:cubicBezTo>
                      <a:pt x="127" y="923"/>
                      <a:pt x="97" y="984"/>
                      <a:pt x="66" y="1075"/>
                    </a:cubicBezTo>
                    <a:cubicBezTo>
                      <a:pt x="1" y="1206"/>
                      <a:pt x="124" y="1306"/>
                      <a:pt x="244" y="1306"/>
                    </a:cubicBezTo>
                    <a:cubicBezTo>
                      <a:pt x="290" y="1306"/>
                      <a:pt x="336" y="1291"/>
                      <a:pt x="370" y="1257"/>
                    </a:cubicBezTo>
                    <a:cubicBezTo>
                      <a:pt x="492" y="1136"/>
                      <a:pt x="644" y="1014"/>
                      <a:pt x="735" y="862"/>
                    </a:cubicBezTo>
                    <a:cubicBezTo>
                      <a:pt x="857" y="710"/>
                      <a:pt x="948" y="558"/>
                      <a:pt x="1039" y="406"/>
                    </a:cubicBezTo>
                    <a:cubicBezTo>
                      <a:pt x="1186" y="196"/>
                      <a:pt x="999" y="0"/>
                      <a:pt x="7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4" name="Google Shape;5634;p35"/>
              <p:cNvSpPr/>
              <p:nvPr/>
            </p:nvSpPr>
            <p:spPr>
              <a:xfrm rot="-7016196">
                <a:off x="3121320" y="4409859"/>
                <a:ext cx="41825" cy="79624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3185" extrusionOk="0">
                    <a:moveTo>
                      <a:pt x="836" y="0"/>
                    </a:moveTo>
                    <a:cubicBezTo>
                      <a:pt x="555" y="0"/>
                      <a:pt x="274" y="160"/>
                      <a:pt x="213" y="479"/>
                    </a:cubicBezTo>
                    <a:lnTo>
                      <a:pt x="183" y="479"/>
                    </a:lnTo>
                    <a:cubicBezTo>
                      <a:pt x="152" y="570"/>
                      <a:pt x="91" y="661"/>
                      <a:pt x="61" y="783"/>
                    </a:cubicBezTo>
                    <a:cubicBezTo>
                      <a:pt x="31" y="904"/>
                      <a:pt x="31" y="1026"/>
                      <a:pt x="31" y="1148"/>
                    </a:cubicBezTo>
                    <a:cubicBezTo>
                      <a:pt x="0" y="1360"/>
                      <a:pt x="0" y="1603"/>
                      <a:pt x="0" y="1816"/>
                    </a:cubicBezTo>
                    <a:cubicBezTo>
                      <a:pt x="31" y="2090"/>
                      <a:pt x="152" y="2242"/>
                      <a:pt x="243" y="2485"/>
                    </a:cubicBezTo>
                    <a:cubicBezTo>
                      <a:pt x="335" y="2667"/>
                      <a:pt x="395" y="2850"/>
                      <a:pt x="517" y="3002"/>
                    </a:cubicBezTo>
                    <a:cubicBezTo>
                      <a:pt x="593" y="3123"/>
                      <a:pt x="715" y="3184"/>
                      <a:pt x="836" y="3184"/>
                    </a:cubicBezTo>
                    <a:cubicBezTo>
                      <a:pt x="958" y="3184"/>
                      <a:pt x="1079" y="3123"/>
                      <a:pt x="1155" y="3002"/>
                    </a:cubicBezTo>
                    <a:cubicBezTo>
                      <a:pt x="1277" y="2850"/>
                      <a:pt x="1338" y="2667"/>
                      <a:pt x="1398" y="2485"/>
                    </a:cubicBezTo>
                    <a:cubicBezTo>
                      <a:pt x="1520" y="2242"/>
                      <a:pt x="1611" y="2090"/>
                      <a:pt x="1642" y="1816"/>
                    </a:cubicBezTo>
                    <a:cubicBezTo>
                      <a:pt x="1672" y="1603"/>
                      <a:pt x="1672" y="1360"/>
                      <a:pt x="1642" y="1148"/>
                    </a:cubicBezTo>
                    <a:cubicBezTo>
                      <a:pt x="1642" y="1026"/>
                      <a:pt x="1611" y="904"/>
                      <a:pt x="1611" y="783"/>
                    </a:cubicBezTo>
                    <a:cubicBezTo>
                      <a:pt x="1550" y="692"/>
                      <a:pt x="1520" y="570"/>
                      <a:pt x="1459" y="479"/>
                    </a:cubicBezTo>
                    <a:cubicBezTo>
                      <a:pt x="1398" y="160"/>
                      <a:pt x="1117" y="0"/>
                      <a:pt x="8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5" name="Google Shape;5635;p35"/>
              <p:cNvSpPr/>
              <p:nvPr/>
            </p:nvSpPr>
            <p:spPr>
              <a:xfrm rot="-7016196">
                <a:off x="3135058" y="4522280"/>
                <a:ext cx="42600" cy="475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903" extrusionOk="0">
                    <a:moveTo>
                      <a:pt x="1000" y="0"/>
                    </a:moveTo>
                    <a:cubicBezTo>
                      <a:pt x="766" y="0"/>
                      <a:pt x="539" y="119"/>
                      <a:pt x="427" y="321"/>
                    </a:cubicBezTo>
                    <a:cubicBezTo>
                      <a:pt x="305" y="503"/>
                      <a:pt x="214" y="686"/>
                      <a:pt x="123" y="898"/>
                    </a:cubicBezTo>
                    <a:cubicBezTo>
                      <a:pt x="31" y="1081"/>
                      <a:pt x="1" y="1233"/>
                      <a:pt x="62" y="1415"/>
                    </a:cubicBezTo>
                    <a:cubicBezTo>
                      <a:pt x="92" y="1567"/>
                      <a:pt x="214" y="1750"/>
                      <a:pt x="366" y="1810"/>
                    </a:cubicBezTo>
                    <a:cubicBezTo>
                      <a:pt x="469" y="1872"/>
                      <a:pt x="586" y="1903"/>
                      <a:pt x="705" y="1903"/>
                    </a:cubicBezTo>
                    <a:cubicBezTo>
                      <a:pt x="934" y="1903"/>
                      <a:pt x="1168" y="1788"/>
                      <a:pt x="1308" y="1567"/>
                    </a:cubicBezTo>
                    <a:cubicBezTo>
                      <a:pt x="1430" y="1354"/>
                      <a:pt x="1521" y="1081"/>
                      <a:pt x="1642" y="838"/>
                    </a:cubicBezTo>
                    <a:cubicBezTo>
                      <a:pt x="1703" y="686"/>
                      <a:pt x="1642" y="443"/>
                      <a:pt x="1551" y="321"/>
                    </a:cubicBezTo>
                    <a:cubicBezTo>
                      <a:pt x="1490" y="199"/>
                      <a:pt x="1369" y="108"/>
                      <a:pt x="1247" y="47"/>
                    </a:cubicBezTo>
                    <a:cubicBezTo>
                      <a:pt x="1167" y="15"/>
                      <a:pt x="1083" y="0"/>
                      <a:pt x="10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6" name="Google Shape;5636;p35"/>
              <p:cNvSpPr/>
              <p:nvPr/>
            </p:nvSpPr>
            <p:spPr>
              <a:xfrm rot="-7016196">
                <a:off x="3197074" y="4592698"/>
                <a:ext cx="77249" cy="80449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218" extrusionOk="0">
                    <a:moveTo>
                      <a:pt x="2223" y="1"/>
                    </a:moveTo>
                    <a:cubicBezTo>
                      <a:pt x="2179" y="1"/>
                      <a:pt x="2133" y="6"/>
                      <a:pt x="2088" y="14"/>
                    </a:cubicBezTo>
                    <a:lnTo>
                      <a:pt x="2088" y="14"/>
                    </a:lnTo>
                    <a:cubicBezTo>
                      <a:pt x="2055" y="11"/>
                      <a:pt x="2022" y="9"/>
                      <a:pt x="1988" y="9"/>
                    </a:cubicBezTo>
                    <a:cubicBezTo>
                      <a:pt x="1540" y="9"/>
                      <a:pt x="1059" y="312"/>
                      <a:pt x="761" y="635"/>
                    </a:cubicBezTo>
                    <a:cubicBezTo>
                      <a:pt x="426" y="1000"/>
                      <a:pt x="153" y="1486"/>
                      <a:pt x="62" y="2003"/>
                    </a:cubicBezTo>
                    <a:cubicBezTo>
                      <a:pt x="1" y="2398"/>
                      <a:pt x="122" y="2884"/>
                      <a:pt x="518" y="3066"/>
                    </a:cubicBezTo>
                    <a:cubicBezTo>
                      <a:pt x="705" y="3170"/>
                      <a:pt x="835" y="3217"/>
                      <a:pt x="995" y="3217"/>
                    </a:cubicBezTo>
                    <a:cubicBezTo>
                      <a:pt x="1070" y="3217"/>
                      <a:pt x="1151" y="3207"/>
                      <a:pt x="1247" y="3188"/>
                    </a:cubicBezTo>
                    <a:cubicBezTo>
                      <a:pt x="1551" y="3097"/>
                      <a:pt x="1855" y="2823"/>
                      <a:pt x="1916" y="2489"/>
                    </a:cubicBezTo>
                    <a:cubicBezTo>
                      <a:pt x="1977" y="2246"/>
                      <a:pt x="2037" y="2063"/>
                      <a:pt x="2159" y="1851"/>
                    </a:cubicBezTo>
                    <a:cubicBezTo>
                      <a:pt x="2306" y="1641"/>
                      <a:pt x="2511" y="1489"/>
                      <a:pt x="2664" y="1294"/>
                    </a:cubicBezTo>
                    <a:lnTo>
                      <a:pt x="2664" y="1294"/>
                    </a:lnTo>
                    <a:cubicBezTo>
                      <a:pt x="2754" y="1216"/>
                      <a:pt x="2806" y="1134"/>
                      <a:pt x="2858" y="1030"/>
                    </a:cubicBezTo>
                    <a:cubicBezTo>
                      <a:pt x="2875" y="996"/>
                      <a:pt x="2892" y="962"/>
                      <a:pt x="2904" y="928"/>
                    </a:cubicBezTo>
                    <a:lnTo>
                      <a:pt x="2904" y="928"/>
                    </a:lnTo>
                    <a:cubicBezTo>
                      <a:pt x="3090" y="663"/>
                      <a:pt x="3032" y="225"/>
                      <a:pt x="2676" y="149"/>
                    </a:cubicBezTo>
                    <a:lnTo>
                      <a:pt x="2676" y="149"/>
                    </a:lnTo>
                    <a:cubicBezTo>
                      <a:pt x="2706" y="194"/>
                      <a:pt x="2721" y="217"/>
                      <a:pt x="2718" y="217"/>
                    </a:cubicBezTo>
                    <a:cubicBezTo>
                      <a:pt x="2714" y="217"/>
                      <a:pt x="2691" y="194"/>
                      <a:pt x="2645" y="149"/>
                    </a:cubicBezTo>
                    <a:cubicBezTo>
                      <a:pt x="2554" y="88"/>
                      <a:pt x="2463" y="57"/>
                      <a:pt x="2372" y="27"/>
                    </a:cubicBezTo>
                    <a:cubicBezTo>
                      <a:pt x="2325" y="8"/>
                      <a:pt x="2275" y="1"/>
                      <a:pt x="222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7" name="Google Shape;5637;p35"/>
              <p:cNvSpPr/>
              <p:nvPr/>
            </p:nvSpPr>
            <p:spPr>
              <a:xfrm rot="-7016196">
                <a:off x="3225815" y="4382501"/>
                <a:ext cx="99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275" extrusionOk="0">
                    <a:moveTo>
                      <a:pt x="183" y="1"/>
                    </a:moveTo>
                    <a:cubicBezTo>
                      <a:pt x="0" y="1"/>
                      <a:pt x="0" y="274"/>
                      <a:pt x="183" y="274"/>
                    </a:cubicBezTo>
                    <a:cubicBezTo>
                      <a:pt x="395" y="274"/>
                      <a:pt x="395" y="1"/>
                      <a:pt x="1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8" name="Google Shape;5638;p35"/>
              <p:cNvSpPr/>
              <p:nvPr/>
            </p:nvSpPr>
            <p:spPr>
              <a:xfrm rot="-7016196">
                <a:off x="3273269" y="4491390"/>
                <a:ext cx="24350" cy="39525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581" extrusionOk="0">
                    <a:moveTo>
                      <a:pt x="487" y="0"/>
                    </a:moveTo>
                    <a:cubicBezTo>
                      <a:pt x="244" y="30"/>
                      <a:pt x="0" y="213"/>
                      <a:pt x="31" y="486"/>
                    </a:cubicBezTo>
                    <a:lnTo>
                      <a:pt x="0" y="486"/>
                    </a:lnTo>
                    <a:lnTo>
                      <a:pt x="31" y="1094"/>
                    </a:lnTo>
                    <a:cubicBezTo>
                      <a:pt x="31" y="1337"/>
                      <a:pt x="244" y="1581"/>
                      <a:pt x="487" y="1581"/>
                    </a:cubicBezTo>
                    <a:cubicBezTo>
                      <a:pt x="760" y="1550"/>
                      <a:pt x="943" y="1368"/>
                      <a:pt x="973" y="1094"/>
                    </a:cubicBezTo>
                    <a:lnTo>
                      <a:pt x="973" y="486"/>
                    </a:lnTo>
                    <a:cubicBezTo>
                      <a:pt x="973" y="243"/>
                      <a:pt x="760" y="0"/>
                      <a:pt x="4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9" name="Google Shape;5639;p35"/>
              <p:cNvSpPr/>
              <p:nvPr/>
            </p:nvSpPr>
            <p:spPr>
              <a:xfrm rot="-7016196">
                <a:off x="3197746" y="4380793"/>
                <a:ext cx="44100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369" extrusionOk="0">
                    <a:moveTo>
                      <a:pt x="882" y="1"/>
                    </a:moveTo>
                    <a:cubicBezTo>
                      <a:pt x="0" y="1"/>
                      <a:pt x="0" y="1368"/>
                      <a:pt x="882" y="1368"/>
                    </a:cubicBezTo>
                    <a:cubicBezTo>
                      <a:pt x="1763" y="1368"/>
                      <a:pt x="1763" y="1"/>
                      <a:pt x="8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0" name="Google Shape;5640;p35"/>
              <p:cNvSpPr/>
              <p:nvPr/>
            </p:nvSpPr>
            <p:spPr>
              <a:xfrm rot="-7016196">
                <a:off x="2878951" y="4474420"/>
                <a:ext cx="50800" cy="60874"/>
              </a:xfrm>
              <a:custGeom>
                <a:avLst/>
                <a:gdLst/>
                <a:ahLst/>
                <a:cxnLst/>
                <a:rect l="l" t="t" r="r" b="b"/>
                <a:pathLst>
                  <a:path w="2032" h="2435" extrusionOk="0">
                    <a:moveTo>
                      <a:pt x="665" y="0"/>
                    </a:moveTo>
                    <a:cubicBezTo>
                      <a:pt x="603" y="0"/>
                      <a:pt x="526" y="29"/>
                      <a:pt x="482" y="73"/>
                    </a:cubicBezTo>
                    <a:cubicBezTo>
                      <a:pt x="435" y="143"/>
                      <a:pt x="407" y="195"/>
                      <a:pt x="368" y="256"/>
                    </a:cubicBezTo>
                    <a:lnTo>
                      <a:pt x="368" y="256"/>
                    </a:lnTo>
                    <a:cubicBezTo>
                      <a:pt x="1" y="655"/>
                      <a:pt x="160" y="1341"/>
                      <a:pt x="269" y="1806"/>
                    </a:cubicBezTo>
                    <a:cubicBezTo>
                      <a:pt x="330" y="2079"/>
                      <a:pt x="603" y="2353"/>
                      <a:pt x="877" y="2414"/>
                    </a:cubicBezTo>
                    <a:cubicBezTo>
                      <a:pt x="974" y="2424"/>
                      <a:pt x="1066" y="2435"/>
                      <a:pt x="1156" y="2435"/>
                    </a:cubicBezTo>
                    <a:cubicBezTo>
                      <a:pt x="1319" y="2435"/>
                      <a:pt x="1469" y="2399"/>
                      <a:pt x="1606" y="2262"/>
                    </a:cubicBezTo>
                    <a:lnTo>
                      <a:pt x="1698" y="2201"/>
                    </a:lnTo>
                    <a:cubicBezTo>
                      <a:pt x="1910" y="2018"/>
                      <a:pt x="2032" y="1654"/>
                      <a:pt x="1910" y="1380"/>
                    </a:cubicBezTo>
                    <a:cubicBezTo>
                      <a:pt x="1796" y="1061"/>
                      <a:pt x="1700" y="777"/>
                      <a:pt x="1492" y="539"/>
                    </a:cubicBezTo>
                    <a:lnTo>
                      <a:pt x="1492" y="539"/>
                    </a:lnTo>
                    <a:lnTo>
                      <a:pt x="1515" y="559"/>
                    </a:lnTo>
                    <a:cubicBezTo>
                      <a:pt x="1359" y="326"/>
                      <a:pt x="1181" y="114"/>
                      <a:pt x="924" y="76"/>
                    </a:cubicBezTo>
                    <a:lnTo>
                      <a:pt x="924" y="76"/>
                    </a:lnTo>
                    <a:cubicBezTo>
                      <a:pt x="864" y="50"/>
                      <a:pt x="801" y="31"/>
                      <a:pt x="725" y="12"/>
                    </a:cubicBezTo>
                    <a:cubicBezTo>
                      <a:pt x="709" y="4"/>
                      <a:pt x="688" y="0"/>
                      <a:pt x="6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1" name="Google Shape;5641;p35"/>
              <p:cNvSpPr/>
              <p:nvPr/>
            </p:nvSpPr>
            <p:spPr>
              <a:xfrm rot="-7016196">
                <a:off x="3000470" y="4291259"/>
                <a:ext cx="41825" cy="79624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3185" extrusionOk="0">
                    <a:moveTo>
                      <a:pt x="836" y="0"/>
                    </a:moveTo>
                    <a:cubicBezTo>
                      <a:pt x="555" y="0"/>
                      <a:pt x="274" y="160"/>
                      <a:pt x="213" y="479"/>
                    </a:cubicBezTo>
                    <a:lnTo>
                      <a:pt x="183" y="479"/>
                    </a:lnTo>
                    <a:cubicBezTo>
                      <a:pt x="152" y="570"/>
                      <a:pt x="91" y="661"/>
                      <a:pt x="61" y="783"/>
                    </a:cubicBezTo>
                    <a:cubicBezTo>
                      <a:pt x="31" y="904"/>
                      <a:pt x="31" y="1026"/>
                      <a:pt x="31" y="1148"/>
                    </a:cubicBezTo>
                    <a:cubicBezTo>
                      <a:pt x="0" y="1360"/>
                      <a:pt x="0" y="1603"/>
                      <a:pt x="0" y="1816"/>
                    </a:cubicBezTo>
                    <a:cubicBezTo>
                      <a:pt x="31" y="2090"/>
                      <a:pt x="152" y="2242"/>
                      <a:pt x="243" y="2485"/>
                    </a:cubicBezTo>
                    <a:cubicBezTo>
                      <a:pt x="335" y="2667"/>
                      <a:pt x="395" y="2850"/>
                      <a:pt x="517" y="3002"/>
                    </a:cubicBezTo>
                    <a:cubicBezTo>
                      <a:pt x="593" y="3123"/>
                      <a:pt x="715" y="3184"/>
                      <a:pt x="836" y="3184"/>
                    </a:cubicBezTo>
                    <a:cubicBezTo>
                      <a:pt x="958" y="3184"/>
                      <a:pt x="1079" y="3123"/>
                      <a:pt x="1155" y="3002"/>
                    </a:cubicBezTo>
                    <a:cubicBezTo>
                      <a:pt x="1277" y="2850"/>
                      <a:pt x="1338" y="2667"/>
                      <a:pt x="1398" y="2485"/>
                    </a:cubicBezTo>
                    <a:cubicBezTo>
                      <a:pt x="1520" y="2242"/>
                      <a:pt x="1611" y="2090"/>
                      <a:pt x="1642" y="1816"/>
                    </a:cubicBezTo>
                    <a:cubicBezTo>
                      <a:pt x="1672" y="1603"/>
                      <a:pt x="1672" y="1360"/>
                      <a:pt x="1642" y="1148"/>
                    </a:cubicBezTo>
                    <a:cubicBezTo>
                      <a:pt x="1642" y="1026"/>
                      <a:pt x="1611" y="904"/>
                      <a:pt x="1611" y="783"/>
                    </a:cubicBezTo>
                    <a:cubicBezTo>
                      <a:pt x="1550" y="692"/>
                      <a:pt x="1520" y="570"/>
                      <a:pt x="1459" y="479"/>
                    </a:cubicBezTo>
                    <a:cubicBezTo>
                      <a:pt x="1398" y="160"/>
                      <a:pt x="1117" y="0"/>
                      <a:pt x="8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2" name="Google Shape;5642;p35"/>
              <p:cNvSpPr/>
              <p:nvPr/>
            </p:nvSpPr>
            <p:spPr>
              <a:xfrm rot="-7016196">
                <a:off x="3351624" y="4459464"/>
                <a:ext cx="57774" cy="10334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134" extrusionOk="0">
                    <a:moveTo>
                      <a:pt x="1228" y="0"/>
                    </a:moveTo>
                    <a:cubicBezTo>
                      <a:pt x="1102" y="0"/>
                      <a:pt x="977" y="49"/>
                      <a:pt x="882" y="163"/>
                    </a:cubicBezTo>
                    <a:cubicBezTo>
                      <a:pt x="669" y="436"/>
                      <a:pt x="578" y="740"/>
                      <a:pt x="396" y="1044"/>
                    </a:cubicBezTo>
                    <a:cubicBezTo>
                      <a:pt x="152" y="1531"/>
                      <a:pt x="0" y="1804"/>
                      <a:pt x="92" y="2382"/>
                    </a:cubicBezTo>
                    <a:cubicBezTo>
                      <a:pt x="213" y="3142"/>
                      <a:pt x="730" y="3689"/>
                      <a:pt x="1368" y="4053"/>
                    </a:cubicBezTo>
                    <a:cubicBezTo>
                      <a:pt x="1466" y="4102"/>
                      <a:pt x="1572" y="4134"/>
                      <a:pt x="1678" y="4134"/>
                    </a:cubicBezTo>
                    <a:cubicBezTo>
                      <a:pt x="1770" y="4134"/>
                      <a:pt x="1861" y="4110"/>
                      <a:pt x="1946" y="4053"/>
                    </a:cubicBezTo>
                    <a:cubicBezTo>
                      <a:pt x="2311" y="3810"/>
                      <a:pt x="2219" y="3324"/>
                      <a:pt x="2189" y="2929"/>
                    </a:cubicBezTo>
                    <a:cubicBezTo>
                      <a:pt x="2128" y="2534"/>
                      <a:pt x="2159" y="2138"/>
                      <a:pt x="2067" y="1713"/>
                    </a:cubicBezTo>
                    <a:cubicBezTo>
                      <a:pt x="2007" y="1500"/>
                      <a:pt x="1824" y="1348"/>
                      <a:pt x="1763" y="1135"/>
                    </a:cubicBezTo>
                    <a:cubicBezTo>
                      <a:pt x="1703" y="983"/>
                      <a:pt x="1794" y="710"/>
                      <a:pt x="1794" y="528"/>
                    </a:cubicBezTo>
                    <a:cubicBezTo>
                      <a:pt x="1794" y="235"/>
                      <a:pt x="1507" y="0"/>
                      <a:pt x="12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3" name="Google Shape;5643;p35"/>
              <p:cNvSpPr/>
              <p:nvPr/>
            </p:nvSpPr>
            <p:spPr>
              <a:xfrm rot="-7016196">
                <a:off x="3134309" y="4274543"/>
                <a:ext cx="44100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369" extrusionOk="0">
                    <a:moveTo>
                      <a:pt x="882" y="1"/>
                    </a:moveTo>
                    <a:cubicBezTo>
                      <a:pt x="0" y="1"/>
                      <a:pt x="0" y="1368"/>
                      <a:pt x="882" y="1368"/>
                    </a:cubicBezTo>
                    <a:cubicBezTo>
                      <a:pt x="1763" y="1368"/>
                      <a:pt x="1763" y="1"/>
                      <a:pt x="8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4" name="Google Shape;5644;p35"/>
              <p:cNvSpPr/>
              <p:nvPr/>
            </p:nvSpPr>
            <p:spPr>
              <a:xfrm rot="-7016196">
                <a:off x="3263911" y="4297601"/>
                <a:ext cx="45025" cy="66949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2678" extrusionOk="0">
                    <a:moveTo>
                      <a:pt x="607" y="1"/>
                    </a:moveTo>
                    <a:cubicBezTo>
                      <a:pt x="518" y="1"/>
                      <a:pt x="428" y="21"/>
                      <a:pt x="342" y="64"/>
                    </a:cubicBezTo>
                    <a:cubicBezTo>
                      <a:pt x="145" y="204"/>
                      <a:pt x="0" y="474"/>
                      <a:pt x="51" y="706"/>
                    </a:cubicBezTo>
                    <a:lnTo>
                      <a:pt x="51" y="706"/>
                    </a:lnTo>
                    <a:cubicBezTo>
                      <a:pt x="11" y="957"/>
                      <a:pt x="85" y="1124"/>
                      <a:pt x="159" y="1371"/>
                    </a:cubicBezTo>
                    <a:cubicBezTo>
                      <a:pt x="190" y="1553"/>
                      <a:pt x="190" y="1705"/>
                      <a:pt x="190" y="1888"/>
                    </a:cubicBezTo>
                    <a:cubicBezTo>
                      <a:pt x="190" y="2283"/>
                      <a:pt x="433" y="2496"/>
                      <a:pt x="767" y="2648"/>
                    </a:cubicBezTo>
                    <a:cubicBezTo>
                      <a:pt x="797" y="2678"/>
                      <a:pt x="889" y="2678"/>
                      <a:pt x="949" y="2678"/>
                    </a:cubicBezTo>
                    <a:cubicBezTo>
                      <a:pt x="1314" y="2678"/>
                      <a:pt x="1618" y="2404"/>
                      <a:pt x="1709" y="2100"/>
                    </a:cubicBezTo>
                    <a:cubicBezTo>
                      <a:pt x="1801" y="1766"/>
                      <a:pt x="1770" y="1371"/>
                      <a:pt x="1679" y="1006"/>
                    </a:cubicBezTo>
                    <a:cubicBezTo>
                      <a:pt x="1562" y="569"/>
                      <a:pt x="1362" y="215"/>
                      <a:pt x="916" y="80"/>
                    </a:cubicBezTo>
                    <a:lnTo>
                      <a:pt x="916" y="80"/>
                    </a:lnTo>
                    <a:cubicBezTo>
                      <a:pt x="818" y="29"/>
                      <a:pt x="713" y="1"/>
                      <a:pt x="6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5" name="Google Shape;5645;p35"/>
              <p:cNvSpPr/>
              <p:nvPr/>
            </p:nvSpPr>
            <p:spPr>
              <a:xfrm rot="-7016196">
                <a:off x="3373651" y="4300633"/>
                <a:ext cx="50800" cy="60874"/>
              </a:xfrm>
              <a:custGeom>
                <a:avLst/>
                <a:gdLst/>
                <a:ahLst/>
                <a:cxnLst/>
                <a:rect l="l" t="t" r="r" b="b"/>
                <a:pathLst>
                  <a:path w="2032" h="2435" extrusionOk="0">
                    <a:moveTo>
                      <a:pt x="665" y="0"/>
                    </a:moveTo>
                    <a:cubicBezTo>
                      <a:pt x="603" y="0"/>
                      <a:pt x="526" y="29"/>
                      <a:pt x="482" y="73"/>
                    </a:cubicBezTo>
                    <a:cubicBezTo>
                      <a:pt x="435" y="143"/>
                      <a:pt x="407" y="195"/>
                      <a:pt x="368" y="256"/>
                    </a:cubicBezTo>
                    <a:lnTo>
                      <a:pt x="368" y="256"/>
                    </a:lnTo>
                    <a:cubicBezTo>
                      <a:pt x="1" y="655"/>
                      <a:pt x="160" y="1341"/>
                      <a:pt x="269" y="1806"/>
                    </a:cubicBezTo>
                    <a:cubicBezTo>
                      <a:pt x="330" y="2079"/>
                      <a:pt x="603" y="2353"/>
                      <a:pt x="877" y="2414"/>
                    </a:cubicBezTo>
                    <a:cubicBezTo>
                      <a:pt x="974" y="2424"/>
                      <a:pt x="1066" y="2435"/>
                      <a:pt x="1156" y="2435"/>
                    </a:cubicBezTo>
                    <a:cubicBezTo>
                      <a:pt x="1319" y="2435"/>
                      <a:pt x="1469" y="2399"/>
                      <a:pt x="1606" y="2262"/>
                    </a:cubicBezTo>
                    <a:lnTo>
                      <a:pt x="1698" y="2201"/>
                    </a:lnTo>
                    <a:cubicBezTo>
                      <a:pt x="1910" y="2018"/>
                      <a:pt x="2032" y="1654"/>
                      <a:pt x="1910" y="1380"/>
                    </a:cubicBezTo>
                    <a:cubicBezTo>
                      <a:pt x="1796" y="1061"/>
                      <a:pt x="1700" y="777"/>
                      <a:pt x="1492" y="539"/>
                    </a:cubicBezTo>
                    <a:lnTo>
                      <a:pt x="1492" y="539"/>
                    </a:lnTo>
                    <a:lnTo>
                      <a:pt x="1515" y="559"/>
                    </a:lnTo>
                    <a:cubicBezTo>
                      <a:pt x="1359" y="326"/>
                      <a:pt x="1181" y="114"/>
                      <a:pt x="924" y="76"/>
                    </a:cubicBezTo>
                    <a:lnTo>
                      <a:pt x="924" y="76"/>
                    </a:lnTo>
                    <a:cubicBezTo>
                      <a:pt x="864" y="50"/>
                      <a:pt x="801" y="31"/>
                      <a:pt x="725" y="12"/>
                    </a:cubicBezTo>
                    <a:cubicBezTo>
                      <a:pt x="709" y="4"/>
                      <a:pt x="688" y="0"/>
                      <a:pt x="6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6" name="Google Shape;5646;p35"/>
              <p:cNvSpPr/>
              <p:nvPr/>
            </p:nvSpPr>
            <p:spPr>
              <a:xfrm rot="-7016196">
                <a:off x="3492409" y="4449431"/>
                <a:ext cx="44100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369" extrusionOk="0">
                    <a:moveTo>
                      <a:pt x="882" y="1"/>
                    </a:moveTo>
                    <a:cubicBezTo>
                      <a:pt x="0" y="1"/>
                      <a:pt x="0" y="1368"/>
                      <a:pt x="882" y="1368"/>
                    </a:cubicBezTo>
                    <a:cubicBezTo>
                      <a:pt x="1763" y="1368"/>
                      <a:pt x="1763" y="1"/>
                      <a:pt x="8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7" name="Google Shape;5647;p35"/>
              <p:cNvSpPr/>
              <p:nvPr/>
            </p:nvSpPr>
            <p:spPr>
              <a:xfrm rot="-7016196">
                <a:off x="3599961" y="4428652"/>
                <a:ext cx="57774" cy="10334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134" extrusionOk="0">
                    <a:moveTo>
                      <a:pt x="1228" y="0"/>
                    </a:moveTo>
                    <a:cubicBezTo>
                      <a:pt x="1102" y="0"/>
                      <a:pt x="977" y="49"/>
                      <a:pt x="882" y="163"/>
                    </a:cubicBezTo>
                    <a:cubicBezTo>
                      <a:pt x="669" y="436"/>
                      <a:pt x="578" y="740"/>
                      <a:pt x="396" y="1044"/>
                    </a:cubicBezTo>
                    <a:cubicBezTo>
                      <a:pt x="152" y="1531"/>
                      <a:pt x="0" y="1804"/>
                      <a:pt x="92" y="2382"/>
                    </a:cubicBezTo>
                    <a:cubicBezTo>
                      <a:pt x="213" y="3142"/>
                      <a:pt x="730" y="3689"/>
                      <a:pt x="1368" y="4053"/>
                    </a:cubicBezTo>
                    <a:cubicBezTo>
                      <a:pt x="1466" y="4102"/>
                      <a:pt x="1572" y="4134"/>
                      <a:pt x="1678" y="4134"/>
                    </a:cubicBezTo>
                    <a:cubicBezTo>
                      <a:pt x="1770" y="4134"/>
                      <a:pt x="1861" y="4110"/>
                      <a:pt x="1946" y="4053"/>
                    </a:cubicBezTo>
                    <a:cubicBezTo>
                      <a:pt x="2311" y="3810"/>
                      <a:pt x="2219" y="3324"/>
                      <a:pt x="2189" y="2929"/>
                    </a:cubicBezTo>
                    <a:cubicBezTo>
                      <a:pt x="2128" y="2534"/>
                      <a:pt x="2159" y="2138"/>
                      <a:pt x="2067" y="1713"/>
                    </a:cubicBezTo>
                    <a:cubicBezTo>
                      <a:pt x="2007" y="1500"/>
                      <a:pt x="1824" y="1348"/>
                      <a:pt x="1763" y="1135"/>
                    </a:cubicBezTo>
                    <a:cubicBezTo>
                      <a:pt x="1703" y="983"/>
                      <a:pt x="1794" y="710"/>
                      <a:pt x="1794" y="528"/>
                    </a:cubicBezTo>
                    <a:cubicBezTo>
                      <a:pt x="1794" y="235"/>
                      <a:pt x="1507" y="0"/>
                      <a:pt x="12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8" name="Google Shape;5648;p35"/>
              <p:cNvSpPr/>
              <p:nvPr/>
            </p:nvSpPr>
            <p:spPr>
              <a:xfrm rot="-7016196">
                <a:off x="3540382" y="4291259"/>
                <a:ext cx="41825" cy="79624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3185" extrusionOk="0">
                    <a:moveTo>
                      <a:pt x="836" y="0"/>
                    </a:moveTo>
                    <a:cubicBezTo>
                      <a:pt x="555" y="0"/>
                      <a:pt x="274" y="160"/>
                      <a:pt x="213" y="479"/>
                    </a:cubicBezTo>
                    <a:lnTo>
                      <a:pt x="183" y="479"/>
                    </a:lnTo>
                    <a:cubicBezTo>
                      <a:pt x="152" y="570"/>
                      <a:pt x="91" y="661"/>
                      <a:pt x="61" y="783"/>
                    </a:cubicBezTo>
                    <a:cubicBezTo>
                      <a:pt x="31" y="904"/>
                      <a:pt x="31" y="1026"/>
                      <a:pt x="31" y="1148"/>
                    </a:cubicBezTo>
                    <a:cubicBezTo>
                      <a:pt x="0" y="1360"/>
                      <a:pt x="0" y="1603"/>
                      <a:pt x="0" y="1816"/>
                    </a:cubicBezTo>
                    <a:cubicBezTo>
                      <a:pt x="31" y="2090"/>
                      <a:pt x="152" y="2242"/>
                      <a:pt x="243" y="2485"/>
                    </a:cubicBezTo>
                    <a:cubicBezTo>
                      <a:pt x="335" y="2667"/>
                      <a:pt x="395" y="2850"/>
                      <a:pt x="517" y="3002"/>
                    </a:cubicBezTo>
                    <a:cubicBezTo>
                      <a:pt x="593" y="3123"/>
                      <a:pt x="715" y="3184"/>
                      <a:pt x="836" y="3184"/>
                    </a:cubicBezTo>
                    <a:cubicBezTo>
                      <a:pt x="958" y="3184"/>
                      <a:pt x="1079" y="3123"/>
                      <a:pt x="1155" y="3002"/>
                    </a:cubicBezTo>
                    <a:cubicBezTo>
                      <a:pt x="1277" y="2850"/>
                      <a:pt x="1338" y="2667"/>
                      <a:pt x="1398" y="2485"/>
                    </a:cubicBezTo>
                    <a:cubicBezTo>
                      <a:pt x="1520" y="2242"/>
                      <a:pt x="1611" y="2090"/>
                      <a:pt x="1642" y="1816"/>
                    </a:cubicBezTo>
                    <a:cubicBezTo>
                      <a:pt x="1672" y="1603"/>
                      <a:pt x="1672" y="1360"/>
                      <a:pt x="1642" y="1148"/>
                    </a:cubicBezTo>
                    <a:cubicBezTo>
                      <a:pt x="1642" y="1026"/>
                      <a:pt x="1611" y="904"/>
                      <a:pt x="1611" y="783"/>
                    </a:cubicBezTo>
                    <a:cubicBezTo>
                      <a:pt x="1550" y="692"/>
                      <a:pt x="1520" y="570"/>
                      <a:pt x="1459" y="479"/>
                    </a:cubicBezTo>
                    <a:cubicBezTo>
                      <a:pt x="1398" y="160"/>
                      <a:pt x="1117" y="0"/>
                      <a:pt x="8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9" name="Google Shape;5649;p35"/>
              <p:cNvSpPr/>
              <p:nvPr/>
            </p:nvSpPr>
            <p:spPr>
              <a:xfrm rot="-7016196">
                <a:off x="3265120" y="4146630"/>
                <a:ext cx="42600" cy="475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903" extrusionOk="0">
                    <a:moveTo>
                      <a:pt x="1000" y="0"/>
                    </a:moveTo>
                    <a:cubicBezTo>
                      <a:pt x="766" y="0"/>
                      <a:pt x="539" y="119"/>
                      <a:pt x="427" y="321"/>
                    </a:cubicBezTo>
                    <a:cubicBezTo>
                      <a:pt x="305" y="503"/>
                      <a:pt x="214" y="686"/>
                      <a:pt x="123" y="898"/>
                    </a:cubicBezTo>
                    <a:cubicBezTo>
                      <a:pt x="31" y="1081"/>
                      <a:pt x="1" y="1233"/>
                      <a:pt x="62" y="1415"/>
                    </a:cubicBezTo>
                    <a:cubicBezTo>
                      <a:pt x="92" y="1567"/>
                      <a:pt x="214" y="1750"/>
                      <a:pt x="366" y="1810"/>
                    </a:cubicBezTo>
                    <a:cubicBezTo>
                      <a:pt x="469" y="1872"/>
                      <a:pt x="586" y="1903"/>
                      <a:pt x="705" y="1903"/>
                    </a:cubicBezTo>
                    <a:cubicBezTo>
                      <a:pt x="934" y="1903"/>
                      <a:pt x="1168" y="1788"/>
                      <a:pt x="1308" y="1567"/>
                    </a:cubicBezTo>
                    <a:cubicBezTo>
                      <a:pt x="1430" y="1354"/>
                      <a:pt x="1521" y="1081"/>
                      <a:pt x="1642" y="838"/>
                    </a:cubicBezTo>
                    <a:cubicBezTo>
                      <a:pt x="1703" y="686"/>
                      <a:pt x="1642" y="443"/>
                      <a:pt x="1551" y="321"/>
                    </a:cubicBezTo>
                    <a:cubicBezTo>
                      <a:pt x="1490" y="199"/>
                      <a:pt x="1369" y="108"/>
                      <a:pt x="1247" y="47"/>
                    </a:cubicBezTo>
                    <a:cubicBezTo>
                      <a:pt x="1167" y="15"/>
                      <a:pt x="1083" y="0"/>
                      <a:pt x="10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0" name="Google Shape;5650;p35"/>
              <p:cNvSpPr/>
              <p:nvPr/>
            </p:nvSpPr>
            <p:spPr>
              <a:xfrm rot="-7016196">
                <a:off x="3113739" y="4681895"/>
                <a:ext cx="50800" cy="60874"/>
              </a:xfrm>
              <a:custGeom>
                <a:avLst/>
                <a:gdLst/>
                <a:ahLst/>
                <a:cxnLst/>
                <a:rect l="l" t="t" r="r" b="b"/>
                <a:pathLst>
                  <a:path w="2032" h="2435" extrusionOk="0">
                    <a:moveTo>
                      <a:pt x="665" y="0"/>
                    </a:moveTo>
                    <a:cubicBezTo>
                      <a:pt x="603" y="0"/>
                      <a:pt x="526" y="29"/>
                      <a:pt x="482" y="73"/>
                    </a:cubicBezTo>
                    <a:cubicBezTo>
                      <a:pt x="435" y="143"/>
                      <a:pt x="407" y="195"/>
                      <a:pt x="368" y="256"/>
                    </a:cubicBezTo>
                    <a:lnTo>
                      <a:pt x="368" y="256"/>
                    </a:lnTo>
                    <a:cubicBezTo>
                      <a:pt x="1" y="655"/>
                      <a:pt x="160" y="1341"/>
                      <a:pt x="269" y="1806"/>
                    </a:cubicBezTo>
                    <a:cubicBezTo>
                      <a:pt x="330" y="2079"/>
                      <a:pt x="603" y="2353"/>
                      <a:pt x="877" y="2414"/>
                    </a:cubicBezTo>
                    <a:cubicBezTo>
                      <a:pt x="974" y="2424"/>
                      <a:pt x="1066" y="2435"/>
                      <a:pt x="1156" y="2435"/>
                    </a:cubicBezTo>
                    <a:cubicBezTo>
                      <a:pt x="1319" y="2435"/>
                      <a:pt x="1469" y="2399"/>
                      <a:pt x="1606" y="2262"/>
                    </a:cubicBezTo>
                    <a:lnTo>
                      <a:pt x="1698" y="2201"/>
                    </a:lnTo>
                    <a:cubicBezTo>
                      <a:pt x="1910" y="2018"/>
                      <a:pt x="2032" y="1654"/>
                      <a:pt x="1910" y="1380"/>
                    </a:cubicBezTo>
                    <a:cubicBezTo>
                      <a:pt x="1796" y="1061"/>
                      <a:pt x="1700" y="777"/>
                      <a:pt x="1492" y="539"/>
                    </a:cubicBezTo>
                    <a:lnTo>
                      <a:pt x="1492" y="539"/>
                    </a:lnTo>
                    <a:lnTo>
                      <a:pt x="1515" y="559"/>
                    </a:lnTo>
                    <a:cubicBezTo>
                      <a:pt x="1359" y="326"/>
                      <a:pt x="1181" y="114"/>
                      <a:pt x="924" y="76"/>
                    </a:cubicBezTo>
                    <a:lnTo>
                      <a:pt x="924" y="76"/>
                    </a:lnTo>
                    <a:cubicBezTo>
                      <a:pt x="864" y="50"/>
                      <a:pt x="801" y="31"/>
                      <a:pt x="725" y="12"/>
                    </a:cubicBezTo>
                    <a:cubicBezTo>
                      <a:pt x="709" y="4"/>
                      <a:pt x="688" y="0"/>
                      <a:pt x="6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51" name="Google Shape;5651;p35"/>
            <p:cNvSpPr/>
            <p:nvPr/>
          </p:nvSpPr>
          <p:spPr>
            <a:xfrm rot="3982334" flipH="1">
              <a:off x="3375723" y="4863623"/>
              <a:ext cx="805367" cy="712553"/>
            </a:xfrm>
            <a:custGeom>
              <a:avLst/>
              <a:gdLst/>
              <a:ahLst/>
              <a:cxnLst/>
              <a:rect l="l" t="t" r="r" b="b"/>
              <a:pathLst>
                <a:path w="31739" h="42977" extrusionOk="0">
                  <a:moveTo>
                    <a:pt x="2341" y="25"/>
                  </a:moveTo>
                  <a:cubicBezTo>
                    <a:pt x="1031" y="25"/>
                    <a:pt x="1" y="1830"/>
                    <a:pt x="826" y="2949"/>
                  </a:cubicBezTo>
                  <a:cubicBezTo>
                    <a:pt x="1950" y="4469"/>
                    <a:pt x="2771" y="5380"/>
                    <a:pt x="4686" y="6019"/>
                  </a:cubicBezTo>
                  <a:cubicBezTo>
                    <a:pt x="6115" y="6475"/>
                    <a:pt x="7725" y="6687"/>
                    <a:pt x="9245" y="6748"/>
                  </a:cubicBezTo>
                  <a:cubicBezTo>
                    <a:pt x="9368" y="6753"/>
                    <a:pt x="9492" y="6755"/>
                    <a:pt x="9617" y="6755"/>
                  </a:cubicBezTo>
                  <a:cubicBezTo>
                    <a:pt x="11270" y="6755"/>
                    <a:pt x="13089" y="6354"/>
                    <a:pt x="14830" y="6354"/>
                  </a:cubicBezTo>
                  <a:cubicBezTo>
                    <a:pt x="16208" y="6354"/>
                    <a:pt x="17538" y="6606"/>
                    <a:pt x="18698" y="7508"/>
                  </a:cubicBezTo>
                  <a:cubicBezTo>
                    <a:pt x="19701" y="8298"/>
                    <a:pt x="20340" y="9545"/>
                    <a:pt x="21282" y="10426"/>
                  </a:cubicBezTo>
                  <a:cubicBezTo>
                    <a:pt x="22376" y="11429"/>
                    <a:pt x="23835" y="11429"/>
                    <a:pt x="24960" y="12371"/>
                  </a:cubicBezTo>
                  <a:cubicBezTo>
                    <a:pt x="27452" y="14408"/>
                    <a:pt x="27665" y="18359"/>
                    <a:pt x="27726" y="21308"/>
                  </a:cubicBezTo>
                  <a:cubicBezTo>
                    <a:pt x="27817" y="24773"/>
                    <a:pt x="25963" y="27053"/>
                    <a:pt x="24777" y="30092"/>
                  </a:cubicBezTo>
                  <a:cubicBezTo>
                    <a:pt x="24170" y="31673"/>
                    <a:pt x="24078" y="33162"/>
                    <a:pt x="22741" y="34347"/>
                  </a:cubicBezTo>
                  <a:cubicBezTo>
                    <a:pt x="21677" y="35259"/>
                    <a:pt x="20340" y="35989"/>
                    <a:pt x="19063" y="36536"/>
                  </a:cubicBezTo>
                  <a:cubicBezTo>
                    <a:pt x="17665" y="37113"/>
                    <a:pt x="16206" y="37569"/>
                    <a:pt x="14777" y="38086"/>
                  </a:cubicBezTo>
                  <a:cubicBezTo>
                    <a:pt x="13258" y="38633"/>
                    <a:pt x="11616" y="39332"/>
                    <a:pt x="10005" y="39424"/>
                  </a:cubicBezTo>
                  <a:cubicBezTo>
                    <a:pt x="7786" y="39575"/>
                    <a:pt x="5689" y="39940"/>
                    <a:pt x="4382" y="41946"/>
                  </a:cubicBezTo>
                  <a:cubicBezTo>
                    <a:pt x="4060" y="42453"/>
                    <a:pt x="4539" y="42977"/>
                    <a:pt x="5029" y="42977"/>
                  </a:cubicBezTo>
                  <a:cubicBezTo>
                    <a:pt x="5186" y="42977"/>
                    <a:pt x="5343" y="42923"/>
                    <a:pt x="5476" y="42797"/>
                  </a:cubicBezTo>
                  <a:cubicBezTo>
                    <a:pt x="6449" y="41886"/>
                    <a:pt x="7695" y="41673"/>
                    <a:pt x="8941" y="41642"/>
                  </a:cubicBezTo>
                  <a:cubicBezTo>
                    <a:pt x="9108" y="41642"/>
                    <a:pt x="9279" y="41640"/>
                    <a:pt x="9452" y="41640"/>
                  </a:cubicBezTo>
                  <a:cubicBezTo>
                    <a:pt x="9969" y="41640"/>
                    <a:pt x="10499" y="41658"/>
                    <a:pt x="10978" y="41794"/>
                  </a:cubicBezTo>
                  <a:cubicBezTo>
                    <a:pt x="11677" y="41977"/>
                    <a:pt x="12224" y="42341"/>
                    <a:pt x="12923" y="42493"/>
                  </a:cubicBezTo>
                  <a:cubicBezTo>
                    <a:pt x="13928" y="42697"/>
                    <a:pt x="14926" y="42798"/>
                    <a:pt x="15914" y="42798"/>
                  </a:cubicBezTo>
                  <a:cubicBezTo>
                    <a:pt x="17733" y="42798"/>
                    <a:pt x="19518" y="42453"/>
                    <a:pt x="21252" y="41764"/>
                  </a:cubicBezTo>
                  <a:cubicBezTo>
                    <a:pt x="23714" y="40791"/>
                    <a:pt x="26753" y="39424"/>
                    <a:pt x="28182" y="37113"/>
                  </a:cubicBezTo>
                  <a:cubicBezTo>
                    <a:pt x="28881" y="35958"/>
                    <a:pt x="29154" y="34651"/>
                    <a:pt x="29246" y="33344"/>
                  </a:cubicBezTo>
                  <a:cubicBezTo>
                    <a:pt x="29367" y="31794"/>
                    <a:pt x="29641" y="30518"/>
                    <a:pt x="30127" y="29059"/>
                  </a:cubicBezTo>
                  <a:cubicBezTo>
                    <a:pt x="31738" y="24074"/>
                    <a:pt x="31525" y="18481"/>
                    <a:pt x="28486" y="14074"/>
                  </a:cubicBezTo>
                  <a:cubicBezTo>
                    <a:pt x="27209" y="12250"/>
                    <a:pt x="25781" y="11034"/>
                    <a:pt x="23774" y="10031"/>
                  </a:cubicBezTo>
                  <a:cubicBezTo>
                    <a:pt x="21799" y="9058"/>
                    <a:pt x="20005" y="6809"/>
                    <a:pt x="19002" y="4833"/>
                  </a:cubicBezTo>
                  <a:cubicBezTo>
                    <a:pt x="17665" y="2189"/>
                    <a:pt x="14717" y="1277"/>
                    <a:pt x="11890" y="1216"/>
                  </a:cubicBezTo>
                  <a:cubicBezTo>
                    <a:pt x="11668" y="1212"/>
                    <a:pt x="11449" y="1211"/>
                    <a:pt x="11232" y="1211"/>
                  </a:cubicBezTo>
                  <a:cubicBezTo>
                    <a:pt x="10943" y="1211"/>
                    <a:pt x="10657" y="1213"/>
                    <a:pt x="10373" y="1213"/>
                  </a:cubicBezTo>
                  <a:cubicBezTo>
                    <a:pt x="9380" y="1213"/>
                    <a:pt x="8414" y="1186"/>
                    <a:pt x="7422" y="943"/>
                  </a:cubicBezTo>
                  <a:cubicBezTo>
                    <a:pt x="6570" y="730"/>
                    <a:pt x="5780" y="396"/>
                    <a:pt x="4929" y="213"/>
                  </a:cubicBezTo>
                  <a:cubicBezTo>
                    <a:pt x="4108" y="0"/>
                    <a:pt x="3318" y="122"/>
                    <a:pt x="2467" y="31"/>
                  </a:cubicBezTo>
                  <a:cubicBezTo>
                    <a:pt x="2425" y="27"/>
                    <a:pt x="2383" y="25"/>
                    <a:pt x="2341" y="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09" name="Google Shape;6009;p39"/>
          <p:cNvGrpSpPr/>
          <p:nvPr/>
        </p:nvGrpSpPr>
        <p:grpSpPr>
          <a:xfrm>
            <a:off x="-270673" y="-485417"/>
            <a:ext cx="9685336" cy="6682758"/>
            <a:chOff x="-270673" y="-485417"/>
            <a:chExt cx="9685336" cy="6682758"/>
          </a:xfrm>
        </p:grpSpPr>
        <p:grpSp>
          <p:nvGrpSpPr>
            <p:cNvPr id="6010" name="Google Shape;6010;p39"/>
            <p:cNvGrpSpPr/>
            <p:nvPr/>
          </p:nvGrpSpPr>
          <p:grpSpPr>
            <a:xfrm>
              <a:off x="-270673" y="4077333"/>
              <a:ext cx="9685336" cy="2120008"/>
              <a:chOff x="-270673" y="4077333"/>
              <a:chExt cx="9685336" cy="2120008"/>
            </a:xfrm>
          </p:grpSpPr>
          <p:grpSp>
            <p:nvGrpSpPr>
              <p:cNvPr id="6011" name="Google Shape;6011;p39"/>
              <p:cNvGrpSpPr/>
              <p:nvPr/>
            </p:nvGrpSpPr>
            <p:grpSpPr>
              <a:xfrm rot="10800000">
                <a:off x="2801980" y="4502499"/>
                <a:ext cx="1356778" cy="693313"/>
                <a:chOff x="1134050" y="1811775"/>
                <a:chExt cx="730275" cy="373150"/>
              </a:xfrm>
            </p:grpSpPr>
            <p:sp>
              <p:nvSpPr>
                <p:cNvPr id="6012" name="Google Shape;6012;p39"/>
                <p:cNvSpPr/>
                <p:nvPr/>
              </p:nvSpPr>
              <p:spPr>
                <a:xfrm>
                  <a:off x="1779200" y="1969075"/>
                  <a:ext cx="14450" cy="1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8" h="427" extrusionOk="0">
                      <a:moveTo>
                        <a:pt x="274" y="1"/>
                      </a:moveTo>
                      <a:cubicBezTo>
                        <a:pt x="0" y="1"/>
                        <a:pt x="0" y="426"/>
                        <a:pt x="274" y="426"/>
                      </a:cubicBezTo>
                      <a:cubicBezTo>
                        <a:pt x="578" y="426"/>
                        <a:pt x="578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3" name="Google Shape;6013;p39"/>
                <p:cNvSpPr/>
                <p:nvPr/>
              </p:nvSpPr>
              <p:spPr>
                <a:xfrm>
                  <a:off x="1704725" y="1895050"/>
                  <a:ext cx="31175" cy="2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7" h="1199" extrusionOk="0">
                      <a:moveTo>
                        <a:pt x="316" y="246"/>
                      </a:moveTo>
                      <a:lnTo>
                        <a:pt x="274" y="257"/>
                      </a:lnTo>
                      <a:cubicBezTo>
                        <a:pt x="285" y="257"/>
                        <a:pt x="300" y="253"/>
                        <a:pt x="316" y="246"/>
                      </a:cubicBezTo>
                      <a:close/>
                      <a:moveTo>
                        <a:pt x="1083" y="688"/>
                      </a:moveTo>
                      <a:cubicBezTo>
                        <a:pt x="1072" y="704"/>
                        <a:pt x="1064" y="722"/>
                        <a:pt x="1064" y="743"/>
                      </a:cubicBezTo>
                      <a:lnTo>
                        <a:pt x="1083" y="688"/>
                      </a:lnTo>
                      <a:close/>
                      <a:moveTo>
                        <a:pt x="820" y="1"/>
                      </a:moveTo>
                      <a:cubicBezTo>
                        <a:pt x="740" y="1"/>
                        <a:pt x="651" y="22"/>
                        <a:pt x="608" y="44"/>
                      </a:cubicBezTo>
                      <a:lnTo>
                        <a:pt x="608" y="74"/>
                      </a:lnTo>
                      <a:cubicBezTo>
                        <a:pt x="576" y="90"/>
                        <a:pt x="553" y="106"/>
                        <a:pt x="529" y="122"/>
                      </a:cubicBezTo>
                      <a:lnTo>
                        <a:pt x="529" y="122"/>
                      </a:lnTo>
                      <a:cubicBezTo>
                        <a:pt x="465" y="147"/>
                        <a:pt x="420" y="171"/>
                        <a:pt x="395" y="196"/>
                      </a:cubicBezTo>
                      <a:cubicBezTo>
                        <a:pt x="376" y="215"/>
                        <a:pt x="344" y="235"/>
                        <a:pt x="316" y="246"/>
                      </a:cubicBezTo>
                      <a:lnTo>
                        <a:pt x="316" y="246"/>
                      </a:lnTo>
                      <a:lnTo>
                        <a:pt x="395" y="226"/>
                      </a:lnTo>
                      <a:lnTo>
                        <a:pt x="395" y="226"/>
                      </a:lnTo>
                      <a:cubicBezTo>
                        <a:pt x="304" y="257"/>
                        <a:pt x="213" y="287"/>
                        <a:pt x="152" y="378"/>
                      </a:cubicBezTo>
                      <a:cubicBezTo>
                        <a:pt x="61" y="469"/>
                        <a:pt x="0" y="561"/>
                        <a:pt x="0" y="713"/>
                      </a:cubicBezTo>
                      <a:cubicBezTo>
                        <a:pt x="0" y="834"/>
                        <a:pt x="61" y="986"/>
                        <a:pt x="152" y="1047"/>
                      </a:cubicBezTo>
                      <a:cubicBezTo>
                        <a:pt x="243" y="1138"/>
                        <a:pt x="365" y="1199"/>
                        <a:pt x="487" y="1199"/>
                      </a:cubicBezTo>
                      <a:lnTo>
                        <a:pt x="608" y="1169"/>
                      </a:lnTo>
                      <a:cubicBezTo>
                        <a:pt x="699" y="1169"/>
                        <a:pt x="791" y="1108"/>
                        <a:pt x="851" y="1047"/>
                      </a:cubicBezTo>
                      <a:cubicBezTo>
                        <a:pt x="887" y="1011"/>
                        <a:pt x="923" y="965"/>
                        <a:pt x="953" y="914"/>
                      </a:cubicBezTo>
                      <a:lnTo>
                        <a:pt x="953" y="914"/>
                      </a:lnTo>
                      <a:cubicBezTo>
                        <a:pt x="973" y="887"/>
                        <a:pt x="977" y="861"/>
                        <a:pt x="1003" y="834"/>
                      </a:cubicBezTo>
                      <a:cubicBezTo>
                        <a:pt x="1034" y="773"/>
                        <a:pt x="1064" y="713"/>
                        <a:pt x="1095" y="652"/>
                      </a:cubicBezTo>
                      <a:lnTo>
                        <a:pt x="1095" y="652"/>
                      </a:lnTo>
                      <a:lnTo>
                        <a:pt x="1083" y="688"/>
                      </a:lnTo>
                      <a:lnTo>
                        <a:pt x="1083" y="688"/>
                      </a:lnTo>
                      <a:cubicBezTo>
                        <a:pt x="1103" y="657"/>
                        <a:pt x="1136" y="631"/>
                        <a:pt x="1155" y="591"/>
                      </a:cubicBezTo>
                      <a:cubicBezTo>
                        <a:pt x="1247" y="469"/>
                        <a:pt x="1216" y="226"/>
                        <a:pt x="1095" y="105"/>
                      </a:cubicBezTo>
                      <a:cubicBezTo>
                        <a:pt x="1034" y="74"/>
                        <a:pt x="973" y="44"/>
                        <a:pt x="912" y="13"/>
                      </a:cubicBezTo>
                      <a:cubicBezTo>
                        <a:pt x="885" y="5"/>
                        <a:pt x="854" y="1"/>
                        <a:pt x="8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4" name="Google Shape;6014;p39"/>
                <p:cNvSpPr/>
                <p:nvPr/>
              </p:nvSpPr>
              <p:spPr>
                <a:xfrm>
                  <a:off x="1651525" y="2002450"/>
                  <a:ext cx="28900" cy="2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" h="827" extrusionOk="0">
                      <a:moveTo>
                        <a:pt x="479" y="1"/>
                      </a:moveTo>
                      <a:cubicBezTo>
                        <a:pt x="413" y="1"/>
                        <a:pt x="349" y="26"/>
                        <a:pt x="274" y="64"/>
                      </a:cubicBezTo>
                      <a:cubicBezTo>
                        <a:pt x="1" y="186"/>
                        <a:pt x="1" y="642"/>
                        <a:pt x="274" y="763"/>
                      </a:cubicBezTo>
                      <a:cubicBezTo>
                        <a:pt x="349" y="801"/>
                        <a:pt x="413" y="827"/>
                        <a:pt x="479" y="827"/>
                      </a:cubicBezTo>
                      <a:cubicBezTo>
                        <a:pt x="492" y="827"/>
                        <a:pt x="505" y="826"/>
                        <a:pt x="518" y="824"/>
                      </a:cubicBezTo>
                      <a:lnTo>
                        <a:pt x="518" y="824"/>
                      </a:lnTo>
                      <a:lnTo>
                        <a:pt x="517" y="824"/>
                      </a:lnTo>
                      <a:lnTo>
                        <a:pt x="517" y="824"/>
                      </a:lnTo>
                      <a:lnTo>
                        <a:pt x="761" y="794"/>
                      </a:lnTo>
                      <a:cubicBezTo>
                        <a:pt x="882" y="763"/>
                        <a:pt x="973" y="763"/>
                        <a:pt x="1034" y="672"/>
                      </a:cubicBezTo>
                      <a:cubicBezTo>
                        <a:pt x="1095" y="611"/>
                        <a:pt x="1156" y="490"/>
                        <a:pt x="1156" y="398"/>
                      </a:cubicBezTo>
                      <a:cubicBezTo>
                        <a:pt x="1156" y="307"/>
                        <a:pt x="1125" y="216"/>
                        <a:pt x="1034" y="125"/>
                      </a:cubicBezTo>
                      <a:cubicBezTo>
                        <a:pt x="973" y="64"/>
                        <a:pt x="882" y="34"/>
                        <a:pt x="761" y="34"/>
                      </a:cubicBezTo>
                      <a:lnTo>
                        <a:pt x="517" y="3"/>
                      </a:lnTo>
                      <a:lnTo>
                        <a:pt x="518" y="4"/>
                      </a:lnTo>
                      <a:lnTo>
                        <a:pt x="518" y="4"/>
                      </a:lnTo>
                      <a:cubicBezTo>
                        <a:pt x="505" y="2"/>
                        <a:pt x="492" y="1"/>
                        <a:pt x="47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5" name="Google Shape;6015;p39"/>
                <p:cNvSpPr/>
                <p:nvPr/>
              </p:nvSpPr>
              <p:spPr>
                <a:xfrm>
                  <a:off x="1644700" y="1950850"/>
                  <a:ext cx="2205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" h="670" extrusionOk="0">
                      <a:moveTo>
                        <a:pt x="426" y="0"/>
                      </a:moveTo>
                      <a:cubicBezTo>
                        <a:pt x="0" y="0"/>
                        <a:pt x="0" y="669"/>
                        <a:pt x="426" y="669"/>
                      </a:cubicBezTo>
                      <a:cubicBezTo>
                        <a:pt x="882" y="669"/>
                        <a:pt x="882" y="0"/>
                        <a:pt x="4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6" name="Google Shape;6016;p39"/>
                <p:cNvSpPr/>
                <p:nvPr/>
              </p:nvSpPr>
              <p:spPr>
                <a:xfrm>
                  <a:off x="1582375" y="1893100"/>
                  <a:ext cx="30425" cy="2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7" h="973" extrusionOk="0">
                      <a:moveTo>
                        <a:pt x="609" y="31"/>
                      </a:moveTo>
                      <a:cubicBezTo>
                        <a:pt x="624" y="31"/>
                        <a:pt x="637" y="33"/>
                        <a:pt x="649" y="36"/>
                      </a:cubicBezTo>
                      <a:lnTo>
                        <a:pt x="649" y="36"/>
                      </a:lnTo>
                      <a:lnTo>
                        <a:pt x="639" y="31"/>
                      </a:lnTo>
                      <a:close/>
                      <a:moveTo>
                        <a:pt x="675" y="924"/>
                      </a:moveTo>
                      <a:lnTo>
                        <a:pt x="654" y="927"/>
                      </a:lnTo>
                      <a:lnTo>
                        <a:pt x="654" y="927"/>
                      </a:lnTo>
                      <a:lnTo>
                        <a:pt x="639" y="943"/>
                      </a:lnTo>
                      <a:lnTo>
                        <a:pt x="639" y="943"/>
                      </a:lnTo>
                      <a:lnTo>
                        <a:pt x="675" y="924"/>
                      </a:lnTo>
                      <a:close/>
                      <a:moveTo>
                        <a:pt x="457" y="0"/>
                      </a:moveTo>
                      <a:cubicBezTo>
                        <a:pt x="335" y="0"/>
                        <a:pt x="213" y="61"/>
                        <a:pt x="122" y="152"/>
                      </a:cubicBezTo>
                      <a:cubicBezTo>
                        <a:pt x="61" y="213"/>
                        <a:pt x="1" y="365"/>
                        <a:pt x="1" y="487"/>
                      </a:cubicBezTo>
                      <a:cubicBezTo>
                        <a:pt x="1" y="608"/>
                        <a:pt x="31" y="730"/>
                        <a:pt x="122" y="821"/>
                      </a:cubicBezTo>
                      <a:cubicBezTo>
                        <a:pt x="213" y="912"/>
                        <a:pt x="335" y="973"/>
                        <a:pt x="457" y="973"/>
                      </a:cubicBezTo>
                      <a:cubicBezTo>
                        <a:pt x="517" y="973"/>
                        <a:pt x="578" y="943"/>
                        <a:pt x="609" y="943"/>
                      </a:cubicBezTo>
                      <a:cubicBezTo>
                        <a:pt x="618" y="938"/>
                        <a:pt x="627" y="934"/>
                        <a:pt x="636" y="930"/>
                      </a:cubicBezTo>
                      <a:lnTo>
                        <a:pt x="636" y="930"/>
                      </a:lnTo>
                      <a:lnTo>
                        <a:pt x="654" y="927"/>
                      </a:lnTo>
                      <a:lnTo>
                        <a:pt x="654" y="927"/>
                      </a:lnTo>
                      <a:lnTo>
                        <a:pt x="661" y="920"/>
                      </a:lnTo>
                      <a:lnTo>
                        <a:pt x="661" y="920"/>
                      </a:lnTo>
                      <a:cubicBezTo>
                        <a:pt x="693" y="909"/>
                        <a:pt x="720" y="902"/>
                        <a:pt x="760" y="882"/>
                      </a:cubicBezTo>
                      <a:lnTo>
                        <a:pt x="760" y="882"/>
                      </a:lnTo>
                      <a:lnTo>
                        <a:pt x="675" y="924"/>
                      </a:lnTo>
                      <a:lnTo>
                        <a:pt x="675" y="924"/>
                      </a:lnTo>
                      <a:lnTo>
                        <a:pt x="761" y="912"/>
                      </a:lnTo>
                      <a:cubicBezTo>
                        <a:pt x="882" y="912"/>
                        <a:pt x="1004" y="882"/>
                        <a:pt x="1095" y="791"/>
                      </a:cubicBezTo>
                      <a:cubicBezTo>
                        <a:pt x="1156" y="699"/>
                        <a:pt x="1216" y="578"/>
                        <a:pt x="1216" y="487"/>
                      </a:cubicBezTo>
                      <a:cubicBezTo>
                        <a:pt x="1216" y="365"/>
                        <a:pt x="1156" y="243"/>
                        <a:pt x="1095" y="183"/>
                      </a:cubicBezTo>
                      <a:cubicBezTo>
                        <a:pt x="1004" y="91"/>
                        <a:pt x="882" y="61"/>
                        <a:pt x="761" y="61"/>
                      </a:cubicBezTo>
                      <a:lnTo>
                        <a:pt x="686" y="50"/>
                      </a:lnTo>
                      <a:lnTo>
                        <a:pt x="686" y="50"/>
                      </a:lnTo>
                      <a:cubicBezTo>
                        <a:pt x="674" y="44"/>
                        <a:pt x="662" y="39"/>
                        <a:pt x="649" y="36"/>
                      </a:cubicBezTo>
                      <a:lnTo>
                        <a:pt x="649" y="36"/>
                      </a:lnTo>
                      <a:lnTo>
                        <a:pt x="675" y="49"/>
                      </a:lnTo>
                      <a:lnTo>
                        <a:pt x="675" y="49"/>
                      </a:lnTo>
                      <a:lnTo>
                        <a:pt x="548" y="31"/>
                      </a:lnTo>
                      <a:lnTo>
                        <a:pt x="609" y="31"/>
                      </a:lnTo>
                      <a:cubicBezTo>
                        <a:pt x="578" y="0"/>
                        <a:pt x="517" y="0"/>
                        <a:pt x="45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7" name="Google Shape;6017;p39"/>
                <p:cNvSpPr/>
                <p:nvPr/>
              </p:nvSpPr>
              <p:spPr>
                <a:xfrm>
                  <a:off x="1537550" y="1972125"/>
                  <a:ext cx="21300" cy="2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" h="1095" extrusionOk="0">
                      <a:moveTo>
                        <a:pt x="426" y="0"/>
                      </a:moveTo>
                      <a:cubicBezTo>
                        <a:pt x="183" y="0"/>
                        <a:pt x="31" y="152"/>
                        <a:pt x="31" y="396"/>
                      </a:cubicBezTo>
                      <a:lnTo>
                        <a:pt x="0" y="396"/>
                      </a:lnTo>
                      <a:cubicBezTo>
                        <a:pt x="0" y="487"/>
                        <a:pt x="0" y="578"/>
                        <a:pt x="0" y="669"/>
                      </a:cubicBezTo>
                      <a:cubicBezTo>
                        <a:pt x="0" y="791"/>
                        <a:pt x="31" y="912"/>
                        <a:pt x="122" y="973"/>
                      </a:cubicBezTo>
                      <a:cubicBezTo>
                        <a:pt x="183" y="1064"/>
                        <a:pt x="304" y="1095"/>
                        <a:pt x="426" y="1095"/>
                      </a:cubicBezTo>
                      <a:cubicBezTo>
                        <a:pt x="669" y="1095"/>
                        <a:pt x="821" y="912"/>
                        <a:pt x="851" y="669"/>
                      </a:cubicBezTo>
                      <a:cubicBezTo>
                        <a:pt x="851" y="578"/>
                        <a:pt x="821" y="487"/>
                        <a:pt x="821" y="396"/>
                      </a:cubicBezTo>
                      <a:cubicBezTo>
                        <a:pt x="821" y="274"/>
                        <a:pt x="791" y="183"/>
                        <a:pt x="699" y="92"/>
                      </a:cubicBezTo>
                      <a:cubicBezTo>
                        <a:pt x="639" y="31"/>
                        <a:pt x="517" y="0"/>
                        <a:pt x="4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8" name="Google Shape;6018;p39"/>
                <p:cNvSpPr/>
                <p:nvPr/>
              </p:nvSpPr>
              <p:spPr>
                <a:xfrm>
                  <a:off x="1586175" y="1937925"/>
                  <a:ext cx="15975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457" extrusionOk="0">
                      <a:moveTo>
                        <a:pt x="305" y="1"/>
                      </a:moveTo>
                      <a:cubicBezTo>
                        <a:pt x="1" y="1"/>
                        <a:pt x="1" y="457"/>
                        <a:pt x="305" y="457"/>
                      </a:cubicBezTo>
                      <a:cubicBezTo>
                        <a:pt x="639" y="457"/>
                        <a:pt x="639" y="1"/>
                        <a:pt x="30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9" name="Google Shape;6019;p39"/>
                <p:cNvSpPr/>
                <p:nvPr/>
              </p:nvSpPr>
              <p:spPr>
                <a:xfrm>
                  <a:off x="1588450" y="2025325"/>
                  <a:ext cx="26625" cy="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" h="821" extrusionOk="0">
                      <a:moveTo>
                        <a:pt x="518" y="0"/>
                      </a:moveTo>
                      <a:cubicBezTo>
                        <a:pt x="1" y="0"/>
                        <a:pt x="1" y="821"/>
                        <a:pt x="518" y="821"/>
                      </a:cubicBezTo>
                      <a:cubicBezTo>
                        <a:pt x="1065" y="821"/>
                        <a:pt x="1065" y="0"/>
                        <a:pt x="51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0" name="Google Shape;6020;p39"/>
                <p:cNvSpPr/>
                <p:nvPr/>
              </p:nvSpPr>
              <p:spPr>
                <a:xfrm>
                  <a:off x="1506400" y="1887575"/>
                  <a:ext cx="22050" cy="27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" h="1096" extrusionOk="0">
                      <a:moveTo>
                        <a:pt x="478" y="0"/>
                      </a:moveTo>
                      <a:cubicBezTo>
                        <a:pt x="460" y="0"/>
                        <a:pt x="442" y="3"/>
                        <a:pt x="426" y="9"/>
                      </a:cubicBezTo>
                      <a:cubicBezTo>
                        <a:pt x="334" y="9"/>
                        <a:pt x="213" y="39"/>
                        <a:pt x="152" y="100"/>
                      </a:cubicBezTo>
                      <a:cubicBezTo>
                        <a:pt x="61" y="191"/>
                        <a:pt x="30" y="282"/>
                        <a:pt x="30" y="404"/>
                      </a:cubicBezTo>
                      <a:lnTo>
                        <a:pt x="0" y="647"/>
                      </a:lnTo>
                      <a:lnTo>
                        <a:pt x="30" y="556"/>
                      </a:lnTo>
                      <a:lnTo>
                        <a:pt x="30" y="556"/>
                      </a:lnTo>
                      <a:cubicBezTo>
                        <a:pt x="0" y="708"/>
                        <a:pt x="0" y="890"/>
                        <a:pt x="122" y="981"/>
                      </a:cubicBezTo>
                      <a:lnTo>
                        <a:pt x="152" y="981"/>
                      </a:lnTo>
                      <a:cubicBezTo>
                        <a:pt x="228" y="1057"/>
                        <a:pt x="327" y="1095"/>
                        <a:pt x="429" y="1095"/>
                      </a:cubicBezTo>
                      <a:cubicBezTo>
                        <a:pt x="532" y="1095"/>
                        <a:pt x="638" y="1057"/>
                        <a:pt x="730" y="981"/>
                      </a:cubicBezTo>
                      <a:cubicBezTo>
                        <a:pt x="851" y="890"/>
                        <a:pt x="882" y="708"/>
                        <a:pt x="851" y="556"/>
                      </a:cubicBezTo>
                      <a:lnTo>
                        <a:pt x="851" y="556"/>
                      </a:lnTo>
                      <a:cubicBezTo>
                        <a:pt x="851" y="586"/>
                        <a:pt x="851" y="616"/>
                        <a:pt x="851" y="647"/>
                      </a:cubicBezTo>
                      <a:lnTo>
                        <a:pt x="821" y="404"/>
                      </a:lnTo>
                      <a:cubicBezTo>
                        <a:pt x="821" y="282"/>
                        <a:pt x="790" y="191"/>
                        <a:pt x="730" y="100"/>
                      </a:cubicBezTo>
                      <a:cubicBezTo>
                        <a:pt x="655" y="50"/>
                        <a:pt x="560" y="0"/>
                        <a:pt x="47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1" name="Google Shape;6021;p39"/>
                <p:cNvSpPr/>
                <p:nvPr/>
              </p:nvSpPr>
              <p:spPr>
                <a:xfrm>
                  <a:off x="1631775" y="1875625"/>
                  <a:ext cx="16750" cy="1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17" extrusionOk="0">
                      <a:moveTo>
                        <a:pt x="335" y="0"/>
                      </a:moveTo>
                      <a:cubicBezTo>
                        <a:pt x="0" y="0"/>
                        <a:pt x="0" y="517"/>
                        <a:pt x="335" y="517"/>
                      </a:cubicBezTo>
                      <a:cubicBezTo>
                        <a:pt x="669" y="517"/>
                        <a:pt x="669" y="0"/>
                        <a:pt x="33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2" name="Google Shape;6022;p39"/>
                <p:cNvSpPr/>
                <p:nvPr/>
              </p:nvSpPr>
              <p:spPr>
                <a:xfrm>
                  <a:off x="1748800" y="1846750"/>
                  <a:ext cx="12925" cy="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" h="396" extrusionOk="0">
                      <a:moveTo>
                        <a:pt x="274" y="0"/>
                      </a:moveTo>
                      <a:cubicBezTo>
                        <a:pt x="0" y="0"/>
                        <a:pt x="0" y="395"/>
                        <a:pt x="274" y="395"/>
                      </a:cubicBezTo>
                      <a:cubicBezTo>
                        <a:pt x="517" y="395"/>
                        <a:pt x="517" y="0"/>
                        <a:pt x="27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3" name="Google Shape;6023;p39"/>
                <p:cNvSpPr/>
                <p:nvPr/>
              </p:nvSpPr>
              <p:spPr>
                <a:xfrm>
                  <a:off x="1770075" y="1965950"/>
                  <a:ext cx="17500" cy="2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" h="924" extrusionOk="0">
                      <a:moveTo>
                        <a:pt x="381" y="1"/>
                      </a:moveTo>
                      <a:cubicBezTo>
                        <a:pt x="366" y="1"/>
                        <a:pt x="350" y="2"/>
                        <a:pt x="335" y="4"/>
                      </a:cubicBezTo>
                      <a:cubicBezTo>
                        <a:pt x="152" y="4"/>
                        <a:pt x="0" y="156"/>
                        <a:pt x="0" y="339"/>
                      </a:cubicBezTo>
                      <a:cubicBezTo>
                        <a:pt x="0" y="399"/>
                        <a:pt x="0" y="430"/>
                        <a:pt x="0" y="491"/>
                      </a:cubicBezTo>
                      <a:cubicBezTo>
                        <a:pt x="0" y="521"/>
                        <a:pt x="0" y="521"/>
                        <a:pt x="0" y="551"/>
                      </a:cubicBezTo>
                      <a:cubicBezTo>
                        <a:pt x="0" y="643"/>
                        <a:pt x="31" y="703"/>
                        <a:pt x="61" y="764"/>
                      </a:cubicBezTo>
                      <a:cubicBezTo>
                        <a:pt x="107" y="871"/>
                        <a:pt x="221" y="924"/>
                        <a:pt x="339" y="924"/>
                      </a:cubicBezTo>
                      <a:cubicBezTo>
                        <a:pt x="456" y="924"/>
                        <a:pt x="578" y="871"/>
                        <a:pt x="639" y="764"/>
                      </a:cubicBezTo>
                      <a:cubicBezTo>
                        <a:pt x="669" y="703"/>
                        <a:pt x="669" y="643"/>
                        <a:pt x="699" y="582"/>
                      </a:cubicBezTo>
                      <a:cubicBezTo>
                        <a:pt x="699" y="551"/>
                        <a:pt x="699" y="521"/>
                        <a:pt x="699" y="491"/>
                      </a:cubicBezTo>
                      <a:cubicBezTo>
                        <a:pt x="699" y="430"/>
                        <a:pt x="699" y="399"/>
                        <a:pt x="699" y="339"/>
                      </a:cubicBezTo>
                      <a:cubicBezTo>
                        <a:pt x="671" y="170"/>
                        <a:pt x="565" y="1"/>
                        <a:pt x="38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4" name="Google Shape;6024;p39"/>
                <p:cNvSpPr/>
                <p:nvPr/>
              </p:nvSpPr>
              <p:spPr>
                <a:xfrm>
                  <a:off x="1814150" y="1880175"/>
                  <a:ext cx="20525" cy="2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1065" extrusionOk="0">
                      <a:moveTo>
                        <a:pt x="426" y="1"/>
                      </a:moveTo>
                      <a:cubicBezTo>
                        <a:pt x="213" y="31"/>
                        <a:pt x="61" y="183"/>
                        <a:pt x="31" y="396"/>
                      </a:cubicBezTo>
                      <a:cubicBezTo>
                        <a:pt x="31" y="517"/>
                        <a:pt x="0" y="639"/>
                        <a:pt x="31" y="760"/>
                      </a:cubicBezTo>
                      <a:cubicBezTo>
                        <a:pt x="91" y="943"/>
                        <a:pt x="243" y="1064"/>
                        <a:pt x="426" y="1064"/>
                      </a:cubicBezTo>
                      <a:cubicBezTo>
                        <a:pt x="578" y="1034"/>
                        <a:pt x="730" y="943"/>
                        <a:pt x="791" y="760"/>
                      </a:cubicBezTo>
                      <a:cubicBezTo>
                        <a:pt x="821" y="639"/>
                        <a:pt x="791" y="517"/>
                        <a:pt x="791" y="396"/>
                      </a:cubicBezTo>
                      <a:cubicBezTo>
                        <a:pt x="791" y="274"/>
                        <a:pt x="760" y="183"/>
                        <a:pt x="669" y="122"/>
                      </a:cubicBezTo>
                      <a:cubicBezTo>
                        <a:pt x="608" y="61"/>
                        <a:pt x="517" y="1"/>
                        <a:pt x="42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5" name="Google Shape;6025;p39"/>
                <p:cNvSpPr/>
                <p:nvPr/>
              </p:nvSpPr>
              <p:spPr>
                <a:xfrm>
                  <a:off x="1767025" y="1811775"/>
                  <a:ext cx="22825" cy="1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" h="701" extrusionOk="0">
                      <a:moveTo>
                        <a:pt x="457" y="1"/>
                      </a:moveTo>
                      <a:cubicBezTo>
                        <a:pt x="1" y="1"/>
                        <a:pt x="1" y="700"/>
                        <a:pt x="457" y="700"/>
                      </a:cubicBezTo>
                      <a:cubicBezTo>
                        <a:pt x="913" y="700"/>
                        <a:pt x="913" y="1"/>
                        <a:pt x="45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6" name="Google Shape;6026;p39"/>
                <p:cNvSpPr/>
                <p:nvPr/>
              </p:nvSpPr>
              <p:spPr>
                <a:xfrm>
                  <a:off x="1662175" y="1858325"/>
                  <a:ext cx="19025" cy="1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685" extrusionOk="0">
                      <a:moveTo>
                        <a:pt x="426" y="1"/>
                      </a:moveTo>
                      <a:cubicBezTo>
                        <a:pt x="395" y="1"/>
                        <a:pt x="365" y="8"/>
                        <a:pt x="335" y="23"/>
                      </a:cubicBezTo>
                      <a:lnTo>
                        <a:pt x="243" y="23"/>
                      </a:lnTo>
                      <a:cubicBezTo>
                        <a:pt x="183" y="54"/>
                        <a:pt x="152" y="84"/>
                        <a:pt x="91" y="115"/>
                      </a:cubicBezTo>
                      <a:cubicBezTo>
                        <a:pt x="61" y="145"/>
                        <a:pt x="31" y="206"/>
                        <a:pt x="31" y="267"/>
                      </a:cubicBezTo>
                      <a:cubicBezTo>
                        <a:pt x="0" y="327"/>
                        <a:pt x="0" y="327"/>
                        <a:pt x="31" y="419"/>
                      </a:cubicBezTo>
                      <a:cubicBezTo>
                        <a:pt x="31" y="479"/>
                        <a:pt x="61" y="510"/>
                        <a:pt x="91" y="571"/>
                      </a:cubicBezTo>
                      <a:cubicBezTo>
                        <a:pt x="122" y="601"/>
                        <a:pt x="183" y="631"/>
                        <a:pt x="243" y="631"/>
                      </a:cubicBezTo>
                      <a:lnTo>
                        <a:pt x="335" y="662"/>
                      </a:lnTo>
                      <a:cubicBezTo>
                        <a:pt x="365" y="677"/>
                        <a:pt x="395" y="685"/>
                        <a:pt x="426" y="685"/>
                      </a:cubicBezTo>
                      <a:cubicBezTo>
                        <a:pt x="456" y="685"/>
                        <a:pt x="487" y="677"/>
                        <a:pt x="517" y="662"/>
                      </a:cubicBezTo>
                      <a:cubicBezTo>
                        <a:pt x="578" y="662"/>
                        <a:pt x="608" y="631"/>
                        <a:pt x="669" y="571"/>
                      </a:cubicBezTo>
                      <a:cubicBezTo>
                        <a:pt x="730" y="510"/>
                        <a:pt x="760" y="419"/>
                        <a:pt x="760" y="327"/>
                      </a:cubicBezTo>
                      <a:cubicBezTo>
                        <a:pt x="760" y="267"/>
                        <a:pt x="730" y="175"/>
                        <a:pt x="669" y="115"/>
                      </a:cubicBezTo>
                      <a:cubicBezTo>
                        <a:pt x="608" y="54"/>
                        <a:pt x="578" y="23"/>
                        <a:pt x="517" y="23"/>
                      </a:cubicBezTo>
                      <a:cubicBezTo>
                        <a:pt x="487" y="8"/>
                        <a:pt x="456" y="1"/>
                        <a:pt x="42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7" name="Google Shape;6027;p39"/>
                <p:cNvSpPr/>
                <p:nvPr/>
              </p:nvSpPr>
              <p:spPr>
                <a:xfrm>
                  <a:off x="1692550" y="1964525"/>
                  <a:ext cx="21325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3" h="639" extrusionOk="0">
                      <a:moveTo>
                        <a:pt x="427" y="0"/>
                      </a:moveTo>
                      <a:cubicBezTo>
                        <a:pt x="1" y="0"/>
                        <a:pt x="1" y="639"/>
                        <a:pt x="427" y="639"/>
                      </a:cubicBezTo>
                      <a:cubicBezTo>
                        <a:pt x="852" y="639"/>
                        <a:pt x="852" y="0"/>
                        <a:pt x="42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8" name="Google Shape;6028;p39"/>
                <p:cNvSpPr/>
                <p:nvPr/>
              </p:nvSpPr>
              <p:spPr>
                <a:xfrm>
                  <a:off x="1734350" y="2024550"/>
                  <a:ext cx="19800" cy="1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761" extrusionOk="0">
                      <a:moveTo>
                        <a:pt x="396" y="1"/>
                      </a:moveTo>
                      <a:cubicBezTo>
                        <a:pt x="305" y="1"/>
                        <a:pt x="183" y="31"/>
                        <a:pt x="122" y="92"/>
                      </a:cubicBezTo>
                      <a:cubicBezTo>
                        <a:pt x="92" y="122"/>
                        <a:pt x="62" y="183"/>
                        <a:pt x="31" y="213"/>
                      </a:cubicBezTo>
                      <a:cubicBezTo>
                        <a:pt x="31" y="274"/>
                        <a:pt x="1" y="335"/>
                        <a:pt x="1" y="396"/>
                      </a:cubicBezTo>
                      <a:cubicBezTo>
                        <a:pt x="1" y="487"/>
                        <a:pt x="62" y="578"/>
                        <a:pt x="122" y="669"/>
                      </a:cubicBezTo>
                      <a:cubicBezTo>
                        <a:pt x="214" y="730"/>
                        <a:pt x="305" y="761"/>
                        <a:pt x="396" y="761"/>
                      </a:cubicBezTo>
                      <a:cubicBezTo>
                        <a:pt x="517" y="761"/>
                        <a:pt x="609" y="730"/>
                        <a:pt x="669" y="669"/>
                      </a:cubicBezTo>
                      <a:cubicBezTo>
                        <a:pt x="730" y="609"/>
                        <a:pt x="730" y="578"/>
                        <a:pt x="761" y="517"/>
                      </a:cubicBezTo>
                      <a:cubicBezTo>
                        <a:pt x="791" y="487"/>
                        <a:pt x="791" y="426"/>
                        <a:pt x="791" y="365"/>
                      </a:cubicBezTo>
                      <a:cubicBezTo>
                        <a:pt x="791" y="274"/>
                        <a:pt x="761" y="183"/>
                        <a:pt x="669" y="92"/>
                      </a:cubicBezTo>
                      <a:cubicBezTo>
                        <a:pt x="609" y="31"/>
                        <a:pt x="517" y="1"/>
                        <a:pt x="39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9" name="Google Shape;6029;p39"/>
                <p:cNvSpPr/>
                <p:nvPr/>
              </p:nvSpPr>
              <p:spPr>
                <a:xfrm>
                  <a:off x="1658375" y="2102075"/>
                  <a:ext cx="35725" cy="2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9" h="1125" extrusionOk="0">
                      <a:moveTo>
                        <a:pt x="699" y="0"/>
                      </a:moveTo>
                      <a:cubicBezTo>
                        <a:pt x="0" y="0"/>
                        <a:pt x="0" y="1125"/>
                        <a:pt x="699" y="1125"/>
                      </a:cubicBezTo>
                      <a:cubicBezTo>
                        <a:pt x="1429" y="1125"/>
                        <a:pt x="1429" y="0"/>
                        <a:pt x="69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0" name="Google Shape;6030;p39"/>
                <p:cNvSpPr/>
                <p:nvPr/>
              </p:nvSpPr>
              <p:spPr>
                <a:xfrm>
                  <a:off x="1608225" y="1975175"/>
                  <a:ext cx="19775" cy="1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8" extrusionOk="0">
                      <a:moveTo>
                        <a:pt x="395" y="0"/>
                      </a:moveTo>
                      <a:cubicBezTo>
                        <a:pt x="0" y="0"/>
                        <a:pt x="0" y="608"/>
                        <a:pt x="395" y="608"/>
                      </a:cubicBezTo>
                      <a:cubicBezTo>
                        <a:pt x="790" y="608"/>
                        <a:pt x="790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1" name="Google Shape;6031;p39"/>
                <p:cNvSpPr/>
                <p:nvPr/>
              </p:nvSpPr>
              <p:spPr>
                <a:xfrm>
                  <a:off x="1658375" y="1905250"/>
                  <a:ext cx="15225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487" extrusionOk="0">
                      <a:moveTo>
                        <a:pt x="304" y="1"/>
                      </a:moveTo>
                      <a:cubicBezTo>
                        <a:pt x="0" y="1"/>
                        <a:pt x="0" y="487"/>
                        <a:pt x="304" y="487"/>
                      </a:cubicBezTo>
                      <a:cubicBezTo>
                        <a:pt x="608" y="487"/>
                        <a:pt x="608" y="1"/>
                        <a:pt x="30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2" name="Google Shape;6032;p39"/>
                <p:cNvSpPr/>
                <p:nvPr/>
              </p:nvSpPr>
              <p:spPr>
                <a:xfrm>
                  <a:off x="1783750" y="1931475"/>
                  <a:ext cx="15975" cy="1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578" extrusionOk="0">
                      <a:moveTo>
                        <a:pt x="335" y="0"/>
                      </a:moveTo>
                      <a:cubicBezTo>
                        <a:pt x="282" y="0"/>
                        <a:pt x="228" y="15"/>
                        <a:pt x="183" y="46"/>
                      </a:cubicBezTo>
                      <a:lnTo>
                        <a:pt x="183" y="15"/>
                      </a:lnTo>
                      <a:cubicBezTo>
                        <a:pt x="183" y="15"/>
                        <a:pt x="152" y="46"/>
                        <a:pt x="152" y="46"/>
                      </a:cubicBezTo>
                      <a:cubicBezTo>
                        <a:pt x="92" y="76"/>
                        <a:pt x="61" y="107"/>
                        <a:pt x="31" y="137"/>
                      </a:cubicBezTo>
                      <a:cubicBezTo>
                        <a:pt x="31" y="198"/>
                        <a:pt x="0" y="228"/>
                        <a:pt x="0" y="289"/>
                      </a:cubicBezTo>
                      <a:cubicBezTo>
                        <a:pt x="0" y="319"/>
                        <a:pt x="31" y="380"/>
                        <a:pt x="31" y="411"/>
                      </a:cubicBezTo>
                      <a:cubicBezTo>
                        <a:pt x="61" y="441"/>
                        <a:pt x="92" y="471"/>
                        <a:pt x="152" y="502"/>
                      </a:cubicBezTo>
                      <a:cubicBezTo>
                        <a:pt x="152" y="532"/>
                        <a:pt x="183" y="532"/>
                        <a:pt x="183" y="532"/>
                      </a:cubicBezTo>
                      <a:cubicBezTo>
                        <a:pt x="228" y="563"/>
                        <a:pt x="282" y="578"/>
                        <a:pt x="335" y="578"/>
                      </a:cubicBezTo>
                      <a:cubicBezTo>
                        <a:pt x="388" y="578"/>
                        <a:pt x="441" y="563"/>
                        <a:pt x="487" y="532"/>
                      </a:cubicBezTo>
                      <a:cubicBezTo>
                        <a:pt x="578" y="502"/>
                        <a:pt x="639" y="380"/>
                        <a:pt x="639" y="289"/>
                      </a:cubicBezTo>
                      <a:cubicBezTo>
                        <a:pt x="639" y="198"/>
                        <a:pt x="578" y="76"/>
                        <a:pt x="487" y="46"/>
                      </a:cubicBezTo>
                      <a:cubicBezTo>
                        <a:pt x="441" y="15"/>
                        <a:pt x="388" y="0"/>
                        <a:pt x="33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3" name="Google Shape;6033;p39"/>
                <p:cNvSpPr/>
                <p:nvPr/>
              </p:nvSpPr>
              <p:spPr>
                <a:xfrm>
                  <a:off x="1761725" y="1876375"/>
                  <a:ext cx="1977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5" y="1"/>
                      </a:moveTo>
                      <a:cubicBezTo>
                        <a:pt x="0" y="1"/>
                        <a:pt x="0" y="609"/>
                        <a:pt x="395" y="609"/>
                      </a:cubicBezTo>
                      <a:cubicBezTo>
                        <a:pt x="790" y="609"/>
                        <a:pt x="790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4" name="Google Shape;6034;p39"/>
                <p:cNvSpPr/>
                <p:nvPr/>
              </p:nvSpPr>
              <p:spPr>
                <a:xfrm>
                  <a:off x="1719925" y="1881700"/>
                  <a:ext cx="14450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8" h="457" extrusionOk="0">
                      <a:moveTo>
                        <a:pt x="304" y="0"/>
                      </a:moveTo>
                      <a:cubicBezTo>
                        <a:pt x="0" y="0"/>
                        <a:pt x="0" y="456"/>
                        <a:pt x="304" y="456"/>
                      </a:cubicBezTo>
                      <a:cubicBezTo>
                        <a:pt x="578" y="456"/>
                        <a:pt x="578" y="0"/>
                        <a:pt x="30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5" name="Google Shape;6035;p39"/>
                <p:cNvSpPr/>
                <p:nvPr/>
              </p:nvSpPr>
              <p:spPr>
                <a:xfrm>
                  <a:off x="1700150" y="1845225"/>
                  <a:ext cx="19800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609" extrusionOk="0">
                      <a:moveTo>
                        <a:pt x="396" y="0"/>
                      </a:moveTo>
                      <a:cubicBezTo>
                        <a:pt x="1" y="0"/>
                        <a:pt x="1" y="608"/>
                        <a:pt x="396" y="608"/>
                      </a:cubicBezTo>
                      <a:cubicBezTo>
                        <a:pt x="791" y="608"/>
                        <a:pt x="791" y="0"/>
                        <a:pt x="39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6" name="Google Shape;6036;p39"/>
                <p:cNvSpPr/>
                <p:nvPr/>
              </p:nvSpPr>
              <p:spPr>
                <a:xfrm>
                  <a:off x="1630250" y="1835350"/>
                  <a:ext cx="9900" cy="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305" extrusionOk="0">
                      <a:moveTo>
                        <a:pt x="183" y="0"/>
                      </a:moveTo>
                      <a:cubicBezTo>
                        <a:pt x="1" y="0"/>
                        <a:pt x="1" y="304"/>
                        <a:pt x="183" y="304"/>
                      </a:cubicBezTo>
                      <a:cubicBezTo>
                        <a:pt x="396" y="304"/>
                        <a:pt x="396" y="0"/>
                        <a:pt x="18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7" name="Google Shape;6037;p39"/>
                <p:cNvSpPr/>
                <p:nvPr/>
              </p:nvSpPr>
              <p:spPr>
                <a:xfrm>
                  <a:off x="1586925" y="1852825"/>
                  <a:ext cx="14475" cy="1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9" h="578" extrusionOk="0">
                      <a:moveTo>
                        <a:pt x="275" y="0"/>
                      </a:moveTo>
                      <a:cubicBezTo>
                        <a:pt x="214" y="0"/>
                        <a:pt x="153" y="31"/>
                        <a:pt x="92" y="92"/>
                      </a:cubicBezTo>
                      <a:cubicBezTo>
                        <a:pt x="31" y="122"/>
                        <a:pt x="1" y="213"/>
                        <a:pt x="1" y="274"/>
                      </a:cubicBezTo>
                      <a:cubicBezTo>
                        <a:pt x="1" y="365"/>
                        <a:pt x="31" y="426"/>
                        <a:pt x="92" y="487"/>
                      </a:cubicBezTo>
                      <a:cubicBezTo>
                        <a:pt x="153" y="547"/>
                        <a:pt x="214" y="578"/>
                        <a:pt x="275" y="578"/>
                      </a:cubicBezTo>
                      <a:cubicBezTo>
                        <a:pt x="366" y="578"/>
                        <a:pt x="427" y="517"/>
                        <a:pt x="487" y="487"/>
                      </a:cubicBezTo>
                      <a:cubicBezTo>
                        <a:pt x="548" y="426"/>
                        <a:pt x="579" y="365"/>
                        <a:pt x="579" y="274"/>
                      </a:cubicBezTo>
                      <a:cubicBezTo>
                        <a:pt x="548" y="213"/>
                        <a:pt x="548" y="152"/>
                        <a:pt x="487" y="92"/>
                      </a:cubicBezTo>
                      <a:cubicBezTo>
                        <a:pt x="427" y="31"/>
                        <a:pt x="366" y="0"/>
                        <a:pt x="27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8" name="Google Shape;6038;p39"/>
                <p:cNvSpPr/>
                <p:nvPr/>
              </p:nvSpPr>
              <p:spPr>
                <a:xfrm>
                  <a:off x="1525375" y="1842950"/>
                  <a:ext cx="14475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9" h="548" extrusionOk="0">
                      <a:moveTo>
                        <a:pt x="275" y="0"/>
                      </a:moveTo>
                      <a:cubicBezTo>
                        <a:pt x="214" y="0"/>
                        <a:pt x="153" y="31"/>
                        <a:pt x="92" y="61"/>
                      </a:cubicBezTo>
                      <a:cubicBezTo>
                        <a:pt x="31" y="122"/>
                        <a:pt x="1" y="183"/>
                        <a:pt x="1" y="274"/>
                      </a:cubicBezTo>
                      <a:cubicBezTo>
                        <a:pt x="1" y="335"/>
                        <a:pt x="31" y="426"/>
                        <a:pt x="92" y="456"/>
                      </a:cubicBezTo>
                      <a:cubicBezTo>
                        <a:pt x="153" y="517"/>
                        <a:pt x="214" y="547"/>
                        <a:pt x="275" y="547"/>
                      </a:cubicBezTo>
                      <a:cubicBezTo>
                        <a:pt x="366" y="547"/>
                        <a:pt x="426" y="517"/>
                        <a:pt x="487" y="456"/>
                      </a:cubicBezTo>
                      <a:cubicBezTo>
                        <a:pt x="548" y="426"/>
                        <a:pt x="578" y="335"/>
                        <a:pt x="578" y="274"/>
                      </a:cubicBezTo>
                      <a:cubicBezTo>
                        <a:pt x="578" y="183"/>
                        <a:pt x="548" y="122"/>
                        <a:pt x="487" y="61"/>
                      </a:cubicBezTo>
                      <a:cubicBezTo>
                        <a:pt x="426" y="31"/>
                        <a:pt x="366" y="0"/>
                        <a:pt x="27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9" name="Google Shape;6039;p39"/>
                <p:cNvSpPr/>
                <p:nvPr/>
              </p:nvSpPr>
              <p:spPr>
                <a:xfrm>
                  <a:off x="1434950" y="1858150"/>
                  <a:ext cx="20550" cy="1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700" extrusionOk="0">
                      <a:moveTo>
                        <a:pt x="366" y="0"/>
                      </a:moveTo>
                      <a:cubicBezTo>
                        <a:pt x="305" y="0"/>
                        <a:pt x="274" y="30"/>
                        <a:pt x="214" y="30"/>
                      </a:cubicBezTo>
                      <a:cubicBezTo>
                        <a:pt x="183" y="61"/>
                        <a:pt x="153" y="91"/>
                        <a:pt x="122" y="122"/>
                      </a:cubicBezTo>
                      <a:cubicBezTo>
                        <a:pt x="62" y="182"/>
                        <a:pt x="1" y="274"/>
                        <a:pt x="31" y="365"/>
                      </a:cubicBezTo>
                      <a:cubicBezTo>
                        <a:pt x="31" y="426"/>
                        <a:pt x="62" y="517"/>
                        <a:pt x="122" y="578"/>
                      </a:cubicBezTo>
                      <a:lnTo>
                        <a:pt x="183" y="638"/>
                      </a:lnTo>
                      <a:cubicBezTo>
                        <a:pt x="244" y="669"/>
                        <a:pt x="305" y="699"/>
                        <a:pt x="366" y="699"/>
                      </a:cubicBezTo>
                      <a:lnTo>
                        <a:pt x="457" y="699"/>
                      </a:lnTo>
                      <a:cubicBezTo>
                        <a:pt x="487" y="699"/>
                        <a:pt x="518" y="699"/>
                        <a:pt x="578" y="669"/>
                      </a:cubicBezTo>
                      <a:lnTo>
                        <a:pt x="639" y="638"/>
                      </a:lnTo>
                      <a:cubicBezTo>
                        <a:pt x="700" y="608"/>
                        <a:pt x="730" y="578"/>
                        <a:pt x="730" y="547"/>
                      </a:cubicBezTo>
                      <a:cubicBezTo>
                        <a:pt x="791" y="486"/>
                        <a:pt x="822" y="426"/>
                        <a:pt x="822" y="334"/>
                      </a:cubicBezTo>
                      <a:cubicBezTo>
                        <a:pt x="822" y="274"/>
                        <a:pt x="791" y="213"/>
                        <a:pt x="761" y="182"/>
                      </a:cubicBezTo>
                      <a:cubicBezTo>
                        <a:pt x="730" y="91"/>
                        <a:pt x="639" y="30"/>
                        <a:pt x="578" y="30"/>
                      </a:cubicBezTo>
                      <a:cubicBezTo>
                        <a:pt x="518" y="0"/>
                        <a:pt x="457" y="0"/>
                        <a:pt x="4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0" name="Google Shape;6040;p39"/>
                <p:cNvSpPr/>
                <p:nvPr/>
              </p:nvSpPr>
              <p:spPr>
                <a:xfrm>
                  <a:off x="1439525" y="1950075"/>
                  <a:ext cx="19775" cy="1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784" extrusionOk="0">
                      <a:moveTo>
                        <a:pt x="456" y="1"/>
                      </a:moveTo>
                      <a:cubicBezTo>
                        <a:pt x="395" y="1"/>
                        <a:pt x="335" y="31"/>
                        <a:pt x="274" y="62"/>
                      </a:cubicBezTo>
                      <a:cubicBezTo>
                        <a:pt x="213" y="92"/>
                        <a:pt x="183" y="123"/>
                        <a:pt x="152" y="183"/>
                      </a:cubicBezTo>
                      <a:lnTo>
                        <a:pt x="91" y="275"/>
                      </a:lnTo>
                      <a:cubicBezTo>
                        <a:pt x="61" y="275"/>
                        <a:pt x="61" y="305"/>
                        <a:pt x="61" y="335"/>
                      </a:cubicBezTo>
                      <a:cubicBezTo>
                        <a:pt x="31" y="335"/>
                        <a:pt x="31" y="366"/>
                        <a:pt x="31" y="366"/>
                      </a:cubicBezTo>
                      <a:cubicBezTo>
                        <a:pt x="31" y="426"/>
                        <a:pt x="0" y="487"/>
                        <a:pt x="31" y="548"/>
                      </a:cubicBezTo>
                      <a:cubicBezTo>
                        <a:pt x="31" y="609"/>
                        <a:pt x="61" y="670"/>
                        <a:pt x="122" y="700"/>
                      </a:cubicBezTo>
                      <a:cubicBezTo>
                        <a:pt x="152" y="730"/>
                        <a:pt x="183" y="761"/>
                        <a:pt x="243" y="761"/>
                      </a:cubicBezTo>
                      <a:cubicBezTo>
                        <a:pt x="274" y="776"/>
                        <a:pt x="304" y="784"/>
                        <a:pt x="335" y="784"/>
                      </a:cubicBezTo>
                      <a:cubicBezTo>
                        <a:pt x="365" y="784"/>
                        <a:pt x="395" y="776"/>
                        <a:pt x="426" y="761"/>
                      </a:cubicBezTo>
                      <a:cubicBezTo>
                        <a:pt x="456" y="761"/>
                        <a:pt x="517" y="761"/>
                        <a:pt x="547" y="730"/>
                      </a:cubicBezTo>
                      <a:lnTo>
                        <a:pt x="608" y="670"/>
                      </a:lnTo>
                      <a:cubicBezTo>
                        <a:pt x="669" y="639"/>
                        <a:pt x="730" y="578"/>
                        <a:pt x="760" y="548"/>
                      </a:cubicBezTo>
                      <a:cubicBezTo>
                        <a:pt x="791" y="487"/>
                        <a:pt x="791" y="426"/>
                        <a:pt x="791" y="366"/>
                      </a:cubicBezTo>
                      <a:cubicBezTo>
                        <a:pt x="791" y="275"/>
                        <a:pt x="760" y="183"/>
                        <a:pt x="699" y="123"/>
                      </a:cubicBezTo>
                      <a:cubicBezTo>
                        <a:pt x="639" y="31"/>
                        <a:pt x="547" y="1"/>
                        <a:pt x="45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1" name="Google Shape;6041;p39"/>
                <p:cNvSpPr/>
                <p:nvPr/>
              </p:nvSpPr>
              <p:spPr>
                <a:xfrm>
                  <a:off x="1555775" y="1922725"/>
                  <a:ext cx="22825" cy="1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" h="700" extrusionOk="0">
                      <a:moveTo>
                        <a:pt x="457" y="1"/>
                      </a:moveTo>
                      <a:cubicBezTo>
                        <a:pt x="1" y="1"/>
                        <a:pt x="1" y="700"/>
                        <a:pt x="457" y="700"/>
                      </a:cubicBezTo>
                      <a:cubicBezTo>
                        <a:pt x="913" y="700"/>
                        <a:pt x="913" y="1"/>
                        <a:pt x="45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2" name="Google Shape;6042;p39"/>
                <p:cNvSpPr/>
                <p:nvPr/>
              </p:nvSpPr>
              <p:spPr>
                <a:xfrm>
                  <a:off x="1466125" y="1921975"/>
                  <a:ext cx="16725" cy="1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9" h="518" extrusionOk="0">
                      <a:moveTo>
                        <a:pt x="334" y="0"/>
                      </a:moveTo>
                      <a:cubicBezTo>
                        <a:pt x="0" y="0"/>
                        <a:pt x="0" y="517"/>
                        <a:pt x="334" y="517"/>
                      </a:cubicBezTo>
                      <a:cubicBezTo>
                        <a:pt x="669" y="517"/>
                        <a:pt x="669" y="0"/>
                        <a:pt x="33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3" name="Google Shape;6043;p39"/>
                <p:cNvSpPr/>
                <p:nvPr/>
              </p:nvSpPr>
              <p:spPr>
                <a:xfrm>
                  <a:off x="1476750" y="1880175"/>
                  <a:ext cx="9150" cy="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275" extrusionOk="0">
                      <a:moveTo>
                        <a:pt x="183" y="1"/>
                      </a:moveTo>
                      <a:cubicBezTo>
                        <a:pt x="1" y="1"/>
                        <a:pt x="1" y="274"/>
                        <a:pt x="183" y="274"/>
                      </a:cubicBezTo>
                      <a:cubicBezTo>
                        <a:pt x="365" y="274"/>
                        <a:pt x="365" y="1"/>
                        <a:pt x="18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4" name="Google Shape;6044;p39"/>
                <p:cNvSpPr/>
                <p:nvPr/>
              </p:nvSpPr>
              <p:spPr>
                <a:xfrm>
                  <a:off x="1481300" y="1845975"/>
                  <a:ext cx="25" cy="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32" extrusionOk="0">
                      <a:moveTo>
                        <a:pt x="1" y="31"/>
                      </a:moveTo>
                      <a:cubicBezTo>
                        <a:pt x="1" y="31"/>
                        <a:pt x="1" y="1"/>
                        <a:pt x="1" y="1"/>
                      </a:cubicBezTo>
                      <a:cubicBezTo>
                        <a:pt x="1" y="1"/>
                        <a:pt x="1" y="31"/>
                        <a:pt x="1" y="3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5" name="Google Shape;6045;p39"/>
                <p:cNvSpPr/>
                <p:nvPr/>
              </p:nvSpPr>
              <p:spPr>
                <a:xfrm>
                  <a:off x="1377200" y="1837625"/>
                  <a:ext cx="17500" cy="1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" h="791" extrusionOk="0">
                      <a:moveTo>
                        <a:pt x="366" y="0"/>
                      </a:moveTo>
                      <a:cubicBezTo>
                        <a:pt x="274" y="0"/>
                        <a:pt x="153" y="31"/>
                        <a:pt x="92" y="92"/>
                      </a:cubicBezTo>
                      <a:cubicBezTo>
                        <a:pt x="62" y="152"/>
                        <a:pt x="31" y="183"/>
                        <a:pt x="1" y="244"/>
                      </a:cubicBezTo>
                      <a:cubicBezTo>
                        <a:pt x="1" y="304"/>
                        <a:pt x="1" y="365"/>
                        <a:pt x="1" y="456"/>
                      </a:cubicBezTo>
                      <a:lnTo>
                        <a:pt x="1" y="517"/>
                      </a:lnTo>
                      <a:cubicBezTo>
                        <a:pt x="31" y="578"/>
                        <a:pt x="62" y="639"/>
                        <a:pt x="122" y="700"/>
                      </a:cubicBezTo>
                      <a:cubicBezTo>
                        <a:pt x="153" y="730"/>
                        <a:pt x="183" y="760"/>
                        <a:pt x="214" y="760"/>
                      </a:cubicBezTo>
                      <a:cubicBezTo>
                        <a:pt x="244" y="791"/>
                        <a:pt x="305" y="791"/>
                        <a:pt x="335" y="791"/>
                      </a:cubicBezTo>
                      <a:cubicBezTo>
                        <a:pt x="426" y="791"/>
                        <a:pt x="518" y="760"/>
                        <a:pt x="578" y="700"/>
                      </a:cubicBezTo>
                      <a:cubicBezTo>
                        <a:pt x="639" y="639"/>
                        <a:pt x="669" y="578"/>
                        <a:pt x="669" y="517"/>
                      </a:cubicBezTo>
                      <a:lnTo>
                        <a:pt x="700" y="456"/>
                      </a:lnTo>
                      <a:cubicBezTo>
                        <a:pt x="700" y="365"/>
                        <a:pt x="700" y="304"/>
                        <a:pt x="700" y="244"/>
                      </a:cubicBezTo>
                      <a:cubicBezTo>
                        <a:pt x="669" y="183"/>
                        <a:pt x="639" y="152"/>
                        <a:pt x="609" y="92"/>
                      </a:cubicBezTo>
                      <a:cubicBezTo>
                        <a:pt x="548" y="31"/>
                        <a:pt x="457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6" name="Google Shape;6046;p39"/>
                <p:cNvSpPr/>
                <p:nvPr/>
              </p:nvSpPr>
              <p:spPr>
                <a:xfrm>
                  <a:off x="1358200" y="1906025"/>
                  <a:ext cx="21300" cy="1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" h="669" extrusionOk="0">
                      <a:moveTo>
                        <a:pt x="426" y="0"/>
                      </a:moveTo>
                      <a:cubicBezTo>
                        <a:pt x="1" y="0"/>
                        <a:pt x="1" y="669"/>
                        <a:pt x="426" y="669"/>
                      </a:cubicBezTo>
                      <a:cubicBezTo>
                        <a:pt x="852" y="669"/>
                        <a:pt x="852" y="0"/>
                        <a:pt x="4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7" name="Google Shape;6047;p39"/>
                <p:cNvSpPr/>
                <p:nvPr/>
              </p:nvSpPr>
              <p:spPr>
                <a:xfrm>
                  <a:off x="1410650" y="1878650"/>
                  <a:ext cx="17500" cy="1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" h="700" extrusionOk="0">
                      <a:moveTo>
                        <a:pt x="335" y="1"/>
                      </a:moveTo>
                      <a:cubicBezTo>
                        <a:pt x="304" y="1"/>
                        <a:pt x="274" y="1"/>
                        <a:pt x="243" y="31"/>
                      </a:cubicBezTo>
                      <a:cubicBezTo>
                        <a:pt x="183" y="31"/>
                        <a:pt x="152" y="62"/>
                        <a:pt x="122" y="92"/>
                      </a:cubicBezTo>
                      <a:cubicBezTo>
                        <a:pt x="61" y="153"/>
                        <a:pt x="0" y="244"/>
                        <a:pt x="0" y="335"/>
                      </a:cubicBezTo>
                      <a:cubicBezTo>
                        <a:pt x="0" y="457"/>
                        <a:pt x="61" y="518"/>
                        <a:pt x="122" y="609"/>
                      </a:cubicBezTo>
                      <a:cubicBezTo>
                        <a:pt x="183" y="639"/>
                        <a:pt x="213" y="669"/>
                        <a:pt x="274" y="669"/>
                      </a:cubicBezTo>
                      <a:cubicBezTo>
                        <a:pt x="335" y="700"/>
                        <a:pt x="365" y="700"/>
                        <a:pt x="426" y="700"/>
                      </a:cubicBezTo>
                      <a:cubicBezTo>
                        <a:pt x="456" y="700"/>
                        <a:pt x="487" y="669"/>
                        <a:pt x="517" y="669"/>
                      </a:cubicBezTo>
                      <a:cubicBezTo>
                        <a:pt x="547" y="669"/>
                        <a:pt x="547" y="639"/>
                        <a:pt x="578" y="609"/>
                      </a:cubicBezTo>
                      <a:cubicBezTo>
                        <a:pt x="608" y="609"/>
                        <a:pt x="639" y="578"/>
                        <a:pt x="639" y="548"/>
                      </a:cubicBezTo>
                      <a:cubicBezTo>
                        <a:pt x="699" y="518"/>
                        <a:pt x="699" y="426"/>
                        <a:pt x="699" y="366"/>
                      </a:cubicBezTo>
                      <a:cubicBezTo>
                        <a:pt x="699" y="305"/>
                        <a:pt x="699" y="244"/>
                        <a:pt x="669" y="183"/>
                      </a:cubicBezTo>
                      <a:cubicBezTo>
                        <a:pt x="639" y="122"/>
                        <a:pt x="578" y="92"/>
                        <a:pt x="547" y="62"/>
                      </a:cubicBezTo>
                      <a:lnTo>
                        <a:pt x="45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8" name="Google Shape;6048;p39"/>
                <p:cNvSpPr/>
                <p:nvPr/>
              </p:nvSpPr>
              <p:spPr>
                <a:xfrm>
                  <a:off x="1498800" y="1831550"/>
                  <a:ext cx="19775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39" extrusionOk="0">
                      <a:moveTo>
                        <a:pt x="395" y="0"/>
                      </a:moveTo>
                      <a:cubicBezTo>
                        <a:pt x="0" y="0"/>
                        <a:pt x="0" y="639"/>
                        <a:pt x="395" y="639"/>
                      </a:cubicBezTo>
                      <a:cubicBezTo>
                        <a:pt x="790" y="639"/>
                        <a:pt x="790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9" name="Google Shape;6049;p39"/>
                <p:cNvSpPr/>
                <p:nvPr/>
              </p:nvSpPr>
              <p:spPr>
                <a:xfrm>
                  <a:off x="1345300" y="1850350"/>
                  <a:ext cx="16725" cy="1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9" h="720" extrusionOk="0">
                      <a:moveTo>
                        <a:pt x="359" y="1"/>
                      </a:moveTo>
                      <a:cubicBezTo>
                        <a:pt x="272" y="1"/>
                        <a:pt x="189" y="37"/>
                        <a:pt x="152" y="130"/>
                      </a:cubicBezTo>
                      <a:lnTo>
                        <a:pt x="152" y="99"/>
                      </a:lnTo>
                      <a:lnTo>
                        <a:pt x="91" y="251"/>
                      </a:lnTo>
                      <a:cubicBezTo>
                        <a:pt x="61" y="282"/>
                        <a:pt x="31" y="342"/>
                        <a:pt x="31" y="403"/>
                      </a:cubicBezTo>
                      <a:cubicBezTo>
                        <a:pt x="0" y="525"/>
                        <a:pt x="31" y="646"/>
                        <a:pt x="152" y="677"/>
                      </a:cubicBezTo>
                      <a:cubicBezTo>
                        <a:pt x="193" y="704"/>
                        <a:pt x="240" y="719"/>
                        <a:pt x="285" y="719"/>
                      </a:cubicBezTo>
                      <a:cubicBezTo>
                        <a:pt x="340" y="719"/>
                        <a:pt x="392" y="697"/>
                        <a:pt x="426" y="646"/>
                      </a:cubicBezTo>
                      <a:cubicBezTo>
                        <a:pt x="517" y="555"/>
                        <a:pt x="547" y="464"/>
                        <a:pt x="608" y="373"/>
                      </a:cubicBezTo>
                      <a:cubicBezTo>
                        <a:pt x="669" y="251"/>
                        <a:pt x="638" y="99"/>
                        <a:pt x="517" y="39"/>
                      </a:cubicBezTo>
                      <a:cubicBezTo>
                        <a:pt x="470" y="15"/>
                        <a:pt x="414" y="1"/>
                        <a:pt x="35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0" name="Google Shape;6050;p39"/>
                <p:cNvSpPr/>
                <p:nvPr/>
              </p:nvSpPr>
              <p:spPr>
                <a:xfrm>
                  <a:off x="1283750" y="1867250"/>
                  <a:ext cx="13700" cy="1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518" extrusionOk="0">
                      <a:moveTo>
                        <a:pt x="31" y="274"/>
                      </a:moveTo>
                      <a:cubicBezTo>
                        <a:pt x="31" y="274"/>
                        <a:pt x="18" y="274"/>
                        <a:pt x="9" y="283"/>
                      </a:cubicBezTo>
                      <a:lnTo>
                        <a:pt x="9" y="283"/>
                      </a:lnTo>
                      <a:cubicBezTo>
                        <a:pt x="13" y="278"/>
                        <a:pt x="20" y="274"/>
                        <a:pt x="31" y="274"/>
                      </a:cubicBezTo>
                      <a:close/>
                      <a:moveTo>
                        <a:pt x="213" y="1"/>
                      </a:moveTo>
                      <a:cubicBezTo>
                        <a:pt x="152" y="31"/>
                        <a:pt x="91" y="62"/>
                        <a:pt x="61" y="92"/>
                      </a:cubicBezTo>
                      <a:cubicBezTo>
                        <a:pt x="31" y="153"/>
                        <a:pt x="0" y="214"/>
                        <a:pt x="0" y="274"/>
                      </a:cubicBezTo>
                      <a:lnTo>
                        <a:pt x="0" y="305"/>
                      </a:lnTo>
                      <a:cubicBezTo>
                        <a:pt x="0" y="335"/>
                        <a:pt x="0" y="366"/>
                        <a:pt x="0" y="396"/>
                      </a:cubicBezTo>
                      <a:cubicBezTo>
                        <a:pt x="0" y="426"/>
                        <a:pt x="31" y="457"/>
                        <a:pt x="61" y="457"/>
                      </a:cubicBezTo>
                      <a:cubicBezTo>
                        <a:pt x="61" y="487"/>
                        <a:pt x="91" y="518"/>
                        <a:pt x="122" y="518"/>
                      </a:cubicBezTo>
                      <a:lnTo>
                        <a:pt x="334" y="518"/>
                      </a:lnTo>
                      <a:lnTo>
                        <a:pt x="395" y="487"/>
                      </a:lnTo>
                      <a:cubicBezTo>
                        <a:pt x="456" y="457"/>
                        <a:pt x="486" y="396"/>
                        <a:pt x="517" y="366"/>
                      </a:cubicBezTo>
                      <a:cubicBezTo>
                        <a:pt x="547" y="274"/>
                        <a:pt x="517" y="153"/>
                        <a:pt x="456" y="92"/>
                      </a:cubicBezTo>
                      <a:cubicBezTo>
                        <a:pt x="395" y="31"/>
                        <a:pt x="304" y="1"/>
                        <a:pt x="21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1" name="Google Shape;6051;p39"/>
                <p:cNvSpPr/>
                <p:nvPr/>
              </p:nvSpPr>
              <p:spPr>
                <a:xfrm>
                  <a:off x="1279950" y="1929575"/>
                  <a:ext cx="13700" cy="1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26" extrusionOk="0">
                      <a:moveTo>
                        <a:pt x="274" y="0"/>
                      </a:moveTo>
                      <a:cubicBezTo>
                        <a:pt x="0" y="0"/>
                        <a:pt x="0" y="426"/>
                        <a:pt x="274" y="426"/>
                      </a:cubicBezTo>
                      <a:cubicBezTo>
                        <a:pt x="547" y="426"/>
                        <a:pt x="547" y="0"/>
                        <a:pt x="27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2" name="Google Shape;6052;p39"/>
                <p:cNvSpPr/>
                <p:nvPr/>
              </p:nvSpPr>
              <p:spPr>
                <a:xfrm>
                  <a:off x="1305025" y="1890050"/>
                  <a:ext cx="19025" cy="1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579" extrusionOk="0">
                      <a:moveTo>
                        <a:pt x="365" y="1"/>
                      </a:moveTo>
                      <a:cubicBezTo>
                        <a:pt x="0" y="1"/>
                        <a:pt x="0" y="578"/>
                        <a:pt x="365" y="578"/>
                      </a:cubicBezTo>
                      <a:cubicBezTo>
                        <a:pt x="730" y="578"/>
                        <a:pt x="760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3" name="Google Shape;6053;p39"/>
                <p:cNvSpPr/>
                <p:nvPr/>
              </p:nvSpPr>
              <p:spPr>
                <a:xfrm>
                  <a:off x="1225225" y="1877125"/>
                  <a:ext cx="15975" cy="1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549" extrusionOk="0">
                      <a:moveTo>
                        <a:pt x="274" y="1"/>
                      </a:moveTo>
                      <a:cubicBezTo>
                        <a:pt x="213" y="1"/>
                        <a:pt x="122" y="31"/>
                        <a:pt x="92" y="92"/>
                      </a:cubicBezTo>
                      <a:cubicBezTo>
                        <a:pt x="31" y="123"/>
                        <a:pt x="1" y="214"/>
                        <a:pt x="1" y="275"/>
                      </a:cubicBezTo>
                      <a:cubicBezTo>
                        <a:pt x="1" y="335"/>
                        <a:pt x="31" y="396"/>
                        <a:pt x="92" y="457"/>
                      </a:cubicBezTo>
                      <a:cubicBezTo>
                        <a:pt x="153" y="518"/>
                        <a:pt x="213" y="548"/>
                        <a:pt x="274" y="548"/>
                      </a:cubicBezTo>
                      <a:cubicBezTo>
                        <a:pt x="365" y="518"/>
                        <a:pt x="457" y="548"/>
                        <a:pt x="517" y="487"/>
                      </a:cubicBezTo>
                      <a:cubicBezTo>
                        <a:pt x="548" y="457"/>
                        <a:pt x="578" y="427"/>
                        <a:pt x="609" y="396"/>
                      </a:cubicBezTo>
                      <a:cubicBezTo>
                        <a:pt x="639" y="366"/>
                        <a:pt x="639" y="305"/>
                        <a:pt x="639" y="275"/>
                      </a:cubicBezTo>
                      <a:cubicBezTo>
                        <a:pt x="639" y="214"/>
                        <a:pt x="639" y="183"/>
                        <a:pt x="609" y="153"/>
                      </a:cubicBezTo>
                      <a:cubicBezTo>
                        <a:pt x="578" y="92"/>
                        <a:pt x="548" y="62"/>
                        <a:pt x="517" y="31"/>
                      </a:cubicBezTo>
                      <a:cubicBezTo>
                        <a:pt x="457" y="1"/>
                        <a:pt x="365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4" name="Google Shape;6054;p39"/>
                <p:cNvSpPr/>
                <p:nvPr/>
              </p:nvSpPr>
              <p:spPr>
                <a:xfrm>
                  <a:off x="1191800" y="1836100"/>
                  <a:ext cx="19775" cy="2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913" extrusionOk="0">
                      <a:moveTo>
                        <a:pt x="395" y="1"/>
                      </a:moveTo>
                      <a:cubicBezTo>
                        <a:pt x="274" y="31"/>
                        <a:pt x="183" y="61"/>
                        <a:pt x="122" y="122"/>
                      </a:cubicBezTo>
                      <a:cubicBezTo>
                        <a:pt x="31" y="213"/>
                        <a:pt x="0" y="305"/>
                        <a:pt x="0" y="396"/>
                      </a:cubicBezTo>
                      <a:lnTo>
                        <a:pt x="0" y="517"/>
                      </a:lnTo>
                      <a:cubicBezTo>
                        <a:pt x="0" y="639"/>
                        <a:pt x="31" y="730"/>
                        <a:pt x="122" y="791"/>
                      </a:cubicBezTo>
                      <a:cubicBezTo>
                        <a:pt x="152" y="821"/>
                        <a:pt x="183" y="852"/>
                        <a:pt x="243" y="882"/>
                      </a:cubicBezTo>
                      <a:cubicBezTo>
                        <a:pt x="274" y="912"/>
                        <a:pt x="335" y="912"/>
                        <a:pt x="395" y="912"/>
                      </a:cubicBezTo>
                      <a:cubicBezTo>
                        <a:pt x="487" y="912"/>
                        <a:pt x="608" y="882"/>
                        <a:pt x="669" y="791"/>
                      </a:cubicBezTo>
                      <a:lnTo>
                        <a:pt x="730" y="730"/>
                      </a:lnTo>
                      <a:cubicBezTo>
                        <a:pt x="760" y="669"/>
                        <a:pt x="760" y="578"/>
                        <a:pt x="760" y="517"/>
                      </a:cubicBezTo>
                      <a:lnTo>
                        <a:pt x="791" y="396"/>
                      </a:lnTo>
                      <a:cubicBezTo>
                        <a:pt x="791" y="365"/>
                        <a:pt x="760" y="305"/>
                        <a:pt x="760" y="244"/>
                      </a:cubicBezTo>
                      <a:cubicBezTo>
                        <a:pt x="730" y="213"/>
                        <a:pt x="699" y="153"/>
                        <a:pt x="669" y="122"/>
                      </a:cubicBezTo>
                      <a:cubicBezTo>
                        <a:pt x="639" y="92"/>
                        <a:pt x="578" y="61"/>
                        <a:pt x="547" y="61"/>
                      </a:cubicBezTo>
                      <a:cubicBezTo>
                        <a:pt x="487" y="31"/>
                        <a:pt x="456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5" name="Google Shape;6055;p39"/>
                <p:cNvSpPr/>
                <p:nvPr/>
              </p:nvSpPr>
              <p:spPr>
                <a:xfrm>
                  <a:off x="1288300" y="1842175"/>
                  <a:ext cx="10675" cy="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" h="336" extrusionOk="0">
                      <a:moveTo>
                        <a:pt x="213" y="1"/>
                      </a:moveTo>
                      <a:cubicBezTo>
                        <a:pt x="0" y="1"/>
                        <a:pt x="0" y="335"/>
                        <a:pt x="213" y="335"/>
                      </a:cubicBezTo>
                      <a:cubicBezTo>
                        <a:pt x="426" y="335"/>
                        <a:pt x="426" y="1"/>
                        <a:pt x="21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6" name="Google Shape;6056;p39"/>
                <p:cNvSpPr/>
                <p:nvPr/>
              </p:nvSpPr>
              <p:spPr>
                <a:xfrm>
                  <a:off x="1333900" y="1836100"/>
                  <a:ext cx="15225" cy="1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579" extrusionOk="0">
                      <a:moveTo>
                        <a:pt x="304" y="1"/>
                      </a:moveTo>
                      <a:cubicBezTo>
                        <a:pt x="213" y="1"/>
                        <a:pt x="91" y="31"/>
                        <a:pt x="61" y="122"/>
                      </a:cubicBezTo>
                      <a:cubicBezTo>
                        <a:pt x="0" y="213"/>
                        <a:pt x="0" y="335"/>
                        <a:pt x="61" y="396"/>
                      </a:cubicBezTo>
                      <a:lnTo>
                        <a:pt x="61" y="426"/>
                      </a:lnTo>
                      <a:cubicBezTo>
                        <a:pt x="91" y="457"/>
                        <a:pt x="122" y="487"/>
                        <a:pt x="152" y="517"/>
                      </a:cubicBezTo>
                      <a:cubicBezTo>
                        <a:pt x="183" y="548"/>
                        <a:pt x="243" y="578"/>
                        <a:pt x="304" y="578"/>
                      </a:cubicBezTo>
                      <a:lnTo>
                        <a:pt x="365" y="578"/>
                      </a:lnTo>
                      <a:cubicBezTo>
                        <a:pt x="395" y="578"/>
                        <a:pt x="426" y="548"/>
                        <a:pt x="456" y="517"/>
                      </a:cubicBezTo>
                      <a:cubicBezTo>
                        <a:pt x="487" y="487"/>
                        <a:pt x="517" y="457"/>
                        <a:pt x="547" y="396"/>
                      </a:cubicBezTo>
                      <a:cubicBezTo>
                        <a:pt x="608" y="335"/>
                        <a:pt x="578" y="213"/>
                        <a:pt x="547" y="122"/>
                      </a:cubicBezTo>
                      <a:cubicBezTo>
                        <a:pt x="487" y="31"/>
                        <a:pt x="395" y="1"/>
                        <a:pt x="30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7" name="Google Shape;6057;p39"/>
                <p:cNvSpPr/>
                <p:nvPr/>
              </p:nvSpPr>
              <p:spPr>
                <a:xfrm>
                  <a:off x="1231300" y="1850550"/>
                  <a:ext cx="160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" h="487" extrusionOk="0">
                      <a:moveTo>
                        <a:pt x="305" y="0"/>
                      </a:moveTo>
                      <a:cubicBezTo>
                        <a:pt x="1" y="0"/>
                        <a:pt x="1" y="486"/>
                        <a:pt x="305" y="486"/>
                      </a:cubicBezTo>
                      <a:cubicBezTo>
                        <a:pt x="609" y="486"/>
                        <a:pt x="639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8" name="Google Shape;6058;p39"/>
                <p:cNvSpPr/>
                <p:nvPr/>
              </p:nvSpPr>
              <p:spPr>
                <a:xfrm>
                  <a:off x="1352900" y="1941450"/>
                  <a:ext cx="15975" cy="1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571" extrusionOk="0">
                      <a:moveTo>
                        <a:pt x="372" y="0"/>
                      </a:moveTo>
                      <a:cubicBezTo>
                        <a:pt x="350" y="0"/>
                        <a:pt x="327" y="4"/>
                        <a:pt x="304" y="12"/>
                      </a:cubicBezTo>
                      <a:lnTo>
                        <a:pt x="213" y="42"/>
                      </a:lnTo>
                      <a:lnTo>
                        <a:pt x="182" y="42"/>
                      </a:lnTo>
                      <a:cubicBezTo>
                        <a:pt x="152" y="72"/>
                        <a:pt x="122" y="72"/>
                        <a:pt x="91" y="103"/>
                      </a:cubicBezTo>
                      <a:cubicBezTo>
                        <a:pt x="61" y="133"/>
                        <a:pt x="61" y="133"/>
                        <a:pt x="31" y="164"/>
                      </a:cubicBezTo>
                      <a:cubicBezTo>
                        <a:pt x="0" y="224"/>
                        <a:pt x="0" y="346"/>
                        <a:pt x="31" y="407"/>
                      </a:cubicBezTo>
                      <a:cubicBezTo>
                        <a:pt x="61" y="437"/>
                        <a:pt x="61" y="468"/>
                        <a:pt x="91" y="468"/>
                      </a:cubicBezTo>
                      <a:cubicBezTo>
                        <a:pt x="122" y="498"/>
                        <a:pt x="152" y="528"/>
                        <a:pt x="182" y="528"/>
                      </a:cubicBezTo>
                      <a:cubicBezTo>
                        <a:pt x="213" y="528"/>
                        <a:pt x="213" y="528"/>
                        <a:pt x="213" y="559"/>
                      </a:cubicBezTo>
                      <a:lnTo>
                        <a:pt x="304" y="559"/>
                      </a:lnTo>
                      <a:cubicBezTo>
                        <a:pt x="329" y="567"/>
                        <a:pt x="353" y="571"/>
                        <a:pt x="377" y="571"/>
                      </a:cubicBezTo>
                      <a:cubicBezTo>
                        <a:pt x="442" y="571"/>
                        <a:pt x="503" y="542"/>
                        <a:pt x="547" y="498"/>
                      </a:cubicBezTo>
                      <a:cubicBezTo>
                        <a:pt x="608" y="437"/>
                        <a:pt x="638" y="376"/>
                        <a:pt x="638" y="285"/>
                      </a:cubicBezTo>
                      <a:cubicBezTo>
                        <a:pt x="638" y="224"/>
                        <a:pt x="608" y="133"/>
                        <a:pt x="547" y="103"/>
                      </a:cubicBezTo>
                      <a:cubicBezTo>
                        <a:pt x="502" y="34"/>
                        <a:pt x="439" y="0"/>
                        <a:pt x="37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9" name="Google Shape;6059;p39"/>
                <p:cNvSpPr/>
                <p:nvPr/>
              </p:nvSpPr>
              <p:spPr>
                <a:xfrm>
                  <a:off x="1451675" y="1991125"/>
                  <a:ext cx="12175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457" extrusionOk="0">
                      <a:moveTo>
                        <a:pt x="335" y="395"/>
                      </a:moveTo>
                      <a:cubicBezTo>
                        <a:pt x="335" y="395"/>
                        <a:pt x="335" y="403"/>
                        <a:pt x="335" y="411"/>
                      </a:cubicBezTo>
                      <a:lnTo>
                        <a:pt x="335" y="411"/>
                      </a:lnTo>
                      <a:cubicBezTo>
                        <a:pt x="343" y="403"/>
                        <a:pt x="350" y="395"/>
                        <a:pt x="335" y="395"/>
                      </a:cubicBezTo>
                      <a:close/>
                      <a:moveTo>
                        <a:pt x="335" y="411"/>
                      </a:moveTo>
                      <a:cubicBezTo>
                        <a:pt x="327" y="418"/>
                        <a:pt x="320" y="426"/>
                        <a:pt x="335" y="426"/>
                      </a:cubicBezTo>
                      <a:cubicBezTo>
                        <a:pt x="335" y="426"/>
                        <a:pt x="335" y="418"/>
                        <a:pt x="335" y="411"/>
                      </a:cubicBezTo>
                      <a:close/>
                      <a:moveTo>
                        <a:pt x="244" y="0"/>
                      </a:moveTo>
                      <a:cubicBezTo>
                        <a:pt x="153" y="0"/>
                        <a:pt x="61" y="61"/>
                        <a:pt x="31" y="122"/>
                      </a:cubicBezTo>
                      <a:cubicBezTo>
                        <a:pt x="1" y="243"/>
                        <a:pt x="31" y="335"/>
                        <a:pt x="122" y="395"/>
                      </a:cubicBezTo>
                      <a:cubicBezTo>
                        <a:pt x="122" y="395"/>
                        <a:pt x="122" y="395"/>
                        <a:pt x="122" y="395"/>
                      </a:cubicBezTo>
                      <a:lnTo>
                        <a:pt x="122" y="395"/>
                      </a:lnTo>
                      <a:cubicBezTo>
                        <a:pt x="122" y="395"/>
                        <a:pt x="122" y="426"/>
                        <a:pt x="153" y="426"/>
                      </a:cubicBezTo>
                      <a:cubicBezTo>
                        <a:pt x="153" y="426"/>
                        <a:pt x="126" y="400"/>
                        <a:pt x="123" y="396"/>
                      </a:cubicBezTo>
                      <a:lnTo>
                        <a:pt x="123" y="396"/>
                      </a:lnTo>
                      <a:cubicBezTo>
                        <a:pt x="153" y="426"/>
                        <a:pt x="183" y="456"/>
                        <a:pt x="244" y="456"/>
                      </a:cubicBezTo>
                      <a:cubicBezTo>
                        <a:pt x="274" y="456"/>
                        <a:pt x="305" y="426"/>
                        <a:pt x="335" y="395"/>
                      </a:cubicBezTo>
                      <a:cubicBezTo>
                        <a:pt x="426" y="365"/>
                        <a:pt x="487" y="243"/>
                        <a:pt x="456" y="152"/>
                      </a:cubicBezTo>
                      <a:cubicBezTo>
                        <a:pt x="426" y="61"/>
                        <a:pt x="335" y="0"/>
                        <a:pt x="24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0" name="Google Shape;6060;p39"/>
                <p:cNvSpPr/>
                <p:nvPr/>
              </p:nvSpPr>
              <p:spPr>
                <a:xfrm>
                  <a:off x="1453950" y="2061025"/>
                  <a:ext cx="1447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9" h="609" extrusionOk="0">
                      <a:moveTo>
                        <a:pt x="274" y="1"/>
                      </a:moveTo>
                      <a:cubicBezTo>
                        <a:pt x="183" y="1"/>
                        <a:pt x="92" y="62"/>
                        <a:pt x="31" y="153"/>
                      </a:cubicBezTo>
                      <a:cubicBezTo>
                        <a:pt x="1" y="244"/>
                        <a:pt x="1" y="335"/>
                        <a:pt x="31" y="426"/>
                      </a:cubicBezTo>
                      <a:cubicBezTo>
                        <a:pt x="62" y="487"/>
                        <a:pt x="92" y="517"/>
                        <a:pt x="122" y="548"/>
                      </a:cubicBezTo>
                      <a:cubicBezTo>
                        <a:pt x="183" y="578"/>
                        <a:pt x="214" y="609"/>
                        <a:pt x="274" y="609"/>
                      </a:cubicBezTo>
                      <a:cubicBezTo>
                        <a:pt x="335" y="609"/>
                        <a:pt x="396" y="578"/>
                        <a:pt x="426" y="548"/>
                      </a:cubicBezTo>
                      <a:cubicBezTo>
                        <a:pt x="457" y="517"/>
                        <a:pt x="487" y="457"/>
                        <a:pt x="517" y="426"/>
                      </a:cubicBezTo>
                      <a:cubicBezTo>
                        <a:pt x="578" y="335"/>
                        <a:pt x="578" y="244"/>
                        <a:pt x="517" y="153"/>
                      </a:cubicBezTo>
                      <a:cubicBezTo>
                        <a:pt x="457" y="62"/>
                        <a:pt x="365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1" name="Google Shape;6061;p39"/>
                <p:cNvSpPr/>
                <p:nvPr/>
              </p:nvSpPr>
              <p:spPr>
                <a:xfrm>
                  <a:off x="1376450" y="2017725"/>
                  <a:ext cx="4575" cy="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305" extrusionOk="0">
                      <a:moveTo>
                        <a:pt x="92" y="0"/>
                      </a:moveTo>
                      <a:cubicBezTo>
                        <a:pt x="61" y="0"/>
                        <a:pt x="0" y="61"/>
                        <a:pt x="31" y="91"/>
                      </a:cubicBezTo>
                      <a:lnTo>
                        <a:pt x="31" y="122"/>
                      </a:lnTo>
                      <a:lnTo>
                        <a:pt x="31" y="213"/>
                      </a:lnTo>
                      <a:cubicBezTo>
                        <a:pt x="31" y="243"/>
                        <a:pt x="61" y="304"/>
                        <a:pt x="92" y="304"/>
                      </a:cubicBezTo>
                      <a:cubicBezTo>
                        <a:pt x="152" y="304"/>
                        <a:pt x="183" y="243"/>
                        <a:pt x="183" y="213"/>
                      </a:cubicBezTo>
                      <a:cubicBezTo>
                        <a:pt x="183" y="183"/>
                        <a:pt x="183" y="152"/>
                        <a:pt x="183" y="91"/>
                      </a:cubicBezTo>
                      <a:cubicBezTo>
                        <a:pt x="183" y="61"/>
                        <a:pt x="152" y="0"/>
                        <a:pt x="9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2" name="Google Shape;6062;p39"/>
                <p:cNvSpPr/>
                <p:nvPr/>
              </p:nvSpPr>
              <p:spPr>
                <a:xfrm>
                  <a:off x="1352125" y="2076225"/>
                  <a:ext cx="12200" cy="1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541" extrusionOk="0">
                      <a:moveTo>
                        <a:pt x="244" y="1"/>
                      </a:moveTo>
                      <a:cubicBezTo>
                        <a:pt x="183" y="1"/>
                        <a:pt x="122" y="31"/>
                        <a:pt x="92" y="61"/>
                      </a:cubicBezTo>
                      <a:cubicBezTo>
                        <a:pt x="31" y="122"/>
                        <a:pt x="1" y="213"/>
                        <a:pt x="31" y="274"/>
                      </a:cubicBezTo>
                      <a:cubicBezTo>
                        <a:pt x="62" y="335"/>
                        <a:pt x="62" y="396"/>
                        <a:pt x="92" y="426"/>
                      </a:cubicBezTo>
                      <a:cubicBezTo>
                        <a:pt x="122" y="502"/>
                        <a:pt x="191" y="540"/>
                        <a:pt x="259" y="540"/>
                      </a:cubicBezTo>
                      <a:cubicBezTo>
                        <a:pt x="327" y="540"/>
                        <a:pt x="396" y="502"/>
                        <a:pt x="426" y="426"/>
                      </a:cubicBezTo>
                      <a:cubicBezTo>
                        <a:pt x="457" y="396"/>
                        <a:pt x="457" y="335"/>
                        <a:pt x="487" y="274"/>
                      </a:cubicBezTo>
                      <a:cubicBezTo>
                        <a:pt x="487" y="213"/>
                        <a:pt x="487" y="122"/>
                        <a:pt x="426" y="61"/>
                      </a:cubicBezTo>
                      <a:cubicBezTo>
                        <a:pt x="365" y="31"/>
                        <a:pt x="305" y="1"/>
                        <a:pt x="24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3" name="Google Shape;6063;p39"/>
                <p:cNvSpPr/>
                <p:nvPr/>
              </p:nvSpPr>
              <p:spPr>
                <a:xfrm>
                  <a:off x="1430400" y="2120025"/>
                  <a:ext cx="13700" cy="1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8" extrusionOk="0">
                      <a:moveTo>
                        <a:pt x="237" y="0"/>
                      </a:moveTo>
                      <a:cubicBezTo>
                        <a:pt x="170" y="0"/>
                        <a:pt x="107" y="34"/>
                        <a:pt x="61" y="103"/>
                      </a:cubicBezTo>
                      <a:cubicBezTo>
                        <a:pt x="0" y="164"/>
                        <a:pt x="0" y="255"/>
                        <a:pt x="31" y="346"/>
                      </a:cubicBezTo>
                      <a:cubicBezTo>
                        <a:pt x="61" y="437"/>
                        <a:pt x="152" y="498"/>
                        <a:pt x="213" y="498"/>
                      </a:cubicBezTo>
                      <a:cubicBezTo>
                        <a:pt x="274" y="498"/>
                        <a:pt x="304" y="498"/>
                        <a:pt x="365" y="468"/>
                      </a:cubicBezTo>
                      <a:cubicBezTo>
                        <a:pt x="396" y="468"/>
                        <a:pt x="456" y="437"/>
                        <a:pt x="487" y="376"/>
                      </a:cubicBezTo>
                      <a:cubicBezTo>
                        <a:pt x="487" y="346"/>
                        <a:pt x="517" y="346"/>
                        <a:pt x="517" y="316"/>
                      </a:cubicBezTo>
                      <a:cubicBezTo>
                        <a:pt x="548" y="285"/>
                        <a:pt x="548" y="224"/>
                        <a:pt x="517" y="194"/>
                      </a:cubicBezTo>
                      <a:cubicBezTo>
                        <a:pt x="517" y="164"/>
                        <a:pt x="517" y="164"/>
                        <a:pt x="487" y="133"/>
                      </a:cubicBezTo>
                      <a:cubicBezTo>
                        <a:pt x="456" y="72"/>
                        <a:pt x="396" y="12"/>
                        <a:pt x="304" y="12"/>
                      </a:cubicBezTo>
                      <a:cubicBezTo>
                        <a:pt x="282" y="4"/>
                        <a:pt x="259" y="0"/>
                        <a:pt x="23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4" name="Google Shape;6064;p39"/>
                <p:cNvSpPr/>
                <p:nvPr/>
              </p:nvSpPr>
              <p:spPr>
                <a:xfrm>
                  <a:off x="1388600" y="1969850"/>
                  <a:ext cx="15225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487" extrusionOk="0">
                      <a:moveTo>
                        <a:pt x="305" y="0"/>
                      </a:moveTo>
                      <a:cubicBezTo>
                        <a:pt x="1" y="0"/>
                        <a:pt x="1" y="487"/>
                        <a:pt x="305" y="487"/>
                      </a:cubicBezTo>
                      <a:cubicBezTo>
                        <a:pt x="609" y="487"/>
                        <a:pt x="609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5" name="Google Shape;6065;p39"/>
                <p:cNvSpPr/>
                <p:nvPr/>
              </p:nvSpPr>
              <p:spPr>
                <a:xfrm>
                  <a:off x="1282975" y="1991125"/>
                  <a:ext cx="14475" cy="1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9" h="426" extrusionOk="0">
                      <a:moveTo>
                        <a:pt x="305" y="0"/>
                      </a:moveTo>
                      <a:cubicBezTo>
                        <a:pt x="1" y="0"/>
                        <a:pt x="1" y="426"/>
                        <a:pt x="305" y="426"/>
                      </a:cubicBezTo>
                      <a:cubicBezTo>
                        <a:pt x="578" y="426"/>
                        <a:pt x="578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6" name="Google Shape;6066;p39"/>
                <p:cNvSpPr/>
                <p:nvPr/>
              </p:nvSpPr>
              <p:spPr>
                <a:xfrm>
                  <a:off x="1282225" y="2074700"/>
                  <a:ext cx="9150" cy="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305" extrusionOk="0">
                      <a:moveTo>
                        <a:pt x="183" y="1"/>
                      </a:moveTo>
                      <a:cubicBezTo>
                        <a:pt x="0" y="1"/>
                        <a:pt x="0" y="305"/>
                        <a:pt x="183" y="305"/>
                      </a:cubicBezTo>
                      <a:cubicBezTo>
                        <a:pt x="365" y="305"/>
                        <a:pt x="365" y="1"/>
                        <a:pt x="18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7" name="Google Shape;6067;p39"/>
                <p:cNvSpPr/>
                <p:nvPr/>
              </p:nvSpPr>
              <p:spPr>
                <a:xfrm>
                  <a:off x="1201675" y="1964525"/>
                  <a:ext cx="12950" cy="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396" extrusionOk="0">
                      <a:moveTo>
                        <a:pt x="274" y="0"/>
                      </a:moveTo>
                      <a:cubicBezTo>
                        <a:pt x="0" y="0"/>
                        <a:pt x="0" y="396"/>
                        <a:pt x="274" y="396"/>
                      </a:cubicBezTo>
                      <a:cubicBezTo>
                        <a:pt x="517" y="396"/>
                        <a:pt x="517" y="0"/>
                        <a:pt x="27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8" name="Google Shape;6068;p39"/>
                <p:cNvSpPr/>
                <p:nvPr/>
              </p:nvSpPr>
              <p:spPr>
                <a:xfrm>
                  <a:off x="1278425" y="1972125"/>
                  <a:ext cx="9900" cy="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305" extrusionOk="0">
                      <a:moveTo>
                        <a:pt x="213" y="0"/>
                      </a:moveTo>
                      <a:cubicBezTo>
                        <a:pt x="0" y="0"/>
                        <a:pt x="0" y="304"/>
                        <a:pt x="213" y="304"/>
                      </a:cubicBezTo>
                      <a:cubicBezTo>
                        <a:pt x="395" y="304"/>
                        <a:pt x="395" y="0"/>
                        <a:pt x="21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9" name="Google Shape;6069;p39"/>
                <p:cNvSpPr/>
                <p:nvPr/>
              </p:nvSpPr>
              <p:spPr>
                <a:xfrm>
                  <a:off x="1217625" y="1925775"/>
                  <a:ext cx="15225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457" extrusionOk="0">
                      <a:moveTo>
                        <a:pt x="305" y="0"/>
                      </a:moveTo>
                      <a:cubicBezTo>
                        <a:pt x="1" y="0"/>
                        <a:pt x="1" y="456"/>
                        <a:pt x="305" y="456"/>
                      </a:cubicBezTo>
                      <a:cubicBezTo>
                        <a:pt x="609" y="456"/>
                        <a:pt x="609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0" name="Google Shape;6070;p39"/>
                <p:cNvSpPr/>
                <p:nvPr/>
              </p:nvSpPr>
              <p:spPr>
                <a:xfrm>
                  <a:off x="1143150" y="1922725"/>
                  <a:ext cx="13725" cy="1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" h="427" extrusionOk="0">
                      <a:moveTo>
                        <a:pt x="274" y="1"/>
                      </a:moveTo>
                      <a:cubicBezTo>
                        <a:pt x="1" y="1"/>
                        <a:pt x="1" y="426"/>
                        <a:pt x="274" y="426"/>
                      </a:cubicBezTo>
                      <a:cubicBezTo>
                        <a:pt x="548" y="426"/>
                        <a:pt x="548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1" name="Google Shape;6071;p39"/>
                <p:cNvSpPr/>
                <p:nvPr/>
              </p:nvSpPr>
              <p:spPr>
                <a:xfrm>
                  <a:off x="1180400" y="1877900"/>
                  <a:ext cx="13700" cy="1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80" extrusionOk="0">
                      <a:moveTo>
                        <a:pt x="274" y="0"/>
                      </a:moveTo>
                      <a:cubicBezTo>
                        <a:pt x="213" y="0"/>
                        <a:pt x="152" y="31"/>
                        <a:pt x="122" y="61"/>
                      </a:cubicBezTo>
                      <a:lnTo>
                        <a:pt x="104" y="97"/>
                      </a:lnTo>
                      <a:lnTo>
                        <a:pt x="104" y="97"/>
                      </a:lnTo>
                      <a:cubicBezTo>
                        <a:pt x="97" y="101"/>
                        <a:pt x="91" y="109"/>
                        <a:pt x="91" y="122"/>
                      </a:cubicBezTo>
                      <a:cubicBezTo>
                        <a:pt x="0" y="183"/>
                        <a:pt x="0" y="304"/>
                        <a:pt x="91" y="365"/>
                      </a:cubicBezTo>
                      <a:cubicBezTo>
                        <a:pt x="91" y="365"/>
                        <a:pt x="122" y="396"/>
                        <a:pt x="122" y="396"/>
                      </a:cubicBezTo>
                      <a:lnTo>
                        <a:pt x="183" y="456"/>
                      </a:lnTo>
                      <a:lnTo>
                        <a:pt x="243" y="456"/>
                      </a:lnTo>
                      <a:cubicBezTo>
                        <a:pt x="259" y="472"/>
                        <a:pt x="281" y="479"/>
                        <a:pt x="308" y="479"/>
                      </a:cubicBezTo>
                      <a:cubicBezTo>
                        <a:pt x="335" y="479"/>
                        <a:pt x="365" y="472"/>
                        <a:pt x="395" y="456"/>
                      </a:cubicBezTo>
                      <a:cubicBezTo>
                        <a:pt x="487" y="426"/>
                        <a:pt x="547" y="335"/>
                        <a:pt x="547" y="244"/>
                      </a:cubicBezTo>
                      <a:cubicBezTo>
                        <a:pt x="547" y="152"/>
                        <a:pt x="487" y="61"/>
                        <a:pt x="426" y="31"/>
                      </a:cubicBezTo>
                      <a:cubicBezTo>
                        <a:pt x="365" y="0"/>
                        <a:pt x="335" y="0"/>
                        <a:pt x="27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2" name="Google Shape;6072;p39"/>
                <p:cNvSpPr/>
                <p:nvPr/>
              </p:nvSpPr>
              <p:spPr>
                <a:xfrm>
                  <a:off x="1134050" y="1851000"/>
                  <a:ext cx="12925" cy="1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" h="450" extrusionOk="0">
                      <a:moveTo>
                        <a:pt x="232" y="1"/>
                      </a:moveTo>
                      <a:cubicBezTo>
                        <a:pt x="168" y="1"/>
                        <a:pt x="114" y="29"/>
                        <a:pt x="91" y="73"/>
                      </a:cubicBezTo>
                      <a:cubicBezTo>
                        <a:pt x="31" y="104"/>
                        <a:pt x="0" y="165"/>
                        <a:pt x="0" y="225"/>
                      </a:cubicBezTo>
                      <a:cubicBezTo>
                        <a:pt x="0" y="286"/>
                        <a:pt x="31" y="347"/>
                        <a:pt x="91" y="377"/>
                      </a:cubicBezTo>
                      <a:cubicBezTo>
                        <a:pt x="114" y="422"/>
                        <a:pt x="168" y="450"/>
                        <a:pt x="232" y="450"/>
                      </a:cubicBezTo>
                      <a:cubicBezTo>
                        <a:pt x="255" y="450"/>
                        <a:pt x="280" y="446"/>
                        <a:pt x="304" y="438"/>
                      </a:cubicBezTo>
                      <a:lnTo>
                        <a:pt x="395" y="408"/>
                      </a:lnTo>
                      <a:cubicBezTo>
                        <a:pt x="426" y="377"/>
                        <a:pt x="456" y="377"/>
                        <a:pt x="486" y="347"/>
                      </a:cubicBezTo>
                      <a:cubicBezTo>
                        <a:pt x="517" y="316"/>
                        <a:pt x="517" y="256"/>
                        <a:pt x="517" y="225"/>
                      </a:cubicBezTo>
                      <a:cubicBezTo>
                        <a:pt x="517" y="195"/>
                        <a:pt x="517" y="165"/>
                        <a:pt x="486" y="134"/>
                      </a:cubicBezTo>
                      <a:cubicBezTo>
                        <a:pt x="486" y="73"/>
                        <a:pt x="426" y="73"/>
                        <a:pt x="395" y="43"/>
                      </a:cubicBezTo>
                      <a:lnTo>
                        <a:pt x="304" y="13"/>
                      </a:lnTo>
                      <a:cubicBezTo>
                        <a:pt x="280" y="4"/>
                        <a:pt x="255" y="1"/>
                        <a:pt x="23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3" name="Google Shape;6073;p39"/>
                <p:cNvSpPr/>
                <p:nvPr/>
              </p:nvSpPr>
              <p:spPr>
                <a:xfrm>
                  <a:off x="1161400" y="1841425"/>
                  <a:ext cx="4575" cy="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22" extrusionOk="0">
                      <a:moveTo>
                        <a:pt x="92" y="0"/>
                      </a:moveTo>
                      <a:cubicBezTo>
                        <a:pt x="0" y="0"/>
                        <a:pt x="0" y="122"/>
                        <a:pt x="92" y="122"/>
                      </a:cubicBezTo>
                      <a:cubicBezTo>
                        <a:pt x="183" y="122"/>
                        <a:pt x="183" y="0"/>
                        <a:pt x="9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4" name="Google Shape;6074;p39"/>
                <p:cNvSpPr/>
                <p:nvPr/>
              </p:nvSpPr>
              <p:spPr>
                <a:xfrm>
                  <a:off x="1252575" y="1823950"/>
                  <a:ext cx="13725" cy="1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" h="426" extrusionOk="0">
                      <a:moveTo>
                        <a:pt x="274" y="0"/>
                      </a:moveTo>
                      <a:cubicBezTo>
                        <a:pt x="1" y="0"/>
                        <a:pt x="1" y="426"/>
                        <a:pt x="274" y="426"/>
                      </a:cubicBezTo>
                      <a:cubicBezTo>
                        <a:pt x="548" y="426"/>
                        <a:pt x="548" y="0"/>
                        <a:pt x="27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5" name="Google Shape;6075;p39"/>
                <p:cNvSpPr/>
                <p:nvPr/>
              </p:nvSpPr>
              <p:spPr>
                <a:xfrm>
                  <a:off x="1444825" y="1831550"/>
                  <a:ext cx="11425" cy="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" h="365" extrusionOk="0">
                      <a:moveTo>
                        <a:pt x="244" y="0"/>
                      </a:moveTo>
                      <a:cubicBezTo>
                        <a:pt x="1" y="0"/>
                        <a:pt x="1" y="365"/>
                        <a:pt x="244" y="365"/>
                      </a:cubicBezTo>
                      <a:cubicBezTo>
                        <a:pt x="457" y="365"/>
                        <a:pt x="457" y="0"/>
                        <a:pt x="24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6" name="Google Shape;6076;p39"/>
                <p:cNvSpPr/>
                <p:nvPr/>
              </p:nvSpPr>
              <p:spPr>
                <a:xfrm>
                  <a:off x="1548950" y="1826225"/>
                  <a:ext cx="15225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487" extrusionOk="0">
                      <a:moveTo>
                        <a:pt x="304" y="0"/>
                      </a:moveTo>
                      <a:cubicBezTo>
                        <a:pt x="0" y="0"/>
                        <a:pt x="0" y="487"/>
                        <a:pt x="304" y="487"/>
                      </a:cubicBezTo>
                      <a:cubicBezTo>
                        <a:pt x="608" y="487"/>
                        <a:pt x="608" y="0"/>
                        <a:pt x="30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7" name="Google Shape;6077;p39"/>
                <p:cNvSpPr/>
                <p:nvPr/>
              </p:nvSpPr>
              <p:spPr>
                <a:xfrm>
                  <a:off x="1679650" y="1822425"/>
                  <a:ext cx="15975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548" extrusionOk="0">
                      <a:moveTo>
                        <a:pt x="274" y="1"/>
                      </a:moveTo>
                      <a:cubicBezTo>
                        <a:pt x="183" y="1"/>
                        <a:pt x="122" y="31"/>
                        <a:pt x="91" y="92"/>
                      </a:cubicBezTo>
                      <a:cubicBezTo>
                        <a:pt x="31" y="122"/>
                        <a:pt x="0" y="213"/>
                        <a:pt x="0" y="274"/>
                      </a:cubicBezTo>
                      <a:cubicBezTo>
                        <a:pt x="0" y="335"/>
                        <a:pt x="31" y="426"/>
                        <a:pt x="91" y="456"/>
                      </a:cubicBezTo>
                      <a:cubicBezTo>
                        <a:pt x="122" y="517"/>
                        <a:pt x="183" y="548"/>
                        <a:pt x="274" y="548"/>
                      </a:cubicBezTo>
                      <a:lnTo>
                        <a:pt x="365" y="548"/>
                      </a:lnTo>
                      <a:cubicBezTo>
                        <a:pt x="426" y="548"/>
                        <a:pt x="487" y="517"/>
                        <a:pt x="547" y="456"/>
                      </a:cubicBezTo>
                      <a:cubicBezTo>
                        <a:pt x="608" y="426"/>
                        <a:pt x="639" y="335"/>
                        <a:pt x="639" y="274"/>
                      </a:cubicBezTo>
                      <a:cubicBezTo>
                        <a:pt x="639" y="213"/>
                        <a:pt x="608" y="122"/>
                        <a:pt x="547" y="92"/>
                      </a:cubicBezTo>
                      <a:cubicBezTo>
                        <a:pt x="487" y="31"/>
                        <a:pt x="426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8" name="Google Shape;6078;p39"/>
                <p:cNvSpPr/>
                <p:nvPr/>
              </p:nvSpPr>
              <p:spPr>
                <a:xfrm>
                  <a:off x="1824025" y="1819775"/>
                  <a:ext cx="137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87" extrusionOk="0">
                      <a:moveTo>
                        <a:pt x="225" y="0"/>
                      </a:moveTo>
                      <a:cubicBezTo>
                        <a:pt x="183" y="0"/>
                        <a:pt x="137" y="15"/>
                        <a:pt x="92" y="46"/>
                      </a:cubicBezTo>
                      <a:cubicBezTo>
                        <a:pt x="31" y="76"/>
                        <a:pt x="0" y="167"/>
                        <a:pt x="0" y="258"/>
                      </a:cubicBezTo>
                      <a:cubicBezTo>
                        <a:pt x="0" y="319"/>
                        <a:pt x="31" y="410"/>
                        <a:pt x="92" y="441"/>
                      </a:cubicBezTo>
                      <a:cubicBezTo>
                        <a:pt x="137" y="471"/>
                        <a:pt x="183" y="486"/>
                        <a:pt x="225" y="486"/>
                      </a:cubicBezTo>
                      <a:cubicBezTo>
                        <a:pt x="266" y="486"/>
                        <a:pt x="304" y="471"/>
                        <a:pt x="335" y="441"/>
                      </a:cubicBezTo>
                      <a:cubicBezTo>
                        <a:pt x="335" y="441"/>
                        <a:pt x="365" y="441"/>
                        <a:pt x="396" y="410"/>
                      </a:cubicBezTo>
                      <a:cubicBezTo>
                        <a:pt x="548" y="350"/>
                        <a:pt x="548" y="137"/>
                        <a:pt x="396" y="76"/>
                      </a:cubicBezTo>
                      <a:cubicBezTo>
                        <a:pt x="396" y="46"/>
                        <a:pt x="365" y="46"/>
                        <a:pt x="335" y="46"/>
                      </a:cubicBezTo>
                      <a:cubicBezTo>
                        <a:pt x="304" y="15"/>
                        <a:pt x="266" y="0"/>
                        <a:pt x="22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9" name="Google Shape;6079;p39"/>
                <p:cNvSpPr/>
                <p:nvPr/>
              </p:nvSpPr>
              <p:spPr>
                <a:xfrm>
                  <a:off x="1844550" y="1958450"/>
                  <a:ext cx="18250" cy="1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578" extrusionOk="0">
                      <a:moveTo>
                        <a:pt x="365" y="0"/>
                      </a:moveTo>
                      <a:cubicBezTo>
                        <a:pt x="0" y="0"/>
                        <a:pt x="0" y="578"/>
                        <a:pt x="365" y="578"/>
                      </a:cubicBezTo>
                      <a:cubicBezTo>
                        <a:pt x="730" y="578"/>
                        <a:pt x="730" y="0"/>
                        <a:pt x="36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0" name="Google Shape;6080;p39"/>
                <p:cNvSpPr/>
                <p:nvPr/>
              </p:nvSpPr>
              <p:spPr>
                <a:xfrm>
                  <a:off x="1786800" y="1999475"/>
                  <a:ext cx="17500" cy="1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" h="579" extrusionOk="0">
                      <a:moveTo>
                        <a:pt x="365" y="1"/>
                      </a:moveTo>
                      <a:cubicBezTo>
                        <a:pt x="0" y="1"/>
                        <a:pt x="0" y="578"/>
                        <a:pt x="365" y="578"/>
                      </a:cubicBezTo>
                      <a:cubicBezTo>
                        <a:pt x="699" y="578"/>
                        <a:pt x="699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1" name="Google Shape;6081;p39"/>
                <p:cNvSpPr/>
                <p:nvPr/>
              </p:nvSpPr>
              <p:spPr>
                <a:xfrm>
                  <a:off x="1849850" y="2011650"/>
                  <a:ext cx="14475" cy="1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9" h="456" extrusionOk="0">
                      <a:moveTo>
                        <a:pt x="274" y="0"/>
                      </a:moveTo>
                      <a:cubicBezTo>
                        <a:pt x="1" y="0"/>
                        <a:pt x="1" y="456"/>
                        <a:pt x="274" y="456"/>
                      </a:cubicBezTo>
                      <a:cubicBezTo>
                        <a:pt x="578" y="456"/>
                        <a:pt x="578" y="0"/>
                        <a:pt x="27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2" name="Google Shape;6082;p39"/>
                <p:cNvSpPr/>
                <p:nvPr/>
              </p:nvSpPr>
              <p:spPr>
                <a:xfrm>
                  <a:off x="1777675" y="2048875"/>
                  <a:ext cx="15225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457" extrusionOk="0">
                      <a:moveTo>
                        <a:pt x="304" y="0"/>
                      </a:moveTo>
                      <a:cubicBezTo>
                        <a:pt x="0" y="0"/>
                        <a:pt x="0" y="456"/>
                        <a:pt x="304" y="456"/>
                      </a:cubicBezTo>
                      <a:cubicBezTo>
                        <a:pt x="608" y="456"/>
                        <a:pt x="608" y="0"/>
                        <a:pt x="30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3" name="Google Shape;6083;p39"/>
                <p:cNvSpPr/>
                <p:nvPr/>
              </p:nvSpPr>
              <p:spPr>
                <a:xfrm>
                  <a:off x="1697125" y="2060275"/>
                  <a:ext cx="1977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6" y="0"/>
                      </a:moveTo>
                      <a:cubicBezTo>
                        <a:pt x="0" y="0"/>
                        <a:pt x="0" y="608"/>
                        <a:pt x="396" y="608"/>
                      </a:cubicBezTo>
                      <a:cubicBezTo>
                        <a:pt x="791" y="608"/>
                        <a:pt x="791" y="0"/>
                        <a:pt x="39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4" name="Google Shape;6084;p39"/>
                <p:cNvSpPr/>
                <p:nvPr/>
              </p:nvSpPr>
              <p:spPr>
                <a:xfrm>
                  <a:off x="1597575" y="2064825"/>
                  <a:ext cx="15225" cy="1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549" extrusionOk="0">
                      <a:moveTo>
                        <a:pt x="281" y="0"/>
                      </a:moveTo>
                      <a:cubicBezTo>
                        <a:pt x="145" y="0"/>
                        <a:pt x="1" y="110"/>
                        <a:pt x="1" y="274"/>
                      </a:cubicBezTo>
                      <a:cubicBezTo>
                        <a:pt x="1" y="438"/>
                        <a:pt x="145" y="548"/>
                        <a:pt x="281" y="548"/>
                      </a:cubicBezTo>
                      <a:cubicBezTo>
                        <a:pt x="321" y="548"/>
                        <a:pt x="361" y="538"/>
                        <a:pt x="396" y="517"/>
                      </a:cubicBezTo>
                      <a:lnTo>
                        <a:pt x="456" y="457"/>
                      </a:lnTo>
                      <a:cubicBezTo>
                        <a:pt x="548" y="426"/>
                        <a:pt x="608" y="365"/>
                        <a:pt x="608" y="274"/>
                      </a:cubicBezTo>
                      <a:cubicBezTo>
                        <a:pt x="608" y="183"/>
                        <a:pt x="548" y="122"/>
                        <a:pt x="456" y="61"/>
                      </a:cubicBezTo>
                      <a:lnTo>
                        <a:pt x="396" y="31"/>
                      </a:lnTo>
                      <a:cubicBezTo>
                        <a:pt x="361" y="10"/>
                        <a:pt x="321" y="0"/>
                        <a:pt x="28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5" name="Google Shape;6085;p39"/>
                <p:cNvSpPr/>
                <p:nvPr/>
              </p:nvSpPr>
              <p:spPr>
                <a:xfrm>
                  <a:off x="1576300" y="2103575"/>
                  <a:ext cx="15225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457" extrusionOk="0">
                      <a:moveTo>
                        <a:pt x="304" y="1"/>
                      </a:moveTo>
                      <a:cubicBezTo>
                        <a:pt x="0" y="1"/>
                        <a:pt x="0" y="457"/>
                        <a:pt x="304" y="457"/>
                      </a:cubicBezTo>
                      <a:cubicBezTo>
                        <a:pt x="608" y="457"/>
                        <a:pt x="608" y="1"/>
                        <a:pt x="30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6" name="Google Shape;6086;p39"/>
                <p:cNvSpPr/>
                <p:nvPr/>
              </p:nvSpPr>
              <p:spPr>
                <a:xfrm>
                  <a:off x="1499550" y="2057225"/>
                  <a:ext cx="1902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609" extrusionOk="0">
                      <a:moveTo>
                        <a:pt x="365" y="1"/>
                      </a:moveTo>
                      <a:cubicBezTo>
                        <a:pt x="0" y="1"/>
                        <a:pt x="0" y="609"/>
                        <a:pt x="365" y="609"/>
                      </a:cubicBezTo>
                      <a:cubicBezTo>
                        <a:pt x="760" y="609"/>
                        <a:pt x="760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7" name="Google Shape;6087;p39"/>
                <p:cNvSpPr/>
                <p:nvPr/>
              </p:nvSpPr>
              <p:spPr>
                <a:xfrm>
                  <a:off x="1484350" y="1986550"/>
                  <a:ext cx="7625" cy="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45" extrusionOk="0">
                      <a:moveTo>
                        <a:pt x="153" y="1"/>
                      </a:moveTo>
                      <a:cubicBezTo>
                        <a:pt x="1" y="1"/>
                        <a:pt x="1" y="244"/>
                        <a:pt x="153" y="244"/>
                      </a:cubicBezTo>
                      <a:cubicBezTo>
                        <a:pt x="305" y="244"/>
                        <a:pt x="305" y="1"/>
                        <a:pt x="15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8" name="Google Shape;6088;p39"/>
                <p:cNvSpPr/>
                <p:nvPr/>
              </p:nvSpPr>
              <p:spPr>
                <a:xfrm>
                  <a:off x="1546675" y="2042800"/>
                  <a:ext cx="13700" cy="1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26" extrusionOk="0">
                      <a:moveTo>
                        <a:pt x="274" y="0"/>
                      </a:moveTo>
                      <a:cubicBezTo>
                        <a:pt x="0" y="0"/>
                        <a:pt x="0" y="426"/>
                        <a:pt x="274" y="426"/>
                      </a:cubicBezTo>
                      <a:cubicBezTo>
                        <a:pt x="547" y="426"/>
                        <a:pt x="547" y="0"/>
                        <a:pt x="27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9" name="Google Shape;6089;p39"/>
                <p:cNvSpPr/>
                <p:nvPr/>
              </p:nvSpPr>
              <p:spPr>
                <a:xfrm>
                  <a:off x="1516275" y="2106625"/>
                  <a:ext cx="14450" cy="1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8" h="480" extrusionOk="0">
                      <a:moveTo>
                        <a:pt x="183" y="0"/>
                      </a:moveTo>
                      <a:cubicBezTo>
                        <a:pt x="152" y="31"/>
                        <a:pt x="91" y="31"/>
                        <a:pt x="61" y="61"/>
                      </a:cubicBezTo>
                      <a:cubicBezTo>
                        <a:pt x="31" y="122"/>
                        <a:pt x="0" y="183"/>
                        <a:pt x="0" y="244"/>
                      </a:cubicBezTo>
                      <a:cubicBezTo>
                        <a:pt x="0" y="304"/>
                        <a:pt x="31" y="365"/>
                        <a:pt x="61" y="396"/>
                      </a:cubicBezTo>
                      <a:cubicBezTo>
                        <a:pt x="91" y="426"/>
                        <a:pt x="152" y="456"/>
                        <a:pt x="183" y="456"/>
                      </a:cubicBezTo>
                      <a:cubicBezTo>
                        <a:pt x="198" y="472"/>
                        <a:pt x="221" y="479"/>
                        <a:pt x="243" y="479"/>
                      </a:cubicBezTo>
                      <a:cubicBezTo>
                        <a:pt x="266" y="479"/>
                        <a:pt x="289" y="472"/>
                        <a:pt x="304" y="456"/>
                      </a:cubicBezTo>
                      <a:lnTo>
                        <a:pt x="426" y="456"/>
                      </a:lnTo>
                      <a:lnTo>
                        <a:pt x="487" y="426"/>
                      </a:lnTo>
                      <a:cubicBezTo>
                        <a:pt x="517" y="396"/>
                        <a:pt x="517" y="396"/>
                        <a:pt x="547" y="365"/>
                      </a:cubicBezTo>
                      <a:cubicBezTo>
                        <a:pt x="578" y="335"/>
                        <a:pt x="578" y="274"/>
                        <a:pt x="578" y="244"/>
                      </a:cubicBezTo>
                      <a:cubicBezTo>
                        <a:pt x="578" y="213"/>
                        <a:pt x="578" y="152"/>
                        <a:pt x="547" y="122"/>
                      </a:cubicBezTo>
                      <a:cubicBezTo>
                        <a:pt x="517" y="92"/>
                        <a:pt x="487" y="31"/>
                        <a:pt x="426" y="31"/>
                      </a:cubicBezTo>
                      <a:lnTo>
                        <a:pt x="30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0" name="Google Shape;6090;p39"/>
                <p:cNvSpPr/>
                <p:nvPr/>
              </p:nvSpPr>
              <p:spPr>
                <a:xfrm>
                  <a:off x="1660650" y="2177300"/>
                  <a:ext cx="9900" cy="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305" extrusionOk="0">
                      <a:moveTo>
                        <a:pt x="213" y="0"/>
                      </a:moveTo>
                      <a:cubicBezTo>
                        <a:pt x="0" y="0"/>
                        <a:pt x="0" y="304"/>
                        <a:pt x="213" y="304"/>
                      </a:cubicBezTo>
                      <a:cubicBezTo>
                        <a:pt x="396" y="304"/>
                        <a:pt x="396" y="0"/>
                        <a:pt x="21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1" name="Google Shape;6091;p39"/>
                <p:cNvSpPr/>
                <p:nvPr/>
              </p:nvSpPr>
              <p:spPr>
                <a:xfrm>
                  <a:off x="1751075" y="2089900"/>
                  <a:ext cx="13700" cy="1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27" extrusionOk="0">
                      <a:moveTo>
                        <a:pt x="274" y="1"/>
                      </a:moveTo>
                      <a:cubicBezTo>
                        <a:pt x="0" y="1"/>
                        <a:pt x="0" y="426"/>
                        <a:pt x="274" y="426"/>
                      </a:cubicBezTo>
                      <a:cubicBezTo>
                        <a:pt x="548" y="426"/>
                        <a:pt x="548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092" name="Google Shape;6092;p39"/>
              <p:cNvSpPr/>
              <p:nvPr/>
            </p:nvSpPr>
            <p:spPr>
              <a:xfrm>
                <a:off x="-270673" y="4639296"/>
                <a:ext cx="1163841" cy="746105"/>
              </a:xfrm>
              <a:custGeom>
                <a:avLst/>
                <a:gdLst/>
                <a:ahLst/>
                <a:cxnLst/>
                <a:rect l="l" t="t" r="r" b="b"/>
                <a:pathLst>
                  <a:path w="67813" h="43473" extrusionOk="0">
                    <a:moveTo>
                      <a:pt x="6360" y="0"/>
                    </a:moveTo>
                    <a:cubicBezTo>
                      <a:pt x="4030" y="0"/>
                      <a:pt x="2741" y="929"/>
                      <a:pt x="1611" y="2772"/>
                    </a:cubicBezTo>
                    <a:cubicBezTo>
                      <a:pt x="243" y="5021"/>
                      <a:pt x="183" y="7817"/>
                      <a:pt x="152" y="10462"/>
                    </a:cubicBezTo>
                    <a:cubicBezTo>
                      <a:pt x="61" y="18760"/>
                      <a:pt x="0" y="27179"/>
                      <a:pt x="1976" y="35265"/>
                    </a:cubicBezTo>
                    <a:cubicBezTo>
                      <a:pt x="2462" y="37301"/>
                      <a:pt x="3161" y="39429"/>
                      <a:pt x="4863" y="40675"/>
                    </a:cubicBezTo>
                    <a:cubicBezTo>
                      <a:pt x="6110" y="41587"/>
                      <a:pt x="7751" y="41860"/>
                      <a:pt x="9301" y="42073"/>
                    </a:cubicBezTo>
                    <a:cubicBezTo>
                      <a:pt x="16208" y="43008"/>
                      <a:pt x="23184" y="43472"/>
                      <a:pt x="30161" y="43472"/>
                    </a:cubicBezTo>
                    <a:cubicBezTo>
                      <a:pt x="40654" y="43472"/>
                      <a:pt x="51151" y="42422"/>
                      <a:pt x="61430" y="40341"/>
                    </a:cubicBezTo>
                    <a:cubicBezTo>
                      <a:pt x="63649" y="39885"/>
                      <a:pt x="66141" y="39186"/>
                      <a:pt x="67175" y="37149"/>
                    </a:cubicBezTo>
                    <a:cubicBezTo>
                      <a:pt x="67813" y="35872"/>
                      <a:pt x="67691" y="34353"/>
                      <a:pt x="67357" y="32985"/>
                    </a:cubicBezTo>
                    <a:cubicBezTo>
                      <a:pt x="66141" y="28122"/>
                      <a:pt x="62038" y="24079"/>
                      <a:pt x="57174" y="22924"/>
                    </a:cubicBezTo>
                    <a:cubicBezTo>
                      <a:pt x="55624" y="22559"/>
                      <a:pt x="53983" y="22438"/>
                      <a:pt x="52524" y="21739"/>
                    </a:cubicBezTo>
                    <a:cubicBezTo>
                      <a:pt x="47721" y="19428"/>
                      <a:pt x="46840" y="11556"/>
                      <a:pt x="41581" y="10675"/>
                    </a:cubicBezTo>
                    <a:cubicBezTo>
                      <a:pt x="39940" y="10401"/>
                      <a:pt x="37752" y="10705"/>
                      <a:pt x="37053" y="9185"/>
                    </a:cubicBezTo>
                    <a:cubicBezTo>
                      <a:pt x="36657" y="8334"/>
                      <a:pt x="36992" y="7361"/>
                      <a:pt x="37022" y="6450"/>
                    </a:cubicBezTo>
                    <a:cubicBezTo>
                      <a:pt x="37053" y="4443"/>
                      <a:pt x="35472" y="2681"/>
                      <a:pt x="33648" y="1860"/>
                    </a:cubicBezTo>
                    <a:cubicBezTo>
                      <a:pt x="31794" y="1070"/>
                      <a:pt x="29727" y="1009"/>
                      <a:pt x="27721" y="948"/>
                    </a:cubicBezTo>
                    <a:cubicBezTo>
                      <a:pt x="23070" y="857"/>
                      <a:pt x="18420" y="735"/>
                      <a:pt x="13800" y="644"/>
                    </a:cubicBezTo>
                    <a:cubicBezTo>
                      <a:pt x="11247" y="583"/>
                      <a:pt x="10791" y="553"/>
                      <a:pt x="8207" y="158"/>
                    </a:cubicBezTo>
                    <a:cubicBezTo>
                      <a:pt x="7525" y="53"/>
                      <a:pt x="6913" y="0"/>
                      <a:pt x="63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3" name="Google Shape;6093;p39"/>
              <p:cNvSpPr/>
              <p:nvPr/>
            </p:nvSpPr>
            <p:spPr>
              <a:xfrm rot="6899233">
                <a:off x="610941" y="4721994"/>
                <a:ext cx="897782" cy="992254"/>
              </a:xfrm>
              <a:custGeom>
                <a:avLst/>
                <a:gdLst/>
                <a:ahLst/>
                <a:cxnLst/>
                <a:rect l="l" t="t" r="r" b="b"/>
                <a:pathLst>
                  <a:path w="37539" h="41491" extrusionOk="0">
                    <a:moveTo>
                      <a:pt x="25521" y="0"/>
                    </a:moveTo>
                    <a:cubicBezTo>
                      <a:pt x="20655" y="0"/>
                      <a:pt x="16565" y="3657"/>
                      <a:pt x="12158" y="5875"/>
                    </a:cubicBezTo>
                    <a:cubicBezTo>
                      <a:pt x="10608" y="6665"/>
                      <a:pt x="8876" y="7395"/>
                      <a:pt x="7933" y="8854"/>
                    </a:cubicBezTo>
                    <a:cubicBezTo>
                      <a:pt x="7204" y="10039"/>
                      <a:pt x="7113" y="11498"/>
                      <a:pt x="7022" y="12866"/>
                    </a:cubicBezTo>
                    <a:cubicBezTo>
                      <a:pt x="6870" y="16209"/>
                      <a:pt x="6687" y="19553"/>
                      <a:pt x="6505" y="22927"/>
                    </a:cubicBezTo>
                    <a:cubicBezTo>
                      <a:pt x="6444" y="24447"/>
                      <a:pt x="6292" y="26088"/>
                      <a:pt x="5259" y="27213"/>
                    </a:cubicBezTo>
                    <a:cubicBezTo>
                      <a:pt x="4499" y="28003"/>
                      <a:pt x="3374" y="28398"/>
                      <a:pt x="2736" y="29280"/>
                    </a:cubicBezTo>
                    <a:cubicBezTo>
                      <a:pt x="0" y="33049"/>
                      <a:pt x="8997" y="38581"/>
                      <a:pt x="11794" y="40070"/>
                    </a:cubicBezTo>
                    <a:cubicBezTo>
                      <a:pt x="13632" y="41042"/>
                      <a:pt x="15805" y="41491"/>
                      <a:pt x="18028" y="41491"/>
                    </a:cubicBezTo>
                    <a:cubicBezTo>
                      <a:pt x="21575" y="41491"/>
                      <a:pt x="25250" y="40348"/>
                      <a:pt x="27903" y="38368"/>
                    </a:cubicBezTo>
                    <a:cubicBezTo>
                      <a:pt x="31125" y="35997"/>
                      <a:pt x="32554" y="31985"/>
                      <a:pt x="33861" y="28216"/>
                    </a:cubicBezTo>
                    <a:cubicBezTo>
                      <a:pt x="35685" y="22805"/>
                      <a:pt x="37539" y="17152"/>
                      <a:pt x="36749" y="11498"/>
                    </a:cubicBezTo>
                    <a:cubicBezTo>
                      <a:pt x="35958" y="5845"/>
                      <a:pt x="31642" y="252"/>
                      <a:pt x="25928" y="9"/>
                    </a:cubicBezTo>
                    <a:cubicBezTo>
                      <a:pt x="25791" y="3"/>
                      <a:pt x="25656" y="0"/>
                      <a:pt x="255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4" name="Google Shape;6094;p39"/>
              <p:cNvSpPr/>
              <p:nvPr/>
            </p:nvSpPr>
            <p:spPr>
              <a:xfrm>
                <a:off x="145088" y="4102863"/>
                <a:ext cx="475725" cy="399625"/>
              </a:xfrm>
              <a:custGeom>
                <a:avLst/>
                <a:gdLst/>
                <a:ahLst/>
                <a:cxnLst/>
                <a:rect l="l" t="t" r="r" b="b"/>
                <a:pathLst>
                  <a:path w="19029" h="15985" extrusionOk="0">
                    <a:moveTo>
                      <a:pt x="11703" y="794"/>
                    </a:moveTo>
                    <a:lnTo>
                      <a:pt x="11703" y="794"/>
                    </a:lnTo>
                    <a:cubicBezTo>
                      <a:pt x="11935" y="1009"/>
                      <a:pt x="12167" y="1224"/>
                      <a:pt x="12398" y="1438"/>
                    </a:cubicBezTo>
                    <a:lnTo>
                      <a:pt x="12398" y="1438"/>
                    </a:lnTo>
                    <a:cubicBezTo>
                      <a:pt x="13047" y="1833"/>
                      <a:pt x="13674" y="2273"/>
                      <a:pt x="14287" y="2709"/>
                    </a:cubicBezTo>
                    <a:lnTo>
                      <a:pt x="11703" y="794"/>
                    </a:lnTo>
                    <a:close/>
                    <a:moveTo>
                      <a:pt x="8154" y="0"/>
                    </a:moveTo>
                    <a:cubicBezTo>
                      <a:pt x="5651" y="0"/>
                      <a:pt x="3362" y="1607"/>
                      <a:pt x="1794" y="3560"/>
                    </a:cubicBezTo>
                    <a:cubicBezTo>
                      <a:pt x="943" y="4624"/>
                      <a:pt x="244" y="5870"/>
                      <a:pt x="123" y="7208"/>
                    </a:cubicBezTo>
                    <a:cubicBezTo>
                      <a:pt x="1" y="8575"/>
                      <a:pt x="548" y="10034"/>
                      <a:pt x="1734" y="10703"/>
                    </a:cubicBezTo>
                    <a:cubicBezTo>
                      <a:pt x="2463" y="11098"/>
                      <a:pt x="3314" y="11189"/>
                      <a:pt x="3983" y="11645"/>
                    </a:cubicBezTo>
                    <a:cubicBezTo>
                      <a:pt x="5047" y="12405"/>
                      <a:pt x="5290" y="13955"/>
                      <a:pt x="6232" y="14867"/>
                    </a:cubicBezTo>
                    <a:cubicBezTo>
                      <a:pt x="6810" y="15414"/>
                      <a:pt x="7630" y="15688"/>
                      <a:pt x="8421" y="15840"/>
                    </a:cubicBezTo>
                    <a:cubicBezTo>
                      <a:pt x="8939" y="15938"/>
                      <a:pt x="9465" y="15985"/>
                      <a:pt x="9990" y="15985"/>
                    </a:cubicBezTo>
                    <a:cubicBezTo>
                      <a:pt x="13218" y="15985"/>
                      <a:pt x="16439" y="14199"/>
                      <a:pt x="18086" y="11402"/>
                    </a:cubicBezTo>
                    <a:cubicBezTo>
                      <a:pt x="18634" y="10429"/>
                      <a:pt x="19029" y="9305"/>
                      <a:pt x="18785" y="8211"/>
                    </a:cubicBezTo>
                    <a:cubicBezTo>
                      <a:pt x="18512" y="7116"/>
                      <a:pt x="17630" y="6265"/>
                      <a:pt x="16810" y="5505"/>
                    </a:cubicBezTo>
                    <a:cubicBezTo>
                      <a:pt x="15339" y="4140"/>
                      <a:pt x="13869" y="2797"/>
                      <a:pt x="12398" y="1438"/>
                    </a:cubicBezTo>
                    <a:lnTo>
                      <a:pt x="12398" y="1438"/>
                    </a:lnTo>
                    <a:cubicBezTo>
                      <a:pt x="11149" y="678"/>
                      <a:pt x="9820" y="84"/>
                      <a:pt x="8360" y="4"/>
                    </a:cubicBezTo>
                    <a:cubicBezTo>
                      <a:pt x="8291" y="1"/>
                      <a:pt x="8223" y="0"/>
                      <a:pt x="81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095" name="Google Shape;6095;p39"/>
              <p:cNvGrpSpPr/>
              <p:nvPr/>
            </p:nvGrpSpPr>
            <p:grpSpPr>
              <a:xfrm rot="5400000" flipH="1">
                <a:off x="8112796" y="4364426"/>
                <a:ext cx="1174136" cy="599951"/>
                <a:chOff x="1134050" y="1811775"/>
                <a:chExt cx="730275" cy="373150"/>
              </a:xfrm>
            </p:grpSpPr>
            <p:sp>
              <p:nvSpPr>
                <p:cNvPr id="6096" name="Google Shape;6096;p39"/>
                <p:cNvSpPr/>
                <p:nvPr/>
              </p:nvSpPr>
              <p:spPr>
                <a:xfrm>
                  <a:off x="1779200" y="1969075"/>
                  <a:ext cx="14450" cy="1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8" h="427" extrusionOk="0">
                      <a:moveTo>
                        <a:pt x="274" y="1"/>
                      </a:moveTo>
                      <a:cubicBezTo>
                        <a:pt x="0" y="1"/>
                        <a:pt x="0" y="426"/>
                        <a:pt x="274" y="426"/>
                      </a:cubicBezTo>
                      <a:cubicBezTo>
                        <a:pt x="578" y="426"/>
                        <a:pt x="578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7" name="Google Shape;6097;p39"/>
                <p:cNvSpPr/>
                <p:nvPr/>
              </p:nvSpPr>
              <p:spPr>
                <a:xfrm>
                  <a:off x="1704725" y="1895050"/>
                  <a:ext cx="31175" cy="2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7" h="1199" extrusionOk="0">
                      <a:moveTo>
                        <a:pt x="316" y="246"/>
                      </a:moveTo>
                      <a:lnTo>
                        <a:pt x="274" y="257"/>
                      </a:lnTo>
                      <a:cubicBezTo>
                        <a:pt x="285" y="257"/>
                        <a:pt x="300" y="253"/>
                        <a:pt x="316" y="246"/>
                      </a:cubicBezTo>
                      <a:close/>
                      <a:moveTo>
                        <a:pt x="1083" y="688"/>
                      </a:moveTo>
                      <a:cubicBezTo>
                        <a:pt x="1072" y="704"/>
                        <a:pt x="1064" y="722"/>
                        <a:pt x="1064" y="743"/>
                      </a:cubicBezTo>
                      <a:lnTo>
                        <a:pt x="1083" y="688"/>
                      </a:lnTo>
                      <a:close/>
                      <a:moveTo>
                        <a:pt x="820" y="1"/>
                      </a:moveTo>
                      <a:cubicBezTo>
                        <a:pt x="740" y="1"/>
                        <a:pt x="651" y="22"/>
                        <a:pt x="608" y="44"/>
                      </a:cubicBezTo>
                      <a:lnTo>
                        <a:pt x="608" y="74"/>
                      </a:lnTo>
                      <a:cubicBezTo>
                        <a:pt x="576" y="90"/>
                        <a:pt x="553" y="106"/>
                        <a:pt x="529" y="122"/>
                      </a:cubicBezTo>
                      <a:lnTo>
                        <a:pt x="529" y="122"/>
                      </a:lnTo>
                      <a:cubicBezTo>
                        <a:pt x="465" y="147"/>
                        <a:pt x="420" y="171"/>
                        <a:pt x="395" y="196"/>
                      </a:cubicBezTo>
                      <a:cubicBezTo>
                        <a:pt x="376" y="215"/>
                        <a:pt x="344" y="235"/>
                        <a:pt x="316" y="246"/>
                      </a:cubicBezTo>
                      <a:lnTo>
                        <a:pt x="316" y="246"/>
                      </a:lnTo>
                      <a:lnTo>
                        <a:pt x="395" y="226"/>
                      </a:lnTo>
                      <a:lnTo>
                        <a:pt x="395" y="226"/>
                      </a:lnTo>
                      <a:cubicBezTo>
                        <a:pt x="304" y="257"/>
                        <a:pt x="213" y="287"/>
                        <a:pt x="152" y="378"/>
                      </a:cubicBezTo>
                      <a:cubicBezTo>
                        <a:pt x="61" y="469"/>
                        <a:pt x="0" y="561"/>
                        <a:pt x="0" y="713"/>
                      </a:cubicBezTo>
                      <a:cubicBezTo>
                        <a:pt x="0" y="834"/>
                        <a:pt x="61" y="986"/>
                        <a:pt x="152" y="1047"/>
                      </a:cubicBezTo>
                      <a:cubicBezTo>
                        <a:pt x="243" y="1138"/>
                        <a:pt x="365" y="1199"/>
                        <a:pt x="487" y="1199"/>
                      </a:cubicBezTo>
                      <a:lnTo>
                        <a:pt x="608" y="1169"/>
                      </a:lnTo>
                      <a:cubicBezTo>
                        <a:pt x="699" y="1169"/>
                        <a:pt x="791" y="1108"/>
                        <a:pt x="851" y="1047"/>
                      </a:cubicBezTo>
                      <a:cubicBezTo>
                        <a:pt x="887" y="1011"/>
                        <a:pt x="923" y="965"/>
                        <a:pt x="953" y="914"/>
                      </a:cubicBezTo>
                      <a:lnTo>
                        <a:pt x="953" y="914"/>
                      </a:lnTo>
                      <a:cubicBezTo>
                        <a:pt x="973" y="887"/>
                        <a:pt x="977" y="861"/>
                        <a:pt x="1003" y="834"/>
                      </a:cubicBezTo>
                      <a:cubicBezTo>
                        <a:pt x="1034" y="773"/>
                        <a:pt x="1064" y="713"/>
                        <a:pt x="1095" y="652"/>
                      </a:cubicBezTo>
                      <a:lnTo>
                        <a:pt x="1095" y="652"/>
                      </a:lnTo>
                      <a:lnTo>
                        <a:pt x="1083" y="688"/>
                      </a:lnTo>
                      <a:lnTo>
                        <a:pt x="1083" y="688"/>
                      </a:lnTo>
                      <a:cubicBezTo>
                        <a:pt x="1103" y="657"/>
                        <a:pt x="1136" y="631"/>
                        <a:pt x="1155" y="591"/>
                      </a:cubicBezTo>
                      <a:cubicBezTo>
                        <a:pt x="1247" y="469"/>
                        <a:pt x="1216" y="226"/>
                        <a:pt x="1095" y="105"/>
                      </a:cubicBezTo>
                      <a:cubicBezTo>
                        <a:pt x="1034" y="74"/>
                        <a:pt x="973" y="44"/>
                        <a:pt x="912" y="13"/>
                      </a:cubicBezTo>
                      <a:cubicBezTo>
                        <a:pt x="885" y="5"/>
                        <a:pt x="854" y="1"/>
                        <a:pt x="8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8" name="Google Shape;6098;p39"/>
                <p:cNvSpPr/>
                <p:nvPr/>
              </p:nvSpPr>
              <p:spPr>
                <a:xfrm>
                  <a:off x="1651525" y="2002450"/>
                  <a:ext cx="28900" cy="2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" h="827" extrusionOk="0">
                      <a:moveTo>
                        <a:pt x="479" y="1"/>
                      </a:moveTo>
                      <a:cubicBezTo>
                        <a:pt x="413" y="1"/>
                        <a:pt x="349" y="26"/>
                        <a:pt x="274" y="64"/>
                      </a:cubicBezTo>
                      <a:cubicBezTo>
                        <a:pt x="1" y="186"/>
                        <a:pt x="1" y="642"/>
                        <a:pt x="274" y="763"/>
                      </a:cubicBezTo>
                      <a:cubicBezTo>
                        <a:pt x="349" y="801"/>
                        <a:pt x="413" y="827"/>
                        <a:pt x="479" y="827"/>
                      </a:cubicBezTo>
                      <a:cubicBezTo>
                        <a:pt x="492" y="827"/>
                        <a:pt x="505" y="826"/>
                        <a:pt x="518" y="824"/>
                      </a:cubicBezTo>
                      <a:lnTo>
                        <a:pt x="518" y="824"/>
                      </a:lnTo>
                      <a:lnTo>
                        <a:pt x="517" y="824"/>
                      </a:lnTo>
                      <a:lnTo>
                        <a:pt x="517" y="824"/>
                      </a:lnTo>
                      <a:lnTo>
                        <a:pt x="761" y="794"/>
                      </a:lnTo>
                      <a:cubicBezTo>
                        <a:pt x="882" y="763"/>
                        <a:pt x="973" y="763"/>
                        <a:pt x="1034" y="672"/>
                      </a:cubicBezTo>
                      <a:cubicBezTo>
                        <a:pt x="1095" y="611"/>
                        <a:pt x="1156" y="490"/>
                        <a:pt x="1156" y="398"/>
                      </a:cubicBezTo>
                      <a:cubicBezTo>
                        <a:pt x="1156" y="307"/>
                        <a:pt x="1125" y="216"/>
                        <a:pt x="1034" y="125"/>
                      </a:cubicBezTo>
                      <a:cubicBezTo>
                        <a:pt x="973" y="64"/>
                        <a:pt x="882" y="34"/>
                        <a:pt x="761" y="34"/>
                      </a:cubicBezTo>
                      <a:lnTo>
                        <a:pt x="517" y="3"/>
                      </a:lnTo>
                      <a:lnTo>
                        <a:pt x="518" y="4"/>
                      </a:lnTo>
                      <a:lnTo>
                        <a:pt x="518" y="4"/>
                      </a:lnTo>
                      <a:cubicBezTo>
                        <a:pt x="505" y="2"/>
                        <a:pt x="492" y="1"/>
                        <a:pt x="47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9" name="Google Shape;6099;p39"/>
                <p:cNvSpPr/>
                <p:nvPr/>
              </p:nvSpPr>
              <p:spPr>
                <a:xfrm>
                  <a:off x="1644700" y="1950850"/>
                  <a:ext cx="2205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" h="670" extrusionOk="0">
                      <a:moveTo>
                        <a:pt x="426" y="0"/>
                      </a:moveTo>
                      <a:cubicBezTo>
                        <a:pt x="0" y="0"/>
                        <a:pt x="0" y="669"/>
                        <a:pt x="426" y="669"/>
                      </a:cubicBezTo>
                      <a:cubicBezTo>
                        <a:pt x="882" y="669"/>
                        <a:pt x="882" y="0"/>
                        <a:pt x="42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0" name="Google Shape;6100;p39"/>
                <p:cNvSpPr/>
                <p:nvPr/>
              </p:nvSpPr>
              <p:spPr>
                <a:xfrm>
                  <a:off x="1582375" y="1893100"/>
                  <a:ext cx="30425" cy="2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7" h="973" extrusionOk="0">
                      <a:moveTo>
                        <a:pt x="609" y="31"/>
                      </a:moveTo>
                      <a:cubicBezTo>
                        <a:pt x="624" y="31"/>
                        <a:pt x="637" y="33"/>
                        <a:pt x="649" y="36"/>
                      </a:cubicBezTo>
                      <a:lnTo>
                        <a:pt x="649" y="36"/>
                      </a:lnTo>
                      <a:lnTo>
                        <a:pt x="639" y="31"/>
                      </a:lnTo>
                      <a:close/>
                      <a:moveTo>
                        <a:pt x="675" y="924"/>
                      </a:moveTo>
                      <a:lnTo>
                        <a:pt x="654" y="927"/>
                      </a:lnTo>
                      <a:lnTo>
                        <a:pt x="654" y="927"/>
                      </a:lnTo>
                      <a:lnTo>
                        <a:pt x="639" y="943"/>
                      </a:lnTo>
                      <a:lnTo>
                        <a:pt x="639" y="943"/>
                      </a:lnTo>
                      <a:lnTo>
                        <a:pt x="675" y="924"/>
                      </a:lnTo>
                      <a:close/>
                      <a:moveTo>
                        <a:pt x="457" y="0"/>
                      </a:moveTo>
                      <a:cubicBezTo>
                        <a:pt x="335" y="0"/>
                        <a:pt x="213" y="61"/>
                        <a:pt x="122" y="152"/>
                      </a:cubicBezTo>
                      <a:cubicBezTo>
                        <a:pt x="61" y="213"/>
                        <a:pt x="1" y="365"/>
                        <a:pt x="1" y="487"/>
                      </a:cubicBezTo>
                      <a:cubicBezTo>
                        <a:pt x="1" y="608"/>
                        <a:pt x="31" y="730"/>
                        <a:pt x="122" y="821"/>
                      </a:cubicBezTo>
                      <a:cubicBezTo>
                        <a:pt x="213" y="912"/>
                        <a:pt x="335" y="973"/>
                        <a:pt x="457" y="973"/>
                      </a:cubicBezTo>
                      <a:cubicBezTo>
                        <a:pt x="517" y="973"/>
                        <a:pt x="578" y="943"/>
                        <a:pt x="609" y="943"/>
                      </a:cubicBezTo>
                      <a:cubicBezTo>
                        <a:pt x="618" y="938"/>
                        <a:pt x="627" y="934"/>
                        <a:pt x="636" y="930"/>
                      </a:cubicBezTo>
                      <a:lnTo>
                        <a:pt x="636" y="930"/>
                      </a:lnTo>
                      <a:lnTo>
                        <a:pt x="654" y="927"/>
                      </a:lnTo>
                      <a:lnTo>
                        <a:pt x="654" y="927"/>
                      </a:lnTo>
                      <a:lnTo>
                        <a:pt x="661" y="920"/>
                      </a:lnTo>
                      <a:lnTo>
                        <a:pt x="661" y="920"/>
                      </a:lnTo>
                      <a:cubicBezTo>
                        <a:pt x="693" y="909"/>
                        <a:pt x="720" y="902"/>
                        <a:pt x="760" y="882"/>
                      </a:cubicBezTo>
                      <a:lnTo>
                        <a:pt x="760" y="882"/>
                      </a:lnTo>
                      <a:lnTo>
                        <a:pt x="675" y="924"/>
                      </a:lnTo>
                      <a:lnTo>
                        <a:pt x="675" y="924"/>
                      </a:lnTo>
                      <a:lnTo>
                        <a:pt x="761" y="912"/>
                      </a:lnTo>
                      <a:cubicBezTo>
                        <a:pt x="882" y="912"/>
                        <a:pt x="1004" y="882"/>
                        <a:pt x="1095" y="791"/>
                      </a:cubicBezTo>
                      <a:cubicBezTo>
                        <a:pt x="1156" y="699"/>
                        <a:pt x="1216" y="578"/>
                        <a:pt x="1216" y="487"/>
                      </a:cubicBezTo>
                      <a:cubicBezTo>
                        <a:pt x="1216" y="365"/>
                        <a:pt x="1156" y="243"/>
                        <a:pt x="1095" y="183"/>
                      </a:cubicBezTo>
                      <a:cubicBezTo>
                        <a:pt x="1004" y="91"/>
                        <a:pt x="882" y="61"/>
                        <a:pt x="761" y="61"/>
                      </a:cubicBezTo>
                      <a:lnTo>
                        <a:pt x="686" y="50"/>
                      </a:lnTo>
                      <a:lnTo>
                        <a:pt x="686" y="50"/>
                      </a:lnTo>
                      <a:cubicBezTo>
                        <a:pt x="674" y="44"/>
                        <a:pt x="662" y="39"/>
                        <a:pt x="649" y="36"/>
                      </a:cubicBezTo>
                      <a:lnTo>
                        <a:pt x="649" y="36"/>
                      </a:lnTo>
                      <a:lnTo>
                        <a:pt x="675" y="49"/>
                      </a:lnTo>
                      <a:lnTo>
                        <a:pt x="675" y="49"/>
                      </a:lnTo>
                      <a:lnTo>
                        <a:pt x="548" y="31"/>
                      </a:lnTo>
                      <a:lnTo>
                        <a:pt x="609" y="31"/>
                      </a:lnTo>
                      <a:cubicBezTo>
                        <a:pt x="578" y="0"/>
                        <a:pt x="517" y="0"/>
                        <a:pt x="4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1" name="Google Shape;6101;p39"/>
                <p:cNvSpPr/>
                <p:nvPr/>
              </p:nvSpPr>
              <p:spPr>
                <a:xfrm>
                  <a:off x="1537550" y="1972125"/>
                  <a:ext cx="21300" cy="2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" h="1095" extrusionOk="0">
                      <a:moveTo>
                        <a:pt x="426" y="0"/>
                      </a:moveTo>
                      <a:cubicBezTo>
                        <a:pt x="183" y="0"/>
                        <a:pt x="31" y="152"/>
                        <a:pt x="31" y="396"/>
                      </a:cubicBezTo>
                      <a:lnTo>
                        <a:pt x="0" y="396"/>
                      </a:lnTo>
                      <a:cubicBezTo>
                        <a:pt x="0" y="487"/>
                        <a:pt x="0" y="578"/>
                        <a:pt x="0" y="669"/>
                      </a:cubicBezTo>
                      <a:cubicBezTo>
                        <a:pt x="0" y="791"/>
                        <a:pt x="31" y="912"/>
                        <a:pt x="122" y="973"/>
                      </a:cubicBezTo>
                      <a:cubicBezTo>
                        <a:pt x="183" y="1064"/>
                        <a:pt x="304" y="1095"/>
                        <a:pt x="426" y="1095"/>
                      </a:cubicBezTo>
                      <a:cubicBezTo>
                        <a:pt x="669" y="1095"/>
                        <a:pt x="821" y="912"/>
                        <a:pt x="851" y="669"/>
                      </a:cubicBezTo>
                      <a:cubicBezTo>
                        <a:pt x="851" y="578"/>
                        <a:pt x="821" y="487"/>
                        <a:pt x="821" y="396"/>
                      </a:cubicBezTo>
                      <a:cubicBezTo>
                        <a:pt x="821" y="274"/>
                        <a:pt x="791" y="183"/>
                        <a:pt x="699" y="92"/>
                      </a:cubicBezTo>
                      <a:cubicBezTo>
                        <a:pt x="639" y="31"/>
                        <a:pt x="517" y="0"/>
                        <a:pt x="42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2" name="Google Shape;6102;p39"/>
                <p:cNvSpPr/>
                <p:nvPr/>
              </p:nvSpPr>
              <p:spPr>
                <a:xfrm>
                  <a:off x="1586175" y="1937925"/>
                  <a:ext cx="15975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457" extrusionOk="0">
                      <a:moveTo>
                        <a:pt x="305" y="1"/>
                      </a:moveTo>
                      <a:cubicBezTo>
                        <a:pt x="1" y="1"/>
                        <a:pt x="1" y="457"/>
                        <a:pt x="305" y="457"/>
                      </a:cubicBezTo>
                      <a:cubicBezTo>
                        <a:pt x="639" y="457"/>
                        <a:pt x="639" y="1"/>
                        <a:pt x="30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3" name="Google Shape;6103;p39"/>
                <p:cNvSpPr/>
                <p:nvPr/>
              </p:nvSpPr>
              <p:spPr>
                <a:xfrm>
                  <a:off x="1588450" y="2025325"/>
                  <a:ext cx="26625" cy="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" h="821" extrusionOk="0">
                      <a:moveTo>
                        <a:pt x="518" y="0"/>
                      </a:moveTo>
                      <a:cubicBezTo>
                        <a:pt x="1" y="0"/>
                        <a:pt x="1" y="821"/>
                        <a:pt x="518" y="821"/>
                      </a:cubicBezTo>
                      <a:cubicBezTo>
                        <a:pt x="1065" y="821"/>
                        <a:pt x="1065" y="0"/>
                        <a:pt x="51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4" name="Google Shape;6104;p39"/>
                <p:cNvSpPr/>
                <p:nvPr/>
              </p:nvSpPr>
              <p:spPr>
                <a:xfrm>
                  <a:off x="1506400" y="1887575"/>
                  <a:ext cx="22050" cy="27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" h="1096" extrusionOk="0">
                      <a:moveTo>
                        <a:pt x="478" y="0"/>
                      </a:moveTo>
                      <a:cubicBezTo>
                        <a:pt x="460" y="0"/>
                        <a:pt x="442" y="3"/>
                        <a:pt x="426" y="9"/>
                      </a:cubicBezTo>
                      <a:cubicBezTo>
                        <a:pt x="334" y="9"/>
                        <a:pt x="213" y="39"/>
                        <a:pt x="152" y="100"/>
                      </a:cubicBezTo>
                      <a:cubicBezTo>
                        <a:pt x="61" y="191"/>
                        <a:pt x="30" y="282"/>
                        <a:pt x="30" y="404"/>
                      </a:cubicBezTo>
                      <a:lnTo>
                        <a:pt x="0" y="647"/>
                      </a:lnTo>
                      <a:lnTo>
                        <a:pt x="30" y="556"/>
                      </a:lnTo>
                      <a:lnTo>
                        <a:pt x="30" y="556"/>
                      </a:lnTo>
                      <a:cubicBezTo>
                        <a:pt x="0" y="708"/>
                        <a:pt x="0" y="890"/>
                        <a:pt x="122" y="981"/>
                      </a:cubicBezTo>
                      <a:lnTo>
                        <a:pt x="152" y="981"/>
                      </a:lnTo>
                      <a:cubicBezTo>
                        <a:pt x="228" y="1057"/>
                        <a:pt x="327" y="1095"/>
                        <a:pt x="429" y="1095"/>
                      </a:cubicBezTo>
                      <a:cubicBezTo>
                        <a:pt x="532" y="1095"/>
                        <a:pt x="638" y="1057"/>
                        <a:pt x="730" y="981"/>
                      </a:cubicBezTo>
                      <a:cubicBezTo>
                        <a:pt x="851" y="890"/>
                        <a:pt x="882" y="708"/>
                        <a:pt x="851" y="556"/>
                      </a:cubicBezTo>
                      <a:lnTo>
                        <a:pt x="851" y="556"/>
                      </a:lnTo>
                      <a:cubicBezTo>
                        <a:pt x="851" y="586"/>
                        <a:pt x="851" y="616"/>
                        <a:pt x="851" y="647"/>
                      </a:cubicBezTo>
                      <a:lnTo>
                        <a:pt x="821" y="404"/>
                      </a:lnTo>
                      <a:cubicBezTo>
                        <a:pt x="821" y="282"/>
                        <a:pt x="790" y="191"/>
                        <a:pt x="730" y="100"/>
                      </a:cubicBezTo>
                      <a:cubicBezTo>
                        <a:pt x="655" y="50"/>
                        <a:pt x="560" y="0"/>
                        <a:pt x="47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5" name="Google Shape;6105;p39"/>
                <p:cNvSpPr/>
                <p:nvPr/>
              </p:nvSpPr>
              <p:spPr>
                <a:xfrm>
                  <a:off x="1631775" y="1875625"/>
                  <a:ext cx="16750" cy="1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17" extrusionOk="0">
                      <a:moveTo>
                        <a:pt x="335" y="0"/>
                      </a:moveTo>
                      <a:cubicBezTo>
                        <a:pt x="0" y="0"/>
                        <a:pt x="0" y="517"/>
                        <a:pt x="335" y="517"/>
                      </a:cubicBezTo>
                      <a:cubicBezTo>
                        <a:pt x="669" y="517"/>
                        <a:pt x="669" y="0"/>
                        <a:pt x="33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6" name="Google Shape;6106;p39"/>
                <p:cNvSpPr/>
                <p:nvPr/>
              </p:nvSpPr>
              <p:spPr>
                <a:xfrm>
                  <a:off x="1748800" y="1846750"/>
                  <a:ext cx="12925" cy="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" h="396" extrusionOk="0">
                      <a:moveTo>
                        <a:pt x="274" y="0"/>
                      </a:moveTo>
                      <a:cubicBezTo>
                        <a:pt x="0" y="0"/>
                        <a:pt x="0" y="395"/>
                        <a:pt x="274" y="395"/>
                      </a:cubicBezTo>
                      <a:cubicBezTo>
                        <a:pt x="517" y="395"/>
                        <a:pt x="517" y="0"/>
                        <a:pt x="27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7" name="Google Shape;6107;p39"/>
                <p:cNvSpPr/>
                <p:nvPr/>
              </p:nvSpPr>
              <p:spPr>
                <a:xfrm>
                  <a:off x="1770075" y="1965950"/>
                  <a:ext cx="17500" cy="2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" h="924" extrusionOk="0">
                      <a:moveTo>
                        <a:pt x="381" y="1"/>
                      </a:moveTo>
                      <a:cubicBezTo>
                        <a:pt x="366" y="1"/>
                        <a:pt x="350" y="2"/>
                        <a:pt x="335" y="4"/>
                      </a:cubicBezTo>
                      <a:cubicBezTo>
                        <a:pt x="152" y="4"/>
                        <a:pt x="0" y="156"/>
                        <a:pt x="0" y="339"/>
                      </a:cubicBezTo>
                      <a:cubicBezTo>
                        <a:pt x="0" y="399"/>
                        <a:pt x="0" y="430"/>
                        <a:pt x="0" y="491"/>
                      </a:cubicBezTo>
                      <a:cubicBezTo>
                        <a:pt x="0" y="521"/>
                        <a:pt x="0" y="521"/>
                        <a:pt x="0" y="551"/>
                      </a:cubicBezTo>
                      <a:cubicBezTo>
                        <a:pt x="0" y="643"/>
                        <a:pt x="31" y="703"/>
                        <a:pt x="61" y="764"/>
                      </a:cubicBezTo>
                      <a:cubicBezTo>
                        <a:pt x="107" y="871"/>
                        <a:pt x="221" y="924"/>
                        <a:pt x="339" y="924"/>
                      </a:cubicBezTo>
                      <a:cubicBezTo>
                        <a:pt x="456" y="924"/>
                        <a:pt x="578" y="871"/>
                        <a:pt x="639" y="764"/>
                      </a:cubicBezTo>
                      <a:cubicBezTo>
                        <a:pt x="669" y="703"/>
                        <a:pt x="669" y="643"/>
                        <a:pt x="699" y="582"/>
                      </a:cubicBezTo>
                      <a:cubicBezTo>
                        <a:pt x="699" y="551"/>
                        <a:pt x="699" y="521"/>
                        <a:pt x="699" y="491"/>
                      </a:cubicBezTo>
                      <a:cubicBezTo>
                        <a:pt x="699" y="430"/>
                        <a:pt x="699" y="399"/>
                        <a:pt x="699" y="339"/>
                      </a:cubicBezTo>
                      <a:cubicBezTo>
                        <a:pt x="671" y="170"/>
                        <a:pt x="565" y="1"/>
                        <a:pt x="38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8" name="Google Shape;6108;p39"/>
                <p:cNvSpPr/>
                <p:nvPr/>
              </p:nvSpPr>
              <p:spPr>
                <a:xfrm>
                  <a:off x="1814150" y="1880175"/>
                  <a:ext cx="20525" cy="2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1065" extrusionOk="0">
                      <a:moveTo>
                        <a:pt x="426" y="1"/>
                      </a:moveTo>
                      <a:cubicBezTo>
                        <a:pt x="213" y="31"/>
                        <a:pt x="61" y="183"/>
                        <a:pt x="31" y="396"/>
                      </a:cubicBezTo>
                      <a:cubicBezTo>
                        <a:pt x="31" y="517"/>
                        <a:pt x="0" y="639"/>
                        <a:pt x="31" y="760"/>
                      </a:cubicBezTo>
                      <a:cubicBezTo>
                        <a:pt x="91" y="943"/>
                        <a:pt x="243" y="1064"/>
                        <a:pt x="426" y="1064"/>
                      </a:cubicBezTo>
                      <a:cubicBezTo>
                        <a:pt x="578" y="1034"/>
                        <a:pt x="730" y="943"/>
                        <a:pt x="791" y="760"/>
                      </a:cubicBezTo>
                      <a:cubicBezTo>
                        <a:pt x="821" y="639"/>
                        <a:pt x="791" y="517"/>
                        <a:pt x="791" y="396"/>
                      </a:cubicBezTo>
                      <a:cubicBezTo>
                        <a:pt x="791" y="274"/>
                        <a:pt x="760" y="183"/>
                        <a:pt x="669" y="122"/>
                      </a:cubicBezTo>
                      <a:cubicBezTo>
                        <a:pt x="608" y="61"/>
                        <a:pt x="517" y="1"/>
                        <a:pt x="42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9" name="Google Shape;6109;p39"/>
                <p:cNvSpPr/>
                <p:nvPr/>
              </p:nvSpPr>
              <p:spPr>
                <a:xfrm>
                  <a:off x="1767025" y="1811775"/>
                  <a:ext cx="22825" cy="1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" h="701" extrusionOk="0">
                      <a:moveTo>
                        <a:pt x="457" y="1"/>
                      </a:moveTo>
                      <a:cubicBezTo>
                        <a:pt x="1" y="1"/>
                        <a:pt x="1" y="700"/>
                        <a:pt x="457" y="700"/>
                      </a:cubicBezTo>
                      <a:cubicBezTo>
                        <a:pt x="913" y="700"/>
                        <a:pt x="913" y="1"/>
                        <a:pt x="45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0" name="Google Shape;6110;p39"/>
                <p:cNvSpPr/>
                <p:nvPr/>
              </p:nvSpPr>
              <p:spPr>
                <a:xfrm>
                  <a:off x="1662175" y="1858325"/>
                  <a:ext cx="19025" cy="1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685" extrusionOk="0">
                      <a:moveTo>
                        <a:pt x="426" y="1"/>
                      </a:moveTo>
                      <a:cubicBezTo>
                        <a:pt x="395" y="1"/>
                        <a:pt x="365" y="8"/>
                        <a:pt x="335" y="23"/>
                      </a:cubicBezTo>
                      <a:lnTo>
                        <a:pt x="243" y="23"/>
                      </a:lnTo>
                      <a:cubicBezTo>
                        <a:pt x="183" y="54"/>
                        <a:pt x="152" y="84"/>
                        <a:pt x="91" y="115"/>
                      </a:cubicBezTo>
                      <a:cubicBezTo>
                        <a:pt x="61" y="145"/>
                        <a:pt x="31" y="206"/>
                        <a:pt x="31" y="267"/>
                      </a:cubicBezTo>
                      <a:cubicBezTo>
                        <a:pt x="0" y="327"/>
                        <a:pt x="0" y="327"/>
                        <a:pt x="31" y="419"/>
                      </a:cubicBezTo>
                      <a:cubicBezTo>
                        <a:pt x="31" y="479"/>
                        <a:pt x="61" y="510"/>
                        <a:pt x="91" y="571"/>
                      </a:cubicBezTo>
                      <a:cubicBezTo>
                        <a:pt x="122" y="601"/>
                        <a:pt x="183" y="631"/>
                        <a:pt x="243" y="631"/>
                      </a:cubicBezTo>
                      <a:lnTo>
                        <a:pt x="335" y="662"/>
                      </a:lnTo>
                      <a:cubicBezTo>
                        <a:pt x="365" y="677"/>
                        <a:pt x="395" y="685"/>
                        <a:pt x="426" y="685"/>
                      </a:cubicBezTo>
                      <a:cubicBezTo>
                        <a:pt x="456" y="685"/>
                        <a:pt x="487" y="677"/>
                        <a:pt x="517" y="662"/>
                      </a:cubicBezTo>
                      <a:cubicBezTo>
                        <a:pt x="578" y="662"/>
                        <a:pt x="608" y="631"/>
                        <a:pt x="669" y="571"/>
                      </a:cubicBezTo>
                      <a:cubicBezTo>
                        <a:pt x="730" y="510"/>
                        <a:pt x="760" y="419"/>
                        <a:pt x="760" y="327"/>
                      </a:cubicBezTo>
                      <a:cubicBezTo>
                        <a:pt x="760" y="267"/>
                        <a:pt x="730" y="175"/>
                        <a:pt x="669" y="115"/>
                      </a:cubicBezTo>
                      <a:cubicBezTo>
                        <a:pt x="608" y="54"/>
                        <a:pt x="578" y="23"/>
                        <a:pt x="517" y="23"/>
                      </a:cubicBezTo>
                      <a:cubicBezTo>
                        <a:pt x="487" y="8"/>
                        <a:pt x="456" y="1"/>
                        <a:pt x="42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1" name="Google Shape;6111;p39"/>
                <p:cNvSpPr/>
                <p:nvPr/>
              </p:nvSpPr>
              <p:spPr>
                <a:xfrm>
                  <a:off x="1692550" y="1964525"/>
                  <a:ext cx="21325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3" h="639" extrusionOk="0">
                      <a:moveTo>
                        <a:pt x="427" y="0"/>
                      </a:moveTo>
                      <a:cubicBezTo>
                        <a:pt x="1" y="0"/>
                        <a:pt x="1" y="639"/>
                        <a:pt x="427" y="639"/>
                      </a:cubicBezTo>
                      <a:cubicBezTo>
                        <a:pt x="852" y="639"/>
                        <a:pt x="852" y="0"/>
                        <a:pt x="42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2" name="Google Shape;6112;p39"/>
                <p:cNvSpPr/>
                <p:nvPr/>
              </p:nvSpPr>
              <p:spPr>
                <a:xfrm>
                  <a:off x="1734350" y="2024550"/>
                  <a:ext cx="19800" cy="1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761" extrusionOk="0">
                      <a:moveTo>
                        <a:pt x="396" y="1"/>
                      </a:moveTo>
                      <a:cubicBezTo>
                        <a:pt x="305" y="1"/>
                        <a:pt x="183" y="31"/>
                        <a:pt x="122" y="92"/>
                      </a:cubicBezTo>
                      <a:cubicBezTo>
                        <a:pt x="92" y="122"/>
                        <a:pt x="62" y="183"/>
                        <a:pt x="31" y="213"/>
                      </a:cubicBezTo>
                      <a:cubicBezTo>
                        <a:pt x="31" y="274"/>
                        <a:pt x="1" y="335"/>
                        <a:pt x="1" y="396"/>
                      </a:cubicBezTo>
                      <a:cubicBezTo>
                        <a:pt x="1" y="487"/>
                        <a:pt x="62" y="578"/>
                        <a:pt x="122" y="669"/>
                      </a:cubicBezTo>
                      <a:cubicBezTo>
                        <a:pt x="214" y="730"/>
                        <a:pt x="305" y="761"/>
                        <a:pt x="396" y="761"/>
                      </a:cubicBezTo>
                      <a:cubicBezTo>
                        <a:pt x="517" y="761"/>
                        <a:pt x="609" y="730"/>
                        <a:pt x="669" y="669"/>
                      </a:cubicBezTo>
                      <a:cubicBezTo>
                        <a:pt x="730" y="609"/>
                        <a:pt x="730" y="578"/>
                        <a:pt x="761" y="517"/>
                      </a:cubicBezTo>
                      <a:cubicBezTo>
                        <a:pt x="791" y="487"/>
                        <a:pt x="791" y="426"/>
                        <a:pt x="791" y="365"/>
                      </a:cubicBezTo>
                      <a:cubicBezTo>
                        <a:pt x="791" y="274"/>
                        <a:pt x="761" y="183"/>
                        <a:pt x="669" y="92"/>
                      </a:cubicBezTo>
                      <a:cubicBezTo>
                        <a:pt x="609" y="31"/>
                        <a:pt x="517" y="1"/>
                        <a:pt x="3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3" name="Google Shape;6113;p39"/>
                <p:cNvSpPr/>
                <p:nvPr/>
              </p:nvSpPr>
              <p:spPr>
                <a:xfrm>
                  <a:off x="1658375" y="2102075"/>
                  <a:ext cx="35725" cy="2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9" h="1125" extrusionOk="0">
                      <a:moveTo>
                        <a:pt x="699" y="0"/>
                      </a:moveTo>
                      <a:cubicBezTo>
                        <a:pt x="0" y="0"/>
                        <a:pt x="0" y="1125"/>
                        <a:pt x="699" y="1125"/>
                      </a:cubicBezTo>
                      <a:cubicBezTo>
                        <a:pt x="1429" y="1125"/>
                        <a:pt x="1429" y="0"/>
                        <a:pt x="69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4" name="Google Shape;6114;p39"/>
                <p:cNvSpPr/>
                <p:nvPr/>
              </p:nvSpPr>
              <p:spPr>
                <a:xfrm>
                  <a:off x="1608225" y="1975175"/>
                  <a:ext cx="19775" cy="1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8" extrusionOk="0">
                      <a:moveTo>
                        <a:pt x="395" y="0"/>
                      </a:moveTo>
                      <a:cubicBezTo>
                        <a:pt x="0" y="0"/>
                        <a:pt x="0" y="608"/>
                        <a:pt x="395" y="608"/>
                      </a:cubicBezTo>
                      <a:cubicBezTo>
                        <a:pt x="790" y="608"/>
                        <a:pt x="790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5" name="Google Shape;6115;p39"/>
                <p:cNvSpPr/>
                <p:nvPr/>
              </p:nvSpPr>
              <p:spPr>
                <a:xfrm>
                  <a:off x="1658375" y="1905250"/>
                  <a:ext cx="15225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487" extrusionOk="0">
                      <a:moveTo>
                        <a:pt x="304" y="1"/>
                      </a:moveTo>
                      <a:cubicBezTo>
                        <a:pt x="0" y="1"/>
                        <a:pt x="0" y="487"/>
                        <a:pt x="304" y="487"/>
                      </a:cubicBezTo>
                      <a:cubicBezTo>
                        <a:pt x="608" y="487"/>
                        <a:pt x="608" y="1"/>
                        <a:pt x="30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6" name="Google Shape;6116;p39"/>
                <p:cNvSpPr/>
                <p:nvPr/>
              </p:nvSpPr>
              <p:spPr>
                <a:xfrm>
                  <a:off x="1783750" y="1931475"/>
                  <a:ext cx="15975" cy="1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578" extrusionOk="0">
                      <a:moveTo>
                        <a:pt x="335" y="0"/>
                      </a:moveTo>
                      <a:cubicBezTo>
                        <a:pt x="282" y="0"/>
                        <a:pt x="228" y="15"/>
                        <a:pt x="183" y="46"/>
                      </a:cubicBezTo>
                      <a:lnTo>
                        <a:pt x="183" y="15"/>
                      </a:lnTo>
                      <a:cubicBezTo>
                        <a:pt x="183" y="15"/>
                        <a:pt x="152" y="46"/>
                        <a:pt x="152" y="46"/>
                      </a:cubicBezTo>
                      <a:cubicBezTo>
                        <a:pt x="92" y="76"/>
                        <a:pt x="61" y="107"/>
                        <a:pt x="31" y="137"/>
                      </a:cubicBezTo>
                      <a:cubicBezTo>
                        <a:pt x="31" y="198"/>
                        <a:pt x="0" y="228"/>
                        <a:pt x="0" y="289"/>
                      </a:cubicBezTo>
                      <a:cubicBezTo>
                        <a:pt x="0" y="319"/>
                        <a:pt x="31" y="380"/>
                        <a:pt x="31" y="411"/>
                      </a:cubicBezTo>
                      <a:cubicBezTo>
                        <a:pt x="61" y="441"/>
                        <a:pt x="92" y="471"/>
                        <a:pt x="152" y="502"/>
                      </a:cubicBezTo>
                      <a:cubicBezTo>
                        <a:pt x="152" y="532"/>
                        <a:pt x="183" y="532"/>
                        <a:pt x="183" y="532"/>
                      </a:cubicBezTo>
                      <a:cubicBezTo>
                        <a:pt x="228" y="563"/>
                        <a:pt x="282" y="578"/>
                        <a:pt x="335" y="578"/>
                      </a:cubicBezTo>
                      <a:cubicBezTo>
                        <a:pt x="388" y="578"/>
                        <a:pt x="441" y="563"/>
                        <a:pt x="487" y="532"/>
                      </a:cubicBezTo>
                      <a:cubicBezTo>
                        <a:pt x="578" y="502"/>
                        <a:pt x="639" y="380"/>
                        <a:pt x="639" y="289"/>
                      </a:cubicBezTo>
                      <a:cubicBezTo>
                        <a:pt x="639" y="198"/>
                        <a:pt x="578" y="76"/>
                        <a:pt x="487" y="46"/>
                      </a:cubicBezTo>
                      <a:cubicBezTo>
                        <a:pt x="441" y="15"/>
                        <a:pt x="388" y="0"/>
                        <a:pt x="33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7" name="Google Shape;6117;p39"/>
                <p:cNvSpPr/>
                <p:nvPr/>
              </p:nvSpPr>
              <p:spPr>
                <a:xfrm>
                  <a:off x="1761725" y="1876375"/>
                  <a:ext cx="1977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5" y="1"/>
                      </a:moveTo>
                      <a:cubicBezTo>
                        <a:pt x="0" y="1"/>
                        <a:pt x="0" y="609"/>
                        <a:pt x="395" y="609"/>
                      </a:cubicBezTo>
                      <a:cubicBezTo>
                        <a:pt x="790" y="609"/>
                        <a:pt x="790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8" name="Google Shape;6118;p39"/>
                <p:cNvSpPr/>
                <p:nvPr/>
              </p:nvSpPr>
              <p:spPr>
                <a:xfrm>
                  <a:off x="1719925" y="1881700"/>
                  <a:ext cx="14450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8" h="457" extrusionOk="0">
                      <a:moveTo>
                        <a:pt x="304" y="0"/>
                      </a:moveTo>
                      <a:cubicBezTo>
                        <a:pt x="0" y="0"/>
                        <a:pt x="0" y="456"/>
                        <a:pt x="304" y="456"/>
                      </a:cubicBezTo>
                      <a:cubicBezTo>
                        <a:pt x="578" y="456"/>
                        <a:pt x="578" y="0"/>
                        <a:pt x="30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9" name="Google Shape;6119;p39"/>
                <p:cNvSpPr/>
                <p:nvPr/>
              </p:nvSpPr>
              <p:spPr>
                <a:xfrm>
                  <a:off x="1700150" y="1845225"/>
                  <a:ext cx="19800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609" extrusionOk="0">
                      <a:moveTo>
                        <a:pt x="396" y="0"/>
                      </a:moveTo>
                      <a:cubicBezTo>
                        <a:pt x="1" y="0"/>
                        <a:pt x="1" y="608"/>
                        <a:pt x="396" y="608"/>
                      </a:cubicBezTo>
                      <a:cubicBezTo>
                        <a:pt x="791" y="608"/>
                        <a:pt x="791" y="0"/>
                        <a:pt x="39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0" name="Google Shape;6120;p39"/>
                <p:cNvSpPr/>
                <p:nvPr/>
              </p:nvSpPr>
              <p:spPr>
                <a:xfrm>
                  <a:off x="1630250" y="1835350"/>
                  <a:ext cx="9900" cy="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305" extrusionOk="0">
                      <a:moveTo>
                        <a:pt x="183" y="0"/>
                      </a:moveTo>
                      <a:cubicBezTo>
                        <a:pt x="1" y="0"/>
                        <a:pt x="1" y="304"/>
                        <a:pt x="183" y="304"/>
                      </a:cubicBezTo>
                      <a:cubicBezTo>
                        <a:pt x="396" y="304"/>
                        <a:pt x="396" y="0"/>
                        <a:pt x="18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1" name="Google Shape;6121;p39"/>
                <p:cNvSpPr/>
                <p:nvPr/>
              </p:nvSpPr>
              <p:spPr>
                <a:xfrm>
                  <a:off x="1586925" y="1852825"/>
                  <a:ext cx="14475" cy="1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9" h="578" extrusionOk="0">
                      <a:moveTo>
                        <a:pt x="275" y="0"/>
                      </a:moveTo>
                      <a:cubicBezTo>
                        <a:pt x="214" y="0"/>
                        <a:pt x="153" y="31"/>
                        <a:pt x="92" y="92"/>
                      </a:cubicBezTo>
                      <a:cubicBezTo>
                        <a:pt x="31" y="122"/>
                        <a:pt x="1" y="213"/>
                        <a:pt x="1" y="274"/>
                      </a:cubicBezTo>
                      <a:cubicBezTo>
                        <a:pt x="1" y="365"/>
                        <a:pt x="31" y="426"/>
                        <a:pt x="92" y="487"/>
                      </a:cubicBezTo>
                      <a:cubicBezTo>
                        <a:pt x="153" y="547"/>
                        <a:pt x="214" y="578"/>
                        <a:pt x="275" y="578"/>
                      </a:cubicBezTo>
                      <a:cubicBezTo>
                        <a:pt x="366" y="578"/>
                        <a:pt x="427" y="517"/>
                        <a:pt x="487" y="487"/>
                      </a:cubicBezTo>
                      <a:cubicBezTo>
                        <a:pt x="548" y="426"/>
                        <a:pt x="579" y="365"/>
                        <a:pt x="579" y="274"/>
                      </a:cubicBezTo>
                      <a:cubicBezTo>
                        <a:pt x="548" y="213"/>
                        <a:pt x="548" y="152"/>
                        <a:pt x="487" y="92"/>
                      </a:cubicBezTo>
                      <a:cubicBezTo>
                        <a:pt x="427" y="31"/>
                        <a:pt x="366" y="0"/>
                        <a:pt x="27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2" name="Google Shape;6122;p39"/>
                <p:cNvSpPr/>
                <p:nvPr/>
              </p:nvSpPr>
              <p:spPr>
                <a:xfrm>
                  <a:off x="1525375" y="1842950"/>
                  <a:ext cx="14475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9" h="548" extrusionOk="0">
                      <a:moveTo>
                        <a:pt x="275" y="0"/>
                      </a:moveTo>
                      <a:cubicBezTo>
                        <a:pt x="214" y="0"/>
                        <a:pt x="153" y="31"/>
                        <a:pt x="92" y="61"/>
                      </a:cubicBezTo>
                      <a:cubicBezTo>
                        <a:pt x="31" y="122"/>
                        <a:pt x="1" y="183"/>
                        <a:pt x="1" y="274"/>
                      </a:cubicBezTo>
                      <a:cubicBezTo>
                        <a:pt x="1" y="335"/>
                        <a:pt x="31" y="426"/>
                        <a:pt x="92" y="456"/>
                      </a:cubicBezTo>
                      <a:cubicBezTo>
                        <a:pt x="153" y="517"/>
                        <a:pt x="214" y="547"/>
                        <a:pt x="275" y="547"/>
                      </a:cubicBezTo>
                      <a:cubicBezTo>
                        <a:pt x="366" y="547"/>
                        <a:pt x="426" y="517"/>
                        <a:pt x="487" y="456"/>
                      </a:cubicBezTo>
                      <a:cubicBezTo>
                        <a:pt x="548" y="426"/>
                        <a:pt x="578" y="335"/>
                        <a:pt x="578" y="274"/>
                      </a:cubicBezTo>
                      <a:cubicBezTo>
                        <a:pt x="578" y="183"/>
                        <a:pt x="548" y="122"/>
                        <a:pt x="487" y="61"/>
                      </a:cubicBezTo>
                      <a:cubicBezTo>
                        <a:pt x="426" y="31"/>
                        <a:pt x="366" y="0"/>
                        <a:pt x="27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3" name="Google Shape;6123;p39"/>
                <p:cNvSpPr/>
                <p:nvPr/>
              </p:nvSpPr>
              <p:spPr>
                <a:xfrm>
                  <a:off x="1434950" y="1858150"/>
                  <a:ext cx="20550" cy="1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700" extrusionOk="0">
                      <a:moveTo>
                        <a:pt x="366" y="0"/>
                      </a:moveTo>
                      <a:cubicBezTo>
                        <a:pt x="305" y="0"/>
                        <a:pt x="274" y="30"/>
                        <a:pt x="214" y="30"/>
                      </a:cubicBezTo>
                      <a:cubicBezTo>
                        <a:pt x="183" y="61"/>
                        <a:pt x="153" y="91"/>
                        <a:pt x="122" y="122"/>
                      </a:cubicBezTo>
                      <a:cubicBezTo>
                        <a:pt x="62" y="182"/>
                        <a:pt x="1" y="274"/>
                        <a:pt x="31" y="365"/>
                      </a:cubicBezTo>
                      <a:cubicBezTo>
                        <a:pt x="31" y="426"/>
                        <a:pt x="62" y="517"/>
                        <a:pt x="122" y="578"/>
                      </a:cubicBezTo>
                      <a:lnTo>
                        <a:pt x="183" y="638"/>
                      </a:lnTo>
                      <a:cubicBezTo>
                        <a:pt x="244" y="669"/>
                        <a:pt x="305" y="699"/>
                        <a:pt x="366" y="699"/>
                      </a:cubicBezTo>
                      <a:lnTo>
                        <a:pt x="457" y="699"/>
                      </a:lnTo>
                      <a:cubicBezTo>
                        <a:pt x="487" y="699"/>
                        <a:pt x="518" y="699"/>
                        <a:pt x="578" y="669"/>
                      </a:cubicBezTo>
                      <a:lnTo>
                        <a:pt x="639" y="638"/>
                      </a:lnTo>
                      <a:cubicBezTo>
                        <a:pt x="700" y="608"/>
                        <a:pt x="730" y="578"/>
                        <a:pt x="730" y="547"/>
                      </a:cubicBezTo>
                      <a:cubicBezTo>
                        <a:pt x="791" y="486"/>
                        <a:pt x="822" y="426"/>
                        <a:pt x="822" y="334"/>
                      </a:cubicBezTo>
                      <a:cubicBezTo>
                        <a:pt x="822" y="274"/>
                        <a:pt x="791" y="213"/>
                        <a:pt x="761" y="182"/>
                      </a:cubicBezTo>
                      <a:cubicBezTo>
                        <a:pt x="730" y="91"/>
                        <a:pt x="639" y="30"/>
                        <a:pt x="578" y="30"/>
                      </a:cubicBezTo>
                      <a:cubicBezTo>
                        <a:pt x="518" y="0"/>
                        <a:pt x="457" y="0"/>
                        <a:pt x="42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4" name="Google Shape;6124;p39"/>
                <p:cNvSpPr/>
                <p:nvPr/>
              </p:nvSpPr>
              <p:spPr>
                <a:xfrm>
                  <a:off x="1439525" y="1950075"/>
                  <a:ext cx="19775" cy="1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784" extrusionOk="0">
                      <a:moveTo>
                        <a:pt x="456" y="1"/>
                      </a:moveTo>
                      <a:cubicBezTo>
                        <a:pt x="395" y="1"/>
                        <a:pt x="335" y="31"/>
                        <a:pt x="274" y="62"/>
                      </a:cubicBezTo>
                      <a:cubicBezTo>
                        <a:pt x="213" y="92"/>
                        <a:pt x="183" y="123"/>
                        <a:pt x="152" y="183"/>
                      </a:cubicBezTo>
                      <a:lnTo>
                        <a:pt x="91" y="275"/>
                      </a:lnTo>
                      <a:cubicBezTo>
                        <a:pt x="61" y="275"/>
                        <a:pt x="61" y="305"/>
                        <a:pt x="61" y="335"/>
                      </a:cubicBezTo>
                      <a:cubicBezTo>
                        <a:pt x="31" y="335"/>
                        <a:pt x="31" y="366"/>
                        <a:pt x="31" y="366"/>
                      </a:cubicBezTo>
                      <a:cubicBezTo>
                        <a:pt x="31" y="426"/>
                        <a:pt x="0" y="487"/>
                        <a:pt x="31" y="548"/>
                      </a:cubicBezTo>
                      <a:cubicBezTo>
                        <a:pt x="31" y="609"/>
                        <a:pt x="61" y="670"/>
                        <a:pt x="122" y="700"/>
                      </a:cubicBezTo>
                      <a:cubicBezTo>
                        <a:pt x="152" y="730"/>
                        <a:pt x="183" y="761"/>
                        <a:pt x="243" y="761"/>
                      </a:cubicBezTo>
                      <a:cubicBezTo>
                        <a:pt x="274" y="776"/>
                        <a:pt x="304" y="784"/>
                        <a:pt x="335" y="784"/>
                      </a:cubicBezTo>
                      <a:cubicBezTo>
                        <a:pt x="365" y="784"/>
                        <a:pt x="395" y="776"/>
                        <a:pt x="426" y="761"/>
                      </a:cubicBezTo>
                      <a:cubicBezTo>
                        <a:pt x="456" y="761"/>
                        <a:pt x="517" y="761"/>
                        <a:pt x="547" y="730"/>
                      </a:cubicBezTo>
                      <a:lnTo>
                        <a:pt x="608" y="670"/>
                      </a:lnTo>
                      <a:cubicBezTo>
                        <a:pt x="669" y="639"/>
                        <a:pt x="730" y="578"/>
                        <a:pt x="760" y="548"/>
                      </a:cubicBezTo>
                      <a:cubicBezTo>
                        <a:pt x="791" y="487"/>
                        <a:pt x="791" y="426"/>
                        <a:pt x="791" y="366"/>
                      </a:cubicBezTo>
                      <a:cubicBezTo>
                        <a:pt x="791" y="275"/>
                        <a:pt x="760" y="183"/>
                        <a:pt x="699" y="123"/>
                      </a:cubicBezTo>
                      <a:cubicBezTo>
                        <a:pt x="639" y="31"/>
                        <a:pt x="547" y="1"/>
                        <a:pt x="45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5" name="Google Shape;6125;p39"/>
                <p:cNvSpPr/>
                <p:nvPr/>
              </p:nvSpPr>
              <p:spPr>
                <a:xfrm>
                  <a:off x="1555775" y="1922725"/>
                  <a:ext cx="22825" cy="1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" h="700" extrusionOk="0">
                      <a:moveTo>
                        <a:pt x="457" y="1"/>
                      </a:moveTo>
                      <a:cubicBezTo>
                        <a:pt x="1" y="1"/>
                        <a:pt x="1" y="700"/>
                        <a:pt x="457" y="700"/>
                      </a:cubicBezTo>
                      <a:cubicBezTo>
                        <a:pt x="913" y="700"/>
                        <a:pt x="913" y="1"/>
                        <a:pt x="45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6" name="Google Shape;6126;p39"/>
                <p:cNvSpPr/>
                <p:nvPr/>
              </p:nvSpPr>
              <p:spPr>
                <a:xfrm>
                  <a:off x="1466125" y="1921975"/>
                  <a:ext cx="16725" cy="1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9" h="518" extrusionOk="0">
                      <a:moveTo>
                        <a:pt x="334" y="0"/>
                      </a:moveTo>
                      <a:cubicBezTo>
                        <a:pt x="0" y="0"/>
                        <a:pt x="0" y="517"/>
                        <a:pt x="334" y="517"/>
                      </a:cubicBezTo>
                      <a:cubicBezTo>
                        <a:pt x="669" y="517"/>
                        <a:pt x="669" y="0"/>
                        <a:pt x="33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7" name="Google Shape;6127;p39"/>
                <p:cNvSpPr/>
                <p:nvPr/>
              </p:nvSpPr>
              <p:spPr>
                <a:xfrm>
                  <a:off x="1476750" y="1880175"/>
                  <a:ext cx="9150" cy="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275" extrusionOk="0">
                      <a:moveTo>
                        <a:pt x="183" y="1"/>
                      </a:moveTo>
                      <a:cubicBezTo>
                        <a:pt x="1" y="1"/>
                        <a:pt x="1" y="274"/>
                        <a:pt x="183" y="274"/>
                      </a:cubicBezTo>
                      <a:cubicBezTo>
                        <a:pt x="365" y="274"/>
                        <a:pt x="365" y="1"/>
                        <a:pt x="18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8" name="Google Shape;6128;p39"/>
                <p:cNvSpPr/>
                <p:nvPr/>
              </p:nvSpPr>
              <p:spPr>
                <a:xfrm>
                  <a:off x="1481300" y="1845975"/>
                  <a:ext cx="25" cy="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32" extrusionOk="0">
                      <a:moveTo>
                        <a:pt x="1" y="31"/>
                      </a:moveTo>
                      <a:cubicBezTo>
                        <a:pt x="1" y="31"/>
                        <a:pt x="1" y="1"/>
                        <a:pt x="1" y="1"/>
                      </a:cubicBezTo>
                      <a:cubicBezTo>
                        <a:pt x="1" y="1"/>
                        <a:pt x="1" y="31"/>
                        <a:pt x="1" y="3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9" name="Google Shape;6129;p39"/>
                <p:cNvSpPr/>
                <p:nvPr/>
              </p:nvSpPr>
              <p:spPr>
                <a:xfrm>
                  <a:off x="1377200" y="1837625"/>
                  <a:ext cx="17500" cy="1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" h="791" extrusionOk="0">
                      <a:moveTo>
                        <a:pt x="366" y="0"/>
                      </a:moveTo>
                      <a:cubicBezTo>
                        <a:pt x="274" y="0"/>
                        <a:pt x="153" y="31"/>
                        <a:pt x="92" y="92"/>
                      </a:cubicBezTo>
                      <a:cubicBezTo>
                        <a:pt x="62" y="152"/>
                        <a:pt x="31" y="183"/>
                        <a:pt x="1" y="244"/>
                      </a:cubicBezTo>
                      <a:cubicBezTo>
                        <a:pt x="1" y="304"/>
                        <a:pt x="1" y="365"/>
                        <a:pt x="1" y="456"/>
                      </a:cubicBezTo>
                      <a:lnTo>
                        <a:pt x="1" y="517"/>
                      </a:lnTo>
                      <a:cubicBezTo>
                        <a:pt x="31" y="578"/>
                        <a:pt x="62" y="639"/>
                        <a:pt x="122" y="700"/>
                      </a:cubicBezTo>
                      <a:cubicBezTo>
                        <a:pt x="153" y="730"/>
                        <a:pt x="183" y="760"/>
                        <a:pt x="214" y="760"/>
                      </a:cubicBezTo>
                      <a:cubicBezTo>
                        <a:pt x="244" y="791"/>
                        <a:pt x="305" y="791"/>
                        <a:pt x="335" y="791"/>
                      </a:cubicBezTo>
                      <a:cubicBezTo>
                        <a:pt x="426" y="791"/>
                        <a:pt x="518" y="760"/>
                        <a:pt x="578" y="700"/>
                      </a:cubicBezTo>
                      <a:cubicBezTo>
                        <a:pt x="639" y="639"/>
                        <a:pt x="669" y="578"/>
                        <a:pt x="669" y="517"/>
                      </a:cubicBezTo>
                      <a:lnTo>
                        <a:pt x="700" y="456"/>
                      </a:lnTo>
                      <a:cubicBezTo>
                        <a:pt x="700" y="365"/>
                        <a:pt x="700" y="304"/>
                        <a:pt x="700" y="244"/>
                      </a:cubicBezTo>
                      <a:cubicBezTo>
                        <a:pt x="669" y="183"/>
                        <a:pt x="639" y="152"/>
                        <a:pt x="609" y="92"/>
                      </a:cubicBezTo>
                      <a:cubicBezTo>
                        <a:pt x="548" y="31"/>
                        <a:pt x="457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0" name="Google Shape;6130;p39"/>
                <p:cNvSpPr/>
                <p:nvPr/>
              </p:nvSpPr>
              <p:spPr>
                <a:xfrm>
                  <a:off x="1358200" y="1906025"/>
                  <a:ext cx="21300" cy="1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" h="669" extrusionOk="0">
                      <a:moveTo>
                        <a:pt x="426" y="0"/>
                      </a:moveTo>
                      <a:cubicBezTo>
                        <a:pt x="1" y="0"/>
                        <a:pt x="1" y="669"/>
                        <a:pt x="426" y="669"/>
                      </a:cubicBezTo>
                      <a:cubicBezTo>
                        <a:pt x="852" y="669"/>
                        <a:pt x="852" y="0"/>
                        <a:pt x="42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1" name="Google Shape;6131;p39"/>
                <p:cNvSpPr/>
                <p:nvPr/>
              </p:nvSpPr>
              <p:spPr>
                <a:xfrm>
                  <a:off x="1410650" y="1878650"/>
                  <a:ext cx="17500" cy="1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" h="700" extrusionOk="0">
                      <a:moveTo>
                        <a:pt x="335" y="1"/>
                      </a:moveTo>
                      <a:cubicBezTo>
                        <a:pt x="304" y="1"/>
                        <a:pt x="274" y="1"/>
                        <a:pt x="243" y="31"/>
                      </a:cubicBezTo>
                      <a:cubicBezTo>
                        <a:pt x="183" y="31"/>
                        <a:pt x="152" y="62"/>
                        <a:pt x="122" y="92"/>
                      </a:cubicBezTo>
                      <a:cubicBezTo>
                        <a:pt x="61" y="153"/>
                        <a:pt x="0" y="244"/>
                        <a:pt x="0" y="335"/>
                      </a:cubicBezTo>
                      <a:cubicBezTo>
                        <a:pt x="0" y="457"/>
                        <a:pt x="61" y="518"/>
                        <a:pt x="122" y="609"/>
                      </a:cubicBezTo>
                      <a:cubicBezTo>
                        <a:pt x="183" y="639"/>
                        <a:pt x="213" y="669"/>
                        <a:pt x="274" y="669"/>
                      </a:cubicBezTo>
                      <a:cubicBezTo>
                        <a:pt x="335" y="700"/>
                        <a:pt x="365" y="700"/>
                        <a:pt x="426" y="700"/>
                      </a:cubicBezTo>
                      <a:cubicBezTo>
                        <a:pt x="456" y="700"/>
                        <a:pt x="487" y="669"/>
                        <a:pt x="517" y="669"/>
                      </a:cubicBezTo>
                      <a:cubicBezTo>
                        <a:pt x="547" y="669"/>
                        <a:pt x="547" y="639"/>
                        <a:pt x="578" y="609"/>
                      </a:cubicBezTo>
                      <a:cubicBezTo>
                        <a:pt x="608" y="609"/>
                        <a:pt x="639" y="578"/>
                        <a:pt x="639" y="548"/>
                      </a:cubicBezTo>
                      <a:cubicBezTo>
                        <a:pt x="699" y="518"/>
                        <a:pt x="699" y="426"/>
                        <a:pt x="699" y="366"/>
                      </a:cubicBezTo>
                      <a:cubicBezTo>
                        <a:pt x="699" y="305"/>
                        <a:pt x="699" y="244"/>
                        <a:pt x="669" y="183"/>
                      </a:cubicBezTo>
                      <a:cubicBezTo>
                        <a:pt x="639" y="122"/>
                        <a:pt x="578" y="92"/>
                        <a:pt x="547" y="62"/>
                      </a:cubicBezTo>
                      <a:lnTo>
                        <a:pt x="45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2" name="Google Shape;6132;p39"/>
                <p:cNvSpPr/>
                <p:nvPr/>
              </p:nvSpPr>
              <p:spPr>
                <a:xfrm>
                  <a:off x="1498800" y="1831550"/>
                  <a:ext cx="19775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39" extrusionOk="0">
                      <a:moveTo>
                        <a:pt x="395" y="0"/>
                      </a:moveTo>
                      <a:cubicBezTo>
                        <a:pt x="0" y="0"/>
                        <a:pt x="0" y="639"/>
                        <a:pt x="395" y="639"/>
                      </a:cubicBezTo>
                      <a:cubicBezTo>
                        <a:pt x="790" y="639"/>
                        <a:pt x="790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3" name="Google Shape;6133;p39"/>
                <p:cNvSpPr/>
                <p:nvPr/>
              </p:nvSpPr>
              <p:spPr>
                <a:xfrm>
                  <a:off x="1345300" y="1850350"/>
                  <a:ext cx="16725" cy="1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9" h="720" extrusionOk="0">
                      <a:moveTo>
                        <a:pt x="359" y="1"/>
                      </a:moveTo>
                      <a:cubicBezTo>
                        <a:pt x="272" y="1"/>
                        <a:pt x="189" y="37"/>
                        <a:pt x="152" y="130"/>
                      </a:cubicBezTo>
                      <a:lnTo>
                        <a:pt x="152" y="99"/>
                      </a:lnTo>
                      <a:lnTo>
                        <a:pt x="91" y="251"/>
                      </a:lnTo>
                      <a:cubicBezTo>
                        <a:pt x="61" y="282"/>
                        <a:pt x="31" y="342"/>
                        <a:pt x="31" y="403"/>
                      </a:cubicBezTo>
                      <a:cubicBezTo>
                        <a:pt x="0" y="525"/>
                        <a:pt x="31" y="646"/>
                        <a:pt x="152" y="677"/>
                      </a:cubicBezTo>
                      <a:cubicBezTo>
                        <a:pt x="193" y="704"/>
                        <a:pt x="240" y="719"/>
                        <a:pt x="285" y="719"/>
                      </a:cubicBezTo>
                      <a:cubicBezTo>
                        <a:pt x="340" y="719"/>
                        <a:pt x="392" y="697"/>
                        <a:pt x="426" y="646"/>
                      </a:cubicBezTo>
                      <a:cubicBezTo>
                        <a:pt x="517" y="555"/>
                        <a:pt x="547" y="464"/>
                        <a:pt x="608" y="373"/>
                      </a:cubicBezTo>
                      <a:cubicBezTo>
                        <a:pt x="669" y="251"/>
                        <a:pt x="638" y="99"/>
                        <a:pt x="517" y="39"/>
                      </a:cubicBezTo>
                      <a:cubicBezTo>
                        <a:pt x="470" y="15"/>
                        <a:pt x="414" y="1"/>
                        <a:pt x="35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4" name="Google Shape;6134;p39"/>
                <p:cNvSpPr/>
                <p:nvPr/>
              </p:nvSpPr>
              <p:spPr>
                <a:xfrm>
                  <a:off x="1283750" y="1867250"/>
                  <a:ext cx="13700" cy="1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518" extrusionOk="0">
                      <a:moveTo>
                        <a:pt x="31" y="274"/>
                      </a:moveTo>
                      <a:cubicBezTo>
                        <a:pt x="31" y="274"/>
                        <a:pt x="18" y="274"/>
                        <a:pt x="9" y="283"/>
                      </a:cubicBezTo>
                      <a:lnTo>
                        <a:pt x="9" y="283"/>
                      </a:lnTo>
                      <a:cubicBezTo>
                        <a:pt x="13" y="278"/>
                        <a:pt x="20" y="274"/>
                        <a:pt x="31" y="274"/>
                      </a:cubicBezTo>
                      <a:close/>
                      <a:moveTo>
                        <a:pt x="213" y="1"/>
                      </a:moveTo>
                      <a:cubicBezTo>
                        <a:pt x="152" y="31"/>
                        <a:pt x="91" y="62"/>
                        <a:pt x="61" y="92"/>
                      </a:cubicBezTo>
                      <a:cubicBezTo>
                        <a:pt x="31" y="153"/>
                        <a:pt x="0" y="214"/>
                        <a:pt x="0" y="274"/>
                      </a:cubicBezTo>
                      <a:lnTo>
                        <a:pt x="0" y="305"/>
                      </a:lnTo>
                      <a:cubicBezTo>
                        <a:pt x="0" y="335"/>
                        <a:pt x="0" y="366"/>
                        <a:pt x="0" y="396"/>
                      </a:cubicBezTo>
                      <a:cubicBezTo>
                        <a:pt x="0" y="426"/>
                        <a:pt x="31" y="457"/>
                        <a:pt x="61" y="457"/>
                      </a:cubicBezTo>
                      <a:cubicBezTo>
                        <a:pt x="61" y="487"/>
                        <a:pt x="91" y="518"/>
                        <a:pt x="122" y="518"/>
                      </a:cubicBezTo>
                      <a:lnTo>
                        <a:pt x="334" y="518"/>
                      </a:lnTo>
                      <a:lnTo>
                        <a:pt x="395" y="487"/>
                      </a:lnTo>
                      <a:cubicBezTo>
                        <a:pt x="456" y="457"/>
                        <a:pt x="486" y="396"/>
                        <a:pt x="517" y="366"/>
                      </a:cubicBezTo>
                      <a:cubicBezTo>
                        <a:pt x="547" y="274"/>
                        <a:pt x="517" y="153"/>
                        <a:pt x="456" y="92"/>
                      </a:cubicBezTo>
                      <a:cubicBezTo>
                        <a:pt x="395" y="31"/>
                        <a:pt x="304" y="1"/>
                        <a:pt x="21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5" name="Google Shape;6135;p39"/>
                <p:cNvSpPr/>
                <p:nvPr/>
              </p:nvSpPr>
              <p:spPr>
                <a:xfrm>
                  <a:off x="1279950" y="1929575"/>
                  <a:ext cx="13700" cy="1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26" extrusionOk="0">
                      <a:moveTo>
                        <a:pt x="274" y="0"/>
                      </a:moveTo>
                      <a:cubicBezTo>
                        <a:pt x="0" y="0"/>
                        <a:pt x="0" y="426"/>
                        <a:pt x="274" y="426"/>
                      </a:cubicBezTo>
                      <a:cubicBezTo>
                        <a:pt x="547" y="426"/>
                        <a:pt x="547" y="0"/>
                        <a:pt x="27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6" name="Google Shape;6136;p39"/>
                <p:cNvSpPr/>
                <p:nvPr/>
              </p:nvSpPr>
              <p:spPr>
                <a:xfrm>
                  <a:off x="1305025" y="1890050"/>
                  <a:ext cx="19025" cy="1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579" extrusionOk="0">
                      <a:moveTo>
                        <a:pt x="365" y="1"/>
                      </a:moveTo>
                      <a:cubicBezTo>
                        <a:pt x="0" y="1"/>
                        <a:pt x="0" y="578"/>
                        <a:pt x="365" y="578"/>
                      </a:cubicBezTo>
                      <a:cubicBezTo>
                        <a:pt x="730" y="578"/>
                        <a:pt x="760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7" name="Google Shape;6137;p39"/>
                <p:cNvSpPr/>
                <p:nvPr/>
              </p:nvSpPr>
              <p:spPr>
                <a:xfrm>
                  <a:off x="1225225" y="1877125"/>
                  <a:ext cx="15975" cy="1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549" extrusionOk="0">
                      <a:moveTo>
                        <a:pt x="274" y="1"/>
                      </a:moveTo>
                      <a:cubicBezTo>
                        <a:pt x="213" y="1"/>
                        <a:pt x="122" y="31"/>
                        <a:pt x="92" y="92"/>
                      </a:cubicBezTo>
                      <a:cubicBezTo>
                        <a:pt x="31" y="123"/>
                        <a:pt x="1" y="214"/>
                        <a:pt x="1" y="275"/>
                      </a:cubicBezTo>
                      <a:cubicBezTo>
                        <a:pt x="1" y="335"/>
                        <a:pt x="31" y="396"/>
                        <a:pt x="92" y="457"/>
                      </a:cubicBezTo>
                      <a:cubicBezTo>
                        <a:pt x="153" y="518"/>
                        <a:pt x="213" y="548"/>
                        <a:pt x="274" y="548"/>
                      </a:cubicBezTo>
                      <a:cubicBezTo>
                        <a:pt x="365" y="518"/>
                        <a:pt x="457" y="548"/>
                        <a:pt x="517" y="487"/>
                      </a:cubicBezTo>
                      <a:cubicBezTo>
                        <a:pt x="548" y="457"/>
                        <a:pt x="578" y="427"/>
                        <a:pt x="609" y="396"/>
                      </a:cubicBezTo>
                      <a:cubicBezTo>
                        <a:pt x="639" y="366"/>
                        <a:pt x="639" y="305"/>
                        <a:pt x="639" y="275"/>
                      </a:cubicBezTo>
                      <a:cubicBezTo>
                        <a:pt x="639" y="214"/>
                        <a:pt x="639" y="183"/>
                        <a:pt x="609" y="153"/>
                      </a:cubicBezTo>
                      <a:cubicBezTo>
                        <a:pt x="578" y="92"/>
                        <a:pt x="548" y="62"/>
                        <a:pt x="517" y="31"/>
                      </a:cubicBezTo>
                      <a:cubicBezTo>
                        <a:pt x="457" y="1"/>
                        <a:pt x="365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8" name="Google Shape;6138;p39"/>
                <p:cNvSpPr/>
                <p:nvPr/>
              </p:nvSpPr>
              <p:spPr>
                <a:xfrm>
                  <a:off x="1191800" y="1836100"/>
                  <a:ext cx="19775" cy="2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913" extrusionOk="0">
                      <a:moveTo>
                        <a:pt x="395" y="1"/>
                      </a:moveTo>
                      <a:cubicBezTo>
                        <a:pt x="274" y="31"/>
                        <a:pt x="183" y="61"/>
                        <a:pt x="122" y="122"/>
                      </a:cubicBezTo>
                      <a:cubicBezTo>
                        <a:pt x="31" y="213"/>
                        <a:pt x="0" y="305"/>
                        <a:pt x="0" y="396"/>
                      </a:cubicBezTo>
                      <a:lnTo>
                        <a:pt x="0" y="517"/>
                      </a:lnTo>
                      <a:cubicBezTo>
                        <a:pt x="0" y="639"/>
                        <a:pt x="31" y="730"/>
                        <a:pt x="122" y="791"/>
                      </a:cubicBezTo>
                      <a:cubicBezTo>
                        <a:pt x="152" y="821"/>
                        <a:pt x="183" y="852"/>
                        <a:pt x="243" y="882"/>
                      </a:cubicBezTo>
                      <a:cubicBezTo>
                        <a:pt x="274" y="912"/>
                        <a:pt x="335" y="912"/>
                        <a:pt x="395" y="912"/>
                      </a:cubicBezTo>
                      <a:cubicBezTo>
                        <a:pt x="487" y="912"/>
                        <a:pt x="608" y="882"/>
                        <a:pt x="669" y="791"/>
                      </a:cubicBezTo>
                      <a:lnTo>
                        <a:pt x="730" y="730"/>
                      </a:lnTo>
                      <a:cubicBezTo>
                        <a:pt x="760" y="669"/>
                        <a:pt x="760" y="578"/>
                        <a:pt x="760" y="517"/>
                      </a:cubicBezTo>
                      <a:lnTo>
                        <a:pt x="791" y="396"/>
                      </a:lnTo>
                      <a:cubicBezTo>
                        <a:pt x="791" y="365"/>
                        <a:pt x="760" y="305"/>
                        <a:pt x="760" y="244"/>
                      </a:cubicBezTo>
                      <a:cubicBezTo>
                        <a:pt x="730" y="213"/>
                        <a:pt x="699" y="153"/>
                        <a:pt x="669" y="122"/>
                      </a:cubicBezTo>
                      <a:cubicBezTo>
                        <a:pt x="639" y="92"/>
                        <a:pt x="578" y="61"/>
                        <a:pt x="547" y="61"/>
                      </a:cubicBezTo>
                      <a:cubicBezTo>
                        <a:pt x="487" y="31"/>
                        <a:pt x="456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9" name="Google Shape;6139;p39"/>
                <p:cNvSpPr/>
                <p:nvPr/>
              </p:nvSpPr>
              <p:spPr>
                <a:xfrm>
                  <a:off x="1288300" y="1842175"/>
                  <a:ext cx="10675" cy="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" h="336" extrusionOk="0">
                      <a:moveTo>
                        <a:pt x="213" y="1"/>
                      </a:moveTo>
                      <a:cubicBezTo>
                        <a:pt x="0" y="1"/>
                        <a:pt x="0" y="335"/>
                        <a:pt x="213" y="335"/>
                      </a:cubicBezTo>
                      <a:cubicBezTo>
                        <a:pt x="426" y="335"/>
                        <a:pt x="426" y="1"/>
                        <a:pt x="21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0" name="Google Shape;6140;p39"/>
                <p:cNvSpPr/>
                <p:nvPr/>
              </p:nvSpPr>
              <p:spPr>
                <a:xfrm>
                  <a:off x="1333900" y="1836100"/>
                  <a:ext cx="15225" cy="1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579" extrusionOk="0">
                      <a:moveTo>
                        <a:pt x="304" y="1"/>
                      </a:moveTo>
                      <a:cubicBezTo>
                        <a:pt x="213" y="1"/>
                        <a:pt x="91" y="31"/>
                        <a:pt x="61" y="122"/>
                      </a:cubicBezTo>
                      <a:cubicBezTo>
                        <a:pt x="0" y="213"/>
                        <a:pt x="0" y="335"/>
                        <a:pt x="61" y="396"/>
                      </a:cubicBezTo>
                      <a:lnTo>
                        <a:pt x="61" y="426"/>
                      </a:lnTo>
                      <a:cubicBezTo>
                        <a:pt x="91" y="457"/>
                        <a:pt x="122" y="487"/>
                        <a:pt x="152" y="517"/>
                      </a:cubicBezTo>
                      <a:cubicBezTo>
                        <a:pt x="183" y="548"/>
                        <a:pt x="243" y="578"/>
                        <a:pt x="304" y="578"/>
                      </a:cubicBezTo>
                      <a:lnTo>
                        <a:pt x="365" y="578"/>
                      </a:lnTo>
                      <a:cubicBezTo>
                        <a:pt x="395" y="578"/>
                        <a:pt x="426" y="548"/>
                        <a:pt x="456" y="517"/>
                      </a:cubicBezTo>
                      <a:cubicBezTo>
                        <a:pt x="487" y="487"/>
                        <a:pt x="517" y="457"/>
                        <a:pt x="547" y="396"/>
                      </a:cubicBezTo>
                      <a:cubicBezTo>
                        <a:pt x="608" y="335"/>
                        <a:pt x="578" y="213"/>
                        <a:pt x="547" y="122"/>
                      </a:cubicBezTo>
                      <a:cubicBezTo>
                        <a:pt x="487" y="31"/>
                        <a:pt x="395" y="1"/>
                        <a:pt x="30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1" name="Google Shape;6141;p39"/>
                <p:cNvSpPr/>
                <p:nvPr/>
              </p:nvSpPr>
              <p:spPr>
                <a:xfrm>
                  <a:off x="1231300" y="1850550"/>
                  <a:ext cx="160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" h="487" extrusionOk="0">
                      <a:moveTo>
                        <a:pt x="305" y="0"/>
                      </a:moveTo>
                      <a:cubicBezTo>
                        <a:pt x="1" y="0"/>
                        <a:pt x="1" y="486"/>
                        <a:pt x="305" y="486"/>
                      </a:cubicBezTo>
                      <a:cubicBezTo>
                        <a:pt x="609" y="486"/>
                        <a:pt x="639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2" name="Google Shape;6142;p39"/>
                <p:cNvSpPr/>
                <p:nvPr/>
              </p:nvSpPr>
              <p:spPr>
                <a:xfrm>
                  <a:off x="1352900" y="1941450"/>
                  <a:ext cx="15975" cy="1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571" extrusionOk="0">
                      <a:moveTo>
                        <a:pt x="372" y="0"/>
                      </a:moveTo>
                      <a:cubicBezTo>
                        <a:pt x="350" y="0"/>
                        <a:pt x="327" y="4"/>
                        <a:pt x="304" y="12"/>
                      </a:cubicBezTo>
                      <a:lnTo>
                        <a:pt x="213" y="42"/>
                      </a:lnTo>
                      <a:lnTo>
                        <a:pt x="182" y="42"/>
                      </a:lnTo>
                      <a:cubicBezTo>
                        <a:pt x="152" y="72"/>
                        <a:pt x="122" y="72"/>
                        <a:pt x="91" y="103"/>
                      </a:cubicBezTo>
                      <a:cubicBezTo>
                        <a:pt x="61" y="133"/>
                        <a:pt x="61" y="133"/>
                        <a:pt x="31" y="164"/>
                      </a:cubicBezTo>
                      <a:cubicBezTo>
                        <a:pt x="0" y="224"/>
                        <a:pt x="0" y="346"/>
                        <a:pt x="31" y="407"/>
                      </a:cubicBezTo>
                      <a:cubicBezTo>
                        <a:pt x="61" y="437"/>
                        <a:pt x="61" y="468"/>
                        <a:pt x="91" y="468"/>
                      </a:cubicBezTo>
                      <a:cubicBezTo>
                        <a:pt x="122" y="498"/>
                        <a:pt x="152" y="528"/>
                        <a:pt x="182" y="528"/>
                      </a:cubicBezTo>
                      <a:cubicBezTo>
                        <a:pt x="213" y="528"/>
                        <a:pt x="213" y="528"/>
                        <a:pt x="213" y="559"/>
                      </a:cubicBezTo>
                      <a:lnTo>
                        <a:pt x="304" y="559"/>
                      </a:lnTo>
                      <a:cubicBezTo>
                        <a:pt x="329" y="567"/>
                        <a:pt x="353" y="571"/>
                        <a:pt x="377" y="571"/>
                      </a:cubicBezTo>
                      <a:cubicBezTo>
                        <a:pt x="442" y="571"/>
                        <a:pt x="503" y="542"/>
                        <a:pt x="547" y="498"/>
                      </a:cubicBezTo>
                      <a:cubicBezTo>
                        <a:pt x="608" y="437"/>
                        <a:pt x="638" y="376"/>
                        <a:pt x="638" y="285"/>
                      </a:cubicBezTo>
                      <a:cubicBezTo>
                        <a:pt x="638" y="224"/>
                        <a:pt x="608" y="133"/>
                        <a:pt x="547" y="103"/>
                      </a:cubicBezTo>
                      <a:cubicBezTo>
                        <a:pt x="502" y="34"/>
                        <a:pt x="439" y="0"/>
                        <a:pt x="37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3" name="Google Shape;6143;p39"/>
                <p:cNvSpPr/>
                <p:nvPr/>
              </p:nvSpPr>
              <p:spPr>
                <a:xfrm>
                  <a:off x="1451675" y="1991125"/>
                  <a:ext cx="12175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457" extrusionOk="0">
                      <a:moveTo>
                        <a:pt x="335" y="395"/>
                      </a:moveTo>
                      <a:cubicBezTo>
                        <a:pt x="335" y="395"/>
                        <a:pt x="335" y="403"/>
                        <a:pt x="335" y="411"/>
                      </a:cubicBezTo>
                      <a:lnTo>
                        <a:pt x="335" y="411"/>
                      </a:lnTo>
                      <a:cubicBezTo>
                        <a:pt x="343" y="403"/>
                        <a:pt x="350" y="395"/>
                        <a:pt x="335" y="395"/>
                      </a:cubicBezTo>
                      <a:close/>
                      <a:moveTo>
                        <a:pt x="335" y="411"/>
                      </a:moveTo>
                      <a:cubicBezTo>
                        <a:pt x="327" y="418"/>
                        <a:pt x="320" y="426"/>
                        <a:pt x="335" y="426"/>
                      </a:cubicBezTo>
                      <a:cubicBezTo>
                        <a:pt x="335" y="426"/>
                        <a:pt x="335" y="418"/>
                        <a:pt x="335" y="411"/>
                      </a:cubicBezTo>
                      <a:close/>
                      <a:moveTo>
                        <a:pt x="244" y="0"/>
                      </a:moveTo>
                      <a:cubicBezTo>
                        <a:pt x="153" y="0"/>
                        <a:pt x="61" y="61"/>
                        <a:pt x="31" y="122"/>
                      </a:cubicBezTo>
                      <a:cubicBezTo>
                        <a:pt x="1" y="243"/>
                        <a:pt x="31" y="335"/>
                        <a:pt x="122" y="395"/>
                      </a:cubicBezTo>
                      <a:cubicBezTo>
                        <a:pt x="122" y="395"/>
                        <a:pt x="122" y="395"/>
                        <a:pt x="122" y="395"/>
                      </a:cubicBezTo>
                      <a:lnTo>
                        <a:pt x="122" y="395"/>
                      </a:lnTo>
                      <a:cubicBezTo>
                        <a:pt x="122" y="395"/>
                        <a:pt x="122" y="426"/>
                        <a:pt x="153" y="426"/>
                      </a:cubicBezTo>
                      <a:cubicBezTo>
                        <a:pt x="153" y="426"/>
                        <a:pt x="126" y="400"/>
                        <a:pt x="123" y="396"/>
                      </a:cubicBezTo>
                      <a:lnTo>
                        <a:pt x="123" y="396"/>
                      </a:lnTo>
                      <a:cubicBezTo>
                        <a:pt x="153" y="426"/>
                        <a:pt x="183" y="456"/>
                        <a:pt x="244" y="456"/>
                      </a:cubicBezTo>
                      <a:cubicBezTo>
                        <a:pt x="274" y="456"/>
                        <a:pt x="305" y="426"/>
                        <a:pt x="335" y="395"/>
                      </a:cubicBezTo>
                      <a:cubicBezTo>
                        <a:pt x="426" y="365"/>
                        <a:pt x="487" y="243"/>
                        <a:pt x="456" y="152"/>
                      </a:cubicBezTo>
                      <a:cubicBezTo>
                        <a:pt x="426" y="61"/>
                        <a:pt x="335" y="0"/>
                        <a:pt x="2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4" name="Google Shape;6144;p39"/>
                <p:cNvSpPr/>
                <p:nvPr/>
              </p:nvSpPr>
              <p:spPr>
                <a:xfrm>
                  <a:off x="1453950" y="2061025"/>
                  <a:ext cx="1447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9" h="609" extrusionOk="0">
                      <a:moveTo>
                        <a:pt x="274" y="1"/>
                      </a:moveTo>
                      <a:cubicBezTo>
                        <a:pt x="183" y="1"/>
                        <a:pt x="92" y="62"/>
                        <a:pt x="31" y="153"/>
                      </a:cubicBezTo>
                      <a:cubicBezTo>
                        <a:pt x="1" y="244"/>
                        <a:pt x="1" y="335"/>
                        <a:pt x="31" y="426"/>
                      </a:cubicBezTo>
                      <a:cubicBezTo>
                        <a:pt x="62" y="487"/>
                        <a:pt x="92" y="517"/>
                        <a:pt x="122" y="548"/>
                      </a:cubicBezTo>
                      <a:cubicBezTo>
                        <a:pt x="183" y="578"/>
                        <a:pt x="214" y="609"/>
                        <a:pt x="274" y="609"/>
                      </a:cubicBezTo>
                      <a:cubicBezTo>
                        <a:pt x="335" y="609"/>
                        <a:pt x="396" y="578"/>
                        <a:pt x="426" y="548"/>
                      </a:cubicBezTo>
                      <a:cubicBezTo>
                        <a:pt x="457" y="517"/>
                        <a:pt x="487" y="457"/>
                        <a:pt x="517" y="426"/>
                      </a:cubicBezTo>
                      <a:cubicBezTo>
                        <a:pt x="578" y="335"/>
                        <a:pt x="578" y="244"/>
                        <a:pt x="517" y="153"/>
                      </a:cubicBezTo>
                      <a:cubicBezTo>
                        <a:pt x="457" y="62"/>
                        <a:pt x="365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5" name="Google Shape;6145;p39"/>
                <p:cNvSpPr/>
                <p:nvPr/>
              </p:nvSpPr>
              <p:spPr>
                <a:xfrm>
                  <a:off x="1376450" y="2017725"/>
                  <a:ext cx="4575" cy="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305" extrusionOk="0">
                      <a:moveTo>
                        <a:pt x="92" y="0"/>
                      </a:moveTo>
                      <a:cubicBezTo>
                        <a:pt x="61" y="0"/>
                        <a:pt x="0" y="61"/>
                        <a:pt x="31" y="91"/>
                      </a:cubicBezTo>
                      <a:lnTo>
                        <a:pt x="31" y="122"/>
                      </a:lnTo>
                      <a:lnTo>
                        <a:pt x="31" y="213"/>
                      </a:lnTo>
                      <a:cubicBezTo>
                        <a:pt x="31" y="243"/>
                        <a:pt x="61" y="304"/>
                        <a:pt x="92" y="304"/>
                      </a:cubicBezTo>
                      <a:cubicBezTo>
                        <a:pt x="152" y="304"/>
                        <a:pt x="183" y="243"/>
                        <a:pt x="183" y="213"/>
                      </a:cubicBezTo>
                      <a:cubicBezTo>
                        <a:pt x="183" y="183"/>
                        <a:pt x="183" y="152"/>
                        <a:pt x="183" y="91"/>
                      </a:cubicBezTo>
                      <a:cubicBezTo>
                        <a:pt x="183" y="61"/>
                        <a:pt x="152" y="0"/>
                        <a:pt x="9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6" name="Google Shape;6146;p39"/>
                <p:cNvSpPr/>
                <p:nvPr/>
              </p:nvSpPr>
              <p:spPr>
                <a:xfrm>
                  <a:off x="1352125" y="2076225"/>
                  <a:ext cx="12200" cy="1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541" extrusionOk="0">
                      <a:moveTo>
                        <a:pt x="244" y="1"/>
                      </a:moveTo>
                      <a:cubicBezTo>
                        <a:pt x="183" y="1"/>
                        <a:pt x="122" y="31"/>
                        <a:pt x="92" y="61"/>
                      </a:cubicBezTo>
                      <a:cubicBezTo>
                        <a:pt x="31" y="122"/>
                        <a:pt x="1" y="213"/>
                        <a:pt x="31" y="274"/>
                      </a:cubicBezTo>
                      <a:cubicBezTo>
                        <a:pt x="62" y="335"/>
                        <a:pt x="62" y="396"/>
                        <a:pt x="92" y="426"/>
                      </a:cubicBezTo>
                      <a:cubicBezTo>
                        <a:pt x="122" y="502"/>
                        <a:pt x="191" y="540"/>
                        <a:pt x="259" y="540"/>
                      </a:cubicBezTo>
                      <a:cubicBezTo>
                        <a:pt x="327" y="540"/>
                        <a:pt x="396" y="502"/>
                        <a:pt x="426" y="426"/>
                      </a:cubicBezTo>
                      <a:cubicBezTo>
                        <a:pt x="457" y="396"/>
                        <a:pt x="457" y="335"/>
                        <a:pt x="487" y="274"/>
                      </a:cubicBezTo>
                      <a:cubicBezTo>
                        <a:pt x="487" y="213"/>
                        <a:pt x="487" y="122"/>
                        <a:pt x="426" y="61"/>
                      </a:cubicBezTo>
                      <a:cubicBezTo>
                        <a:pt x="365" y="31"/>
                        <a:pt x="305" y="1"/>
                        <a:pt x="24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7" name="Google Shape;6147;p39"/>
                <p:cNvSpPr/>
                <p:nvPr/>
              </p:nvSpPr>
              <p:spPr>
                <a:xfrm>
                  <a:off x="1430400" y="2120025"/>
                  <a:ext cx="13700" cy="1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98" extrusionOk="0">
                      <a:moveTo>
                        <a:pt x="237" y="0"/>
                      </a:moveTo>
                      <a:cubicBezTo>
                        <a:pt x="170" y="0"/>
                        <a:pt x="107" y="34"/>
                        <a:pt x="61" y="103"/>
                      </a:cubicBezTo>
                      <a:cubicBezTo>
                        <a:pt x="0" y="164"/>
                        <a:pt x="0" y="255"/>
                        <a:pt x="31" y="346"/>
                      </a:cubicBezTo>
                      <a:cubicBezTo>
                        <a:pt x="61" y="437"/>
                        <a:pt x="152" y="498"/>
                        <a:pt x="213" y="498"/>
                      </a:cubicBezTo>
                      <a:cubicBezTo>
                        <a:pt x="274" y="498"/>
                        <a:pt x="304" y="498"/>
                        <a:pt x="365" y="468"/>
                      </a:cubicBezTo>
                      <a:cubicBezTo>
                        <a:pt x="396" y="468"/>
                        <a:pt x="456" y="437"/>
                        <a:pt x="487" y="376"/>
                      </a:cubicBezTo>
                      <a:cubicBezTo>
                        <a:pt x="487" y="346"/>
                        <a:pt x="517" y="346"/>
                        <a:pt x="517" y="316"/>
                      </a:cubicBezTo>
                      <a:cubicBezTo>
                        <a:pt x="548" y="285"/>
                        <a:pt x="548" y="224"/>
                        <a:pt x="517" y="194"/>
                      </a:cubicBezTo>
                      <a:cubicBezTo>
                        <a:pt x="517" y="164"/>
                        <a:pt x="517" y="164"/>
                        <a:pt x="487" y="133"/>
                      </a:cubicBezTo>
                      <a:cubicBezTo>
                        <a:pt x="456" y="72"/>
                        <a:pt x="396" y="12"/>
                        <a:pt x="304" y="12"/>
                      </a:cubicBezTo>
                      <a:cubicBezTo>
                        <a:pt x="282" y="4"/>
                        <a:pt x="259" y="0"/>
                        <a:pt x="23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8" name="Google Shape;6148;p39"/>
                <p:cNvSpPr/>
                <p:nvPr/>
              </p:nvSpPr>
              <p:spPr>
                <a:xfrm>
                  <a:off x="1388600" y="1969850"/>
                  <a:ext cx="15225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487" extrusionOk="0">
                      <a:moveTo>
                        <a:pt x="305" y="0"/>
                      </a:moveTo>
                      <a:cubicBezTo>
                        <a:pt x="1" y="0"/>
                        <a:pt x="1" y="487"/>
                        <a:pt x="305" y="487"/>
                      </a:cubicBezTo>
                      <a:cubicBezTo>
                        <a:pt x="609" y="487"/>
                        <a:pt x="609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9" name="Google Shape;6149;p39"/>
                <p:cNvSpPr/>
                <p:nvPr/>
              </p:nvSpPr>
              <p:spPr>
                <a:xfrm>
                  <a:off x="1282975" y="1991125"/>
                  <a:ext cx="14475" cy="1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9" h="426" extrusionOk="0">
                      <a:moveTo>
                        <a:pt x="305" y="0"/>
                      </a:moveTo>
                      <a:cubicBezTo>
                        <a:pt x="1" y="0"/>
                        <a:pt x="1" y="426"/>
                        <a:pt x="305" y="426"/>
                      </a:cubicBezTo>
                      <a:cubicBezTo>
                        <a:pt x="578" y="426"/>
                        <a:pt x="578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0" name="Google Shape;6150;p39"/>
                <p:cNvSpPr/>
                <p:nvPr/>
              </p:nvSpPr>
              <p:spPr>
                <a:xfrm>
                  <a:off x="1282225" y="2074700"/>
                  <a:ext cx="9150" cy="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305" extrusionOk="0">
                      <a:moveTo>
                        <a:pt x="183" y="1"/>
                      </a:moveTo>
                      <a:cubicBezTo>
                        <a:pt x="0" y="1"/>
                        <a:pt x="0" y="305"/>
                        <a:pt x="183" y="305"/>
                      </a:cubicBezTo>
                      <a:cubicBezTo>
                        <a:pt x="365" y="305"/>
                        <a:pt x="365" y="1"/>
                        <a:pt x="18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1" name="Google Shape;6151;p39"/>
                <p:cNvSpPr/>
                <p:nvPr/>
              </p:nvSpPr>
              <p:spPr>
                <a:xfrm>
                  <a:off x="1201675" y="1964525"/>
                  <a:ext cx="12950" cy="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396" extrusionOk="0">
                      <a:moveTo>
                        <a:pt x="274" y="0"/>
                      </a:moveTo>
                      <a:cubicBezTo>
                        <a:pt x="0" y="0"/>
                        <a:pt x="0" y="396"/>
                        <a:pt x="274" y="396"/>
                      </a:cubicBezTo>
                      <a:cubicBezTo>
                        <a:pt x="517" y="396"/>
                        <a:pt x="517" y="0"/>
                        <a:pt x="27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2" name="Google Shape;6152;p39"/>
                <p:cNvSpPr/>
                <p:nvPr/>
              </p:nvSpPr>
              <p:spPr>
                <a:xfrm>
                  <a:off x="1278425" y="1972125"/>
                  <a:ext cx="9900" cy="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305" extrusionOk="0">
                      <a:moveTo>
                        <a:pt x="213" y="0"/>
                      </a:moveTo>
                      <a:cubicBezTo>
                        <a:pt x="0" y="0"/>
                        <a:pt x="0" y="304"/>
                        <a:pt x="213" y="304"/>
                      </a:cubicBezTo>
                      <a:cubicBezTo>
                        <a:pt x="395" y="304"/>
                        <a:pt x="395" y="0"/>
                        <a:pt x="21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3" name="Google Shape;6153;p39"/>
                <p:cNvSpPr/>
                <p:nvPr/>
              </p:nvSpPr>
              <p:spPr>
                <a:xfrm>
                  <a:off x="1217625" y="1925775"/>
                  <a:ext cx="15225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457" extrusionOk="0">
                      <a:moveTo>
                        <a:pt x="305" y="0"/>
                      </a:moveTo>
                      <a:cubicBezTo>
                        <a:pt x="1" y="0"/>
                        <a:pt x="1" y="456"/>
                        <a:pt x="305" y="456"/>
                      </a:cubicBezTo>
                      <a:cubicBezTo>
                        <a:pt x="609" y="456"/>
                        <a:pt x="609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4" name="Google Shape;6154;p39"/>
                <p:cNvSpPr/>
                <p:nvPr/>
              </p:nvSpPr>
              <p:spPr>
                <a:xfrm>
                  <a:off x="1143150" y="1922725"/>
                  <a:ext cx="13725" cy="1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" h="427" extrusionOk="0">
                      <a:moveTo>
                        <a:pt x="274" y="1"/>
                      </a:moveTo>
                      <a:cubicBezTo>
                        <a:pt x="1" y="1"/>
                        <a:pt x="1" y="426"/>
                        <a:pt x="274" y="426"/>
                      </a:cubicBezTo>
                      <a:cubicBezTo>
                        <a:pt x="548" y="426"/>
                        <a:pt x="548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5" name="Google Shape;6155;p39"/>
                <p:cNvSpPr/>
                <p:nvPr/>
              </p:nvSpPr>
              <p:spPr>
                <a:xfrm>
                  <a:off x="1180400" y="1877900"/>
                  <a:ext cx="13700" cy="1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80" extrusionOk="0">
                      <a:moveTo>
                        <a:pt x="274" y="0"/>
                      </a:moveTo>
                      <a:cubicBezTo>
                        <a:pt x="213" y="0"/>
                        <a:pt x="152" y="31"/>
                        <a:pt x="122" y="61"/>
                      </a:cubicBezTo>
                      <a:lnTo>
                        <a:pt x="104" y="97"/>
                      </a:lnTo>
                      <a:lnTo>
                        <a:pt x="104" y="97"/>
                      </a:lnTo>
                      <a:cubicBezTo>
                        <a:pt x="97" y="101"/>
                        <a:pt x="91" y="109"/>
                        <a:pt x="91" y="122"/>
                      </a:cubicBezTo>
                      <a:cubicBezTo>
                        <a:pt x="0" y="183"/>
                        <a:pt x="0" y="304"/>
                        <a:pt x="91" y="365"/>
                      </a:cubicBezTo>
                      <a:cubicBezTo>
                        <a:pt x="91" y="365"/>
                        <a:pt x="122" y="396"/>
                        <a:pt x="122" y="396"/>
                      </a:cubicBezTo>
                      <a:lnTo>
                        <a:pt x="183" y="456"/>
                      </a:lnTo>
                      <a:lnTo>
                        <a:pt x="243" y="456"/>
                      </a:lnTo>
                      <a:cubicBezTo>
                        <a:pt x="259" y="472"/>
                        <a:pt x="281" y="479"/>
                        <a:pt x="308" y="479"/>
                      </a:cubicBezTo>
                      <a:cubicBezTo>
                        <a:pt x="335" y="479"/>
                        <a:pt x="365" y="472"/>
                        <a:pt x="395" y="456"/>
                      </a:cubicBezTo>
                      <a:cubicBezTo>
                        <a:pt x="487" y="426"/>
                        <a:pt x="547" y="335"/>
                        <a:pt x="547" y="244"/>
                      </a:cubicBezTo>
                      <a:cubicBezTo>
                        <a:pt x="547" y="152"/>
                        <a:pt x="487" y="61"/>
                        <a:pt x="426" y="31"/>
                      </a:cubicBezTo>
                      <a:cubicBezTo>
                        <a:pt x="365" y="0"/>
                        <a:pt x="335" y="0"/>
                        <a:pt x="27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6" name="Google Shape;6156;p39"/>
                <p:cNvSpPr/>
                <p:nvPr/>
              </p:nvSpPr>
              <p:spPr>
                <a:xfrm>
                  <a:off x="1134050" y="1851000"/>
                  <a:ext cx="12925" cy="1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" h="450" extrusionOk="0">
                      <a:moveTo>
                        <a:pt x="232" y="1"/>
                      </a:moveTo>
                      <a:cubicBezTo>
                        <a:pt x="168" y="1"/>
                        <a:pt x="114" y="29"/>
                        <a:pt x="91" y="73"/>
                      </a:cubicBezTo>
                      <a:cubicBezTo>
                        <a:pt x="31" y="104"/>
                        <a:pt x="0" y="165"/>
                        <a:pt x="0" y="225"/>
                      </a:cubicBezTo>
                      <a:cubicBezTo>
                        <a:pt x="0" y="286"/>
                        <a:pt x="31" y="347"/>
                        <a:pt x="91" y="377"/>
                      </a:cubicBezTo>
                      <a:cubicBezTo>
                        <a:pt x="114" y="422"/>
                        <a:pt x="168" y="450"/>
                        <a:pt x="232" y="450"/>
                      </a:cubicBezTo>
                      <a:cubicBezTo>
                        <a:pt x="255" y="450"/>
                        <a:pt x="280" y="446"/>
                        <a:pt x="304" y="438"/>
                      </a:cubicBezTo>
                      <a:lnTo>
                        <a:pt x="395" y="408"/>
                      </a:lnTo>
                      <a:cubicBezTo>
                        <a:pt x="426" y="377"/>
                        <a:pt x="456" y="377"/>
                        <a:pt x="486" y="347"/>
                      </a:cubicBezTo>
                      <a:cubicBezTo>
                        <a:pt x="517" y="316"/>
                        <a:pt x="517" y="256"/>
                        <a:pt x="517" y="225"/>
                      </a:cubicBezTo>
                      <a:cubicBezTo>
                        <a:pt x="517" y="195"/>
                        <a:pt x="517" y="165"/>
                        <a:pt x="486" y="134"/>
                      </a:cubicBezTo>
                      <a:cubicBezTo>
                        <a:pt x="486" y="73"/>
                        <a:pt x="426" y="73"/>
                        <a:pt x="395" y="43"/>
                      </a:cubicBezTo>
                      <a:lnTo>
                        <a:pt x="304" y="13"/>
                      </a:lnTo>
                      <a:cubicBezTo>
                        <a:pt x="280" y="4"/>
                        <a:pt x="255" y="1"/>
                        <a:pt x="23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7" name="Google Shape;6157;p39"/>
                <p:cNvSpPr/>
                <p:nvPr/>
              </p:nvSpPr>
              <p:spPr>
                <a:xfrm>
                  <a:off x="1161400" y="1841425"/>
                  <a:ext cx="4575" cy="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22" extrusionOk="0">
                      <a:moveTo>
                        <a:pt x="92" y="0"/>
                      </a:moveTo>
                      <a:cubicBezTo>
                        <a:pt x="0" y="0"/>
                        <a:pt x="0" y="122"/>
                        <a:pt x="92" y="122"/>
                      </a:cubicBezTo>
                      <a:cubicBezTo>
                        <a:pt x="183" y="122"/>
                        <a:pt x="183" y="0"/>
                        <a:pt x="9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8" name="Google Shape;6158;p39"/>
                <p:cNvSpPr/>
                <p:nvPr/>
              </p:nvSpPr>
              <p:spPr>
                <a:xfrm>
                  <a:off x="1252575" y="1823950"/>
                  <a:ext cx="13725" cy="1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" h="426" extrusionOk="0">
                      <a:moveTo>
                        <a:pt x="274" y="0"/>
                      </a:moveTo>
                      <a:cubicBezTo>
                        <a:pt x="1" y="0"/>
                        <a:pt x="1" y="426"/>
                        <a:pt x="274" y="426"/>
                      </a:cubicBezTo>
                      <a:cubicBezTo>
                        <a:pt x="548" y="426"/>
                        <a:pt x="548" y="0"/>
                        <a:pt x="27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9" name="Google Shape;6159;p39"/>
                <p:cNvSpPr/>
                <p:nvPr/>
              </p:nvSpPr>
              <p:spPr>
                <a:xfrm>
                  <a:off x="1444825" y="1831550"/>
                  <a:ext cx="11425" cy="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" h="365" extrusionOk="0">
                      <a:moveTo>
                        <a:pt x="244" y="0"/>
                      </a:moveTo>
                      <a:cubicBezTo>
                        <a:pt x="1" y="0"/>
                        <a:pt x="1" y="365"/>
                        <a:pt x="244" y="365"/>
                      </a:cubicBezTo>
                      <a:cubicBezTo>
                        <a:pt x="457" y="365"/>
                        <a:pt x="457" y="0"/>
                        <a:pt x="2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0" name="Google Shape;6160;p39"/>
                <p:cNvSpPr/>
                <p:nvPr/>
              </p:nvSpPr>
              <p:spPr>
                <a:xfrm>
                  <a:off x="1548950" y="1826225"/>
                  <a:ext cx="15225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487" extrusionOk="0">
                      <a:moveTo>
                        <a:pt x="304" y="0"/>
                      </a:moveTo>
                      <a:cubicBezTo>
                        <a:pt x="0" y="0"/>
                        <a:pt x="0" y="487"/>
                        <a:pt x="304" y="487"/>
                      </a:cubicBezTo>
                      <a:cubicBezTo>
                        <a:pt x="608" y="487"/>
                        <a:pt x="608" y="0"/>
                        <a:pt x="30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1" name="Google Shape;6161;p39"/>
                <p:cNvSpPr/>
                <p:nvPr/>
              </p:nvSpPr>
              <p:spPr>
                <a:xfrm>
                  <a:off x="1679650" y="1822425"/>
                  <a:ext cx="15975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548" extrusionOk="0">
                      <a:moveTo>
                        <a:pt x="274" y="1"/>
                      </a:moveTo>
                      <a:cubicBezTo>
                        <a:pt x="183" y="1"/>
                        <a:pt x="122" y="31"/>
                        <a:pt x="91" y="92"/>
                      </a:cubicBezTo>
                      <a:cubicBezTo>
                        <a:pt x="31" y="122"/>
                        <a:pt x="0" y="213"/>
                        <a:pt x="0" y="274"/>
                      </a:cubicBezTo>
                      <a:cubicBezTo>
                        <a:pt x="0" y="335"/>
                        <a:pt x="31" y="426"/>
                        <a:pt x="91" y="456"/>
                      </a:cubicBezTo>
                      <a:cubicBezTo>
                        <a:pt x="122" y="517"/>
                        <a:pt x="183" y="548"/>
                        <a:pt x="274" y="548"/>
                      </a:cubicBezTo>
                      <a:lnTo>
                        <a:pt x="365" y="548"/>
                      </a:lnTo>
                      <a:cubicBezTo>
                        <a:pt x="426" y="548"/>
                        <a:pt x="487" y="517"/>
                        <a:pt x="547" y="456"/>
                      </a:cubicBezTo>
                      <a:cubicBezTo>
                        <a:pt x="608" y="426"/>
                        <a:pt x="639" y="335"/>
                        <a:pt x="639" y="274"/>
                      </a:cubicBezTo>
                      <a:cubicBezTo>
                        <a:pt x="639" y="213"/>
                        <a:pt x="608" y="122"/>
                        <a:pt x="547" y="92"/>
                      </a:cubicBezTo>
                      <a:cubicBezTo>
                        <a:pt x="487" y="31"/>
                        <a:pt x="426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2" name="Google Shape;6162;p39"/>
                <p:cNvSpPr/>
                <p:nvPr/>
              </p:nvSpPr>
              <p:spPr>
                <a:xfrm>
                  <a:off x="1824025" y="1819775"/>
                  <a:ext cx="137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87" extrusionOk="0">
                      <a:moveTo>
                        <a:pt x="225" y="0"/>
                      </a:moveTo>
                      <a:cubicBezTo>
                        <a:pt x="183" y="0"/>
                        <a:pt x="137" y="15"/>
                        <a:pt x="92" y="46"/>
                      </a:cubicBezTo>
                      <a:cubicBezTo>
                        <a:pt x="31" y="76"/>
                        <a:pt x="0" y="167"/>
                        <a:pt x="0" y="258"/>
                      </a:cubicBezTo>
                      <a:cubicBezTo>
                        <a:pt x="0" y="319"/>
                        <a:pt x="31" y="410"/>
                        <a:pt x="92" y="441"/>
                      </a:cubicBezTo>
                      <a:cubicBezTo>
                        <a:pt x="137" y="471"/>
                        <a:pt x="183" y="486"/>
                        <a:pt x="225" y="486"/>
                      </a:cubicBezTo>
                      <a:cubicBezTo>
                        <a:pt x="266" y="486"/>
                        <a:pt x="304" y="471"/>
                        <a:pt x="335" y="441"/>
                      </a:cubicBezTo>
                      <a:cubicBezTo>
                        <a:pt x="335" y="441"/>
                        <a:pt x="365" y="441"/>
                        <a:pt x="396" y="410"/>
                      </a:cubicBezTo>
                      <a:cubicBezTo>
                        <a:pt x="548" y="350"/>
                        <a:pt x="548" y="137"/>
                        <a:pt x="396" y="76"/>
                      </a:cubicBezTo>
                      <a:cubicBezTo>
                        <a:pt x="396" y="46"/>
                        <a:pt x="365" y="46"/>
                        <a:pt x="335" y="46"/>
                      </a:cubicBezTo>
                      <a:cubicBezTo>
                        <a:pt x="304" y="15"/>
                        <a:pt x="266" y="0"/>
                        <a:pt x="22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3" name="Google Shape;6163;p39"/>
                <p:cNvSpPr/>
                <p:nvPr/>
              </p:nvSpPr>
              <p:spPr>
                <a:xfrm>
                  <a:off x="1844550" y="1958450"/>
                  <a:ext cx="18250" cy="1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578" extrusionOk="0">
                      <a:moveTo>
                        <a:pt x="365" y="0"/>
                      </a:moveTo>
                      <a:cubicBezTo>
                        <a:pt x="0" y="0"/>
                        <a:pt x="0" y="578"/>
                        <a:pt x="365" y="578"/>
                      </a:cubicBezTo>
                      <a:cubicBezTo>
                        <a:pt x="730" y="578"/>
                        <a:pt x="730" y="0"/>
                        <a:pt x="3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4" name="Google Shape;6164;p39"/>
                <p:cNvSpPr/>
                <p:nvPr/>
              </p:nvSpPr>
              <p:spPr>
                <a:xfrm>
                  <a:off x="1786800" y="1999475"/>
                  <a:ext cx="17500" cy="1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" h="579" extrusionOk="0">
                      <a:moveTo>
                        <a:pt x="365" y="1"/>
                      </a:moveTo>
                      <a:cubicBezTo>
                        <a:pt x="0" y="1"/>
                        <a:pt x="0" y="578"/>
                        <a:pt x="365" y="578"/>
                      </a:cubicBezTo>
                      <a:cubicBezTo>
                        <a:pt x="699" y="578"/>
                        <a:pt x="699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5" name="Google Shape;6165;p39"/>
                <p:cNvSpPr/>
                <p:nvPr/>
              </p:nvSpPr>
              <p:spPr>
                <a:xfrm>
                  <a:off x="1849850" y="2011650"/>
                  <a:ext cx="14475" cy="1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9" h="456" extrusionOk="0">
                      <a:moveTo>
                        <a:pt x="274" y="0"/>
                      </a:moveTo>
                      <a:cubicBezTo>
                        <a:pt x="1" y="0"/>
                        <a:pt x="1" y="456"/>
                        <a:pt x="274" y="456"/>
                      </a:cubicBezTo>
                      <a:cubicBezTo>
                        <a:pt x="578" y="456"/>
                        <a:pt x="578" y="0"/>
                        <a:pt x="27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6" name="Google Shape;6166;p39"/>
                <p:cNvSpPr/>
                <p:nvPr/>
              </p:nvSpPr>
              <p:spPr>
                <a:xfrm>
                  <a:off x="1777675" y="2048875"/>
                  <a:ext cx="15225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457" extrusionOk="0">
                      <a:moveTo>
                        <a:pt x="304" y="0"/>
                      </a:moveTo>
                      <a:cubicBezTo>
                        <a:pt x="0" y="0"/>
                        <a:pt x="0" y="456"/>
                        <a:pt x="304" y="456"/>
                      </a:cubicBezTo>
                      <a:cubicBezTo>
                        <a:pt x="608" y="456"/>
                        <a:pt x="608" y="0"/>
                        <a:pt x="30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7" name="Google Shape;6167;p39"/>
                <p:cNvSpPr/>
                <p:nvPr/>
              </p:nvSpPr>
              <p:spPr>
                <a:xfrm>
                  <a:off x="1697125" y="2060275"/>
                  <a:ext cx="1977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6" y="0"/>
                      </a:moveTo>
                      <a:cubicBezTo>
                        <a:pt x="0" y="0"/>
                        <a:pt x="0" y="608"/>
                        <a:pt x="396" y="608"/>
                      </a:cubicBezTo>
                      <a:cubicBezTo>
                        <a:pt x="791" y="608"/>
                        <a:pt x="791" y="0"/>
                        <a:pt x="39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8" name="Google Shape;6168;p39"/>
                <p:cNvSpPr/>
                <p:nvPr/>
              </p:nvSpPr>
              <p:spPr>
                <a:xfrm>
                  <a:off x="1597575" y="2064825"/>
                  <a:ext cx="15225" cy="1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549" extrusionOk="0">
                      <a:moveTo>
                        <a:pt x="281" y="0"/>
                      </a:moveTo>
                      <a:cubicBezTo>
                        <a:pt x="145" y="0"/>
                        <a:pt x="1" y="110"/>
                        <a:pt x="1" y="274"/>
                      </a:cubicBezTo>
                      <a:cubicBezTo>
                        <a:pt x="1" y="438"/>
                        <a:pt x="145" y="548"/>
                        <a:pt x="281" y="548"/>
                      </a:cubicBezTo>
                      <a:cubicBezTo>
                        <a:pt x="321" y="548"/>
                        <a:pt x="361" y="538"/>
                        <a:pt x="396" y="517"/>
                      </a:cubicBezTo>
                      <a:lnTo>
                        <a:pt x="456" y="457"/>
                      </a:lnTo>
                      <a:cubicBezTo>
                        <a:pt x="548" y="426"/>
                        <a:pt x="608" y="365"/>
                        <a:pt x="608" y="274"/>
                      </a:cubicBezTo>
                      <a:cubicBezTo>
                        <a:pt x="608" y="183"/>
                        <a:pt x="548" y="122"/>
                        <a:pt x="456" y="61"/>
                      </a:cubicBezTo>
                      <a:lnTo>
                        <a:pt x="396" y="31"/>
                      </a:lnTo>
                      <a:cubicBezTo>
                        <a:pt x="361" y="10"/>
                        <a:pt x="321" y="0"/>
                        <a:pt x="28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9" name="Google Shape;6169;p39"/>
                <p:cNvSpPr/>
                <p:nvPr/>
              </p:nvSpPr>
              <p:spPr>
                <a:xfrm>
                  <a:off x="1576300" y="2103575"/>
                  <a:ext cx="15225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457" extrusionOk="0">
                      <a:moveTo>
                        <a:pt x="304" y="1"/>
                      </a:moveTo>
                      <a:cubicBezTo>
                        <a:pt x="0" y="1"/>
                        <a:pt x="0" y="457"/>
                        <a:pt x="304" y="457"/>
                      </a:cubicBezTo>
                      <a:cubicBezTo>
                        <a:pt x="608" y="457"/>
                        <a:pt x="608" y="1"/>
                        <a:pt x="30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0" name="Google Shape;6170;p39"/>
                <p:cNvSpPr/>
                <p:nvPr/>
              </p:nvSpPr>
              <p:spPr>
                <a:xfrm>
                  <a:off x="1499550" y="2057225"/>
                  <a:ext cx="1902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609" extrusionOk="0">
                      <a:moveTo>
                        <a:pt x="365" y="1"/>
                      </a:moveTo>
                      <a:cubicBezTo>
                        <a:pt x="0" y="1"/>
                        <a:pt x="0" y="609"/>
                        <a:pt x="365" y="609"/>
                      </a:cubicBezTo>
                      <a:cubicBezTo>
                        <a:pt x="760" y="609"/>
                        <a:pt x="760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1" name="Google Shape;6171;p39"/>
                <p:cNvSpPr/>
                <p:nvPr/>
              </p:nvSpPr>
              <p:spPr>
                <a:xfrm>
                  <a:off x="1484350" y="1986550"/>
                  <a:ext cx="7625" cy="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45" extrusionOk="0">
                      <a:moveTo>
                        <a:pt x="153" y="1"/>
                      </a:moveTo>
                      <a:cubicBezTo>
                        <a:pt x="1" y="1"/>
                        <a:pt x="1" y="244"/>
                        <a:pt x="153" y="244"/>
                      </a:cubicBezTo>
                      <a:cubicBezTo>
                        <a:pt x="305" y="244"/>
                        <a:pt x="305" y="1"/>
                        <a:pt x="15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2" name="Google Shape;6172;p39"/>
                <p:cNvSpPr/>
                <p:nvPr/>
              </p:nvSpPr>
              <p:spPr>
                <a:xfrm>
                  <a:off x="1546675" y="2042800"/>
                  <a:ext cx="13700" cy="1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26" extrusionOk="0">
                      <a:moveTo>
                        <a:pt x="274" y="0"/>
                      </a:moveTo>
                      <a:cubicBezTo>
                        <a:pt x="0" y="0"/>
                        <a:pt x="0" y="426"/>
                        <a:pt x="274" y="426"/>
                      </a:cubicBezTo>
                      <a:cubicBezTo>
                        <a:pt x="547" y="426"/>
                        <a:pt x="547" y="0"/>
                        <a:pt x="27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3" name="Google Shape;6173;p39"/>
                <p:cNvSpPr/>
                <p:nvPr/>
              </p:nvSpPr>
              <p:spPr>
                <a:xfrm>
                  <a:off x="1516275" y="2106625"/>
                  <a:ext cx="14450" cy="1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8" h="480" extrusionOk="0">
                      <a:moveTo>
                        <a:pt x="183" y="0"/>
                      </a:moveTo>
                      <a:cubicBezTo>
                        <a:pt x="152" y="31"/>
                        <a:pt x="91" y="31"/>
                        <a:pt x="61" y="61"/>
                      </a:cubicBezTo>
                      <a:cubicBezTo>
                        <a:pt x="31" y="122"/>
                        <a:pt x="0" y="183"/>
                        <a:pt x="0" y="244"/>
                      </a:cubicBezTo>
                      <a:cubicBezTo>
                        <a:pt x="0" y="304"/>
                        <a:pt x="31" y="365"/>
                        <a:pt x="61" y="396"/>
                      </a:cubicBezTo>
                      <a:cubicBezTo>
                        <a:pt x="91" y="426"/>
                        <a:pt x="152" y="456"/>
                        <a:pt x="183" y="456"/>
                      </a:cubicBezTo>
                      <a:cubicBezTo>
                        <a:pt x="198" y="472"/>
                        <a:pt x="221" y="479"/>
                        <a:pt x="243" y="479"/>
                      </a:cubicBezTo>
                      <a:cubicBezTo>
                        <a:pt x="266" y="479"/>
                        <a:pt x="289" y="472"/>
                        <a:pt x="304" y="456"/>
                      </a:cubicBezTo>
                      <a:lnTo>
                        <a:pt x="426" y="456"/>
                      </a:lnTo>
                      <a:lnTo>
                        <a:pt x="487" y="426"/>
                      </a:lnTo>
                      <a:cubicBezTo>
                        <a:pt x="517" y="396"/>
                        <a:pt x="517" y="396"/>
                        <a:pt x="547" y="365"/>
                      </a:cubicBezTo>
                      <a:cubicBezTo>
                        <a:pt x="578" y="335"/>
                        <a:pt x="578" y="274"/>
                        <a:pt x="578" y="244"/>
                      </a:cubicBezTo>
                      <a:cubicBezTo>
                        <a:pt x="578" y="213"/>
                        <a:pt x="578" y="152"/>
                        <a:pt x="547" y="122"/>
                      </a:cubicBezTo>
                      <a:cubicBezTo>
                        <a:pt x="517" y="92"/>
                        <a:pt x="487" y="31"/>
                        <a:pt x="426" y="31"/>
                      </a:cubicBezTo>
                      <a:lnTo>
                        <a:pt x="30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4" name="Google Shape;6174;p39"/>
                <p:cNvSpPr/>
                <p:nvPr/>
              </p:nvSpPr>
              <p:spPr>
                <a:xfrm>
                  <a:off x="1660650" y="2177300"/>
                  <a:ext cx="9900" cy="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305" extrusionOk="0">
                      <a:moveTo>
                        <a:pt x="213" y="0"/>
                      </a:moveTo>
                      <a:cubicBezTo>
                        <a:pt x="0" y="0"/>
                        <a:pt x="0" y="304"/>
                        <a:pt x="213" y="304"/>
                      </a:cubicBezTo>
                      <a:cubicBezTo>
                        <a:pt x="396" y="304"/>
                        <a:pt x="396" y="0"/>
                        <a:pt x="21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5" name="Google Shape;6175;p39"/>
                <p:cNvSpPr/>
                <p:nvPr/>
              </p:nvSpPr>
              <p:spPr>
                <a:xfrm>
                  <a:off x="1751075" y="2089900"/>
                  <a:ext cx="13700" cy="1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27" extrusionOk="0">
                      <a:moveTo>
                        <a:pt x="274" y="1"/>
                      </a:moveTo>
                      <a:cubicBezTo>
                        <a:pt x="0" y="1"/>
                        <a:pt x="0" y="426"/>
                        <a:pt x="274" y="426"/>
                      </a:cubicBezTo>
                      <a:cubicBezTo>
                        <a:pt x="548" y="426"/>
                        <a:pt x="548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176" name="Google Shape;6176;p39"/>
              <p:cNvGrpSpPr/>
              <p:nvPr/>
            </p:nvGrpSpPr>
            <p:grpSpPr>
              <a:xfrm rot="6115897" flipH="1">
                <a:off x="8028120" y="4562613"/>
                <a:ext cx="1187806" cy="848913"/>
                <a:chOff x="513575" y="1432275"/>
                <a:chExt cx="1441150" cy="1029975"/>
              </a:xfrm>
            </p:grpSpPr>
            <p:sp>
              <p:nvSpPr>
                <p:cNvPr id="6177" name="Google Shape;6177;p39"/>
                <p:cNvSpPr/>
                <p:nvPr/>
              </p:nvSpPr>
              <p:spPr>
                <a:xfrm>
                  <a:off x="513575" y="2127550"/>
                  <a:ext cx="522050" cy="27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82" h="11145" extrusionOk="0">
                      <a:moveTo>
                        <a:pt x="4281" y="0"/>
                      </a:moveTo>
                      <a:cubicBezTo>
                        <a:pt x="3179" y="0"/>
                        <a:pt x="2067" y="486"/>
                        <a:pt x="1353" y="1598"/>
                      </a:cubicBezTo>
                      <a:cubicBezTo>
                        <a:pt x="716" y="2576"/>
                        <a:pt x="373" y="3684"/>
                        <a:pt x="307" y="4803"/>
                      </a:cubicBezTo>
                      <a:lnTo>
                        <a:pt x="307" y="4803"/>
                      </a:lnTo>
                      <a:cubicBezTo>
                        <a:pt x="1" y="5899"/>
                        <a:pt x="208" y="6830"/>
                        <a:pt x="707" y="7536"/>
                      </a:cubicBezTo>
                      <a:lnTo>
                        <a:pt x="707" y="7536"/>
                      </a:lnTo>
                      <a:cubicBezTo>
                        <a:pt x="1068" y="8526"/>
                        <a:pt x="1663" y="9437"/>
                        <a:pt x="2478" y="10170"/>
                      </a:cubicBezTo>
                      <a:cubicBezTo>
                        <a:pt x="3188" y="10798"/>
                        <a:pt x="4157" y="11144"/>
                        <a:pt x="5101" y="11144"/>
                      </a:cubicBezTo>
                      <a:cubicBezTo>
                        <a:pt x="6258" y="11144"/>
                        <a:pt x="7380" y="10625"/>
                        <a:pt x="7949" y="9471"/>
                      </a:cubicBezTo>
                      <a:cubicBezTo>
                        <a:pt x="8064" y="9234"/>
                        <a:pt x="8176" y="8999"/>
                        <a:pt x="8280" y="8765"/>
                      </a:cubicBezTo>
                      <a:lnTo>
                        <a:pt x="8280" y="8765"/>
                      </a:lnTo>
                      <a:cubicBezTo>
                        <a:pt x="9404" y="9414"/>
                        <a:pt x="10673" y="9811"/>
                        <a:pt x="12235" y="9896"/>
                      </a:cubicBezTo>
                      <a:cubicBezTo>
                        <a:pt x="13055" y="9927"/>
                        <a:pt x="13785" y="9988"/>
                        <a:pt x="14545" y="10383"/>
                      </a:cubicBezTo>
                      <a:cubicBezTo>
                        <a:pt x="15092" y="10656"/>
                        <a:pt x="15517" y="10960"/>
                        <a:pt x="16186" y="11051"/>
                      </a:cubicBezTo>
                      <a:cubicBezTo>
                        <a:pt x="16330" y="11073"/>
                        <a:pt x="16472" y="11083"/>
                        <a:pt x="16614" y="11083"/>
                      </a:cubicBezTo>
                      <a:cubicBezTo>
                        <a:pt x="17712" y="11083"/>
                        <a:pt x="18766" y="10503"/>
                        <a:pt x="19884" y="10503"/>
                      </a:cubicBezTo>
                      <a:cubicBezTo>
                        <a:pt x="20028" y="10503"/>
                        <a:pt x="20173" y="10513"/>
                        <a:pt x="20320" y="10535"/>
                      </a:cubicBezTo>
                      <a:cubicBezTo>
                        <a:pt x="20347" y="10539"/>
                        <a:pt x="20374" y="10541"/>
                        <a:pt x="20399" y="10541"/>
                      </a:cubicBezTo>
                      <a:cubicBezTo>
                        <a:pt x="20714" y="10541"/>
                        <a:pt x="20882" y="10210"/>
                        <a:pt x="20685" y="9957"/>
                      </a:cubicBezTo>
                      <a:cubicBezTo>
                        <a:pt x="19773" y="8802"/>
                        <a:pt x="18800" y="9015"/>
                        <a:pt x="17463" y="8680"/>
                      </a:cubicBezTo>
                      <a:cubicBezTo>
                        <a:pt x="15791" y="8255"/>
                        <a:pt x="15396" y="6462"/>
                        <a:pt x="13663" y="6036"/>
                      </a:cubicBezTo>
                      <a:cubicBezTo>
                        <a:pt x="12144" y="5671"/>
                        <a:pt x="10654" y="6036"/>
                        <a:pt x="9773" y="4425"/>
                      </a:cubicBezTo>
                      <a:cubicBezTo>
                        <a:pt x="9378" y="3665"/>
                        <a:pt x="9378" y="2784"/>
                        <a:pt x="8830" y="2085"/>
                      </a:cubicBezTo>
                      <a:cubicBezTo>
                        <a:pt x="8306" y="1395"/>
                        <a:pt x="7557" y="1106"/>
                        <a:pt x="6742" y="900"/>
                      </a:cubicBezTo>
                      <a:lnTo>
                        <a:pt x="6742" y="900"/>
                      </a:lnTo>
                      <a:cubicBezTo>
                        <a:pt x="6078" y="326"/>
                        <a:pt x="5183" y="0"/>
                        <a:pt x="428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8" name="Google Shape;6178;p39"/>
                <p:cNvSpPr/>
                <p:nvPr/>
              </p:nvSpPr>
              <p:spPr>
                <a:xfrm>
                  <a:off x="958050" y="1432275"/>
                  <a:ext cx="996675" cy="102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67" h="41199" extrusionOk="0">
                      <a:moveTo>
                        <a:pt x="37756" y="1"/>
                      </a:moveTo>
                      <a:cubicBezTo>
                        <a:pt x="37624" y="1"/>
                        <a:pt x="37484" y="29"/>
                        <a:pt x="37344" y="88"/>
                      </a:cubicBezTo>
                      <a:cubicBezTo>
                        <a:pt x="35216" y="969"/>
                        <a:pt x="35399" y="4374"/>
                        <a:pt x="35733" y="6228"/>
                      </a:cubicBezTo>
                      <a:cubicBezTo>
                        <a:pt x="36007" y="7626"/>
                        <a:pt x="36189" y="9207"/>
                        <a:pt x="35915" y="10605"/>
                      </a:cubicBezTo>
                      <a:cubicBezTo>
                        <a:pt x="35672" y="11790"/>
                        <a:pt x="35429" y="13280"/>
                        <a:pt x="34882" y="14344"/>
                      </a:cubicBezTo>
                      <a:cubicBezTo>
                        <a:pt x="33697" y="16684"/>
                        <a:pt x="31022" y="17717"/>
                        <a:pt x="30292" y="20423"/>
                      </a:cubicBezTo>
                      <a:cubicBezTo>
                        <a:pt x="29836" y="22064"/>
                        <a:pt x="30748" y="23614"/>
                        <a:pt x="30383" y="25134"/>
                      </a:cubicBezTo>
                      <a:cubicBezTo>
                        <a:pt x="30110" y="26411"/>
                        <a:pt x="29076" y="27657"/>
                        <a:pt x="28408" y="28721"/>
                      </a:cubicBezTo>
                      <a:cubicBezTo>
                        <a:pt x="28013" y="29329"/>
                        <a:pt x="27769" y="29936"/>
                        <a:pt x="27161" y="30332"/>
                      </a:cubicBezTo>
                      <a:cubicBezTo>
                        <a:pt x="26493" y="30757"/>
                        <a:pt x="25520" y="31000"/>
                        <a:pt x="24760" y="31213"/>
                      </a:cubicBezTo>
                      <a:cubicBezTo>
                        <a:pt x="23210" y="31699"/>
                        <a:pt x="21660" y="31943"/>
                        <a:pt x="20019" y="31943"/>
                      </a:cubicBezTo>
                      <a:cubicBezTo>
                        <a:pt x="18766" y="31943"/>
                        <a:pt x="17485" y="31771"/>
                        <a:pt x="16234" y="31771"/>
                      </a:cubicBezTo>
                      <a:cubicBezTo>
                        <a:pt x="14905" y="31771"/>
                        <a:pt x="13610" y="31965"/>
                        <a:pt x="12420" y="32763"/>
                      </a:cubicBezTo>
                      <a:cubicBezTo>
                        <a:pt x="11265" y="33523"/>
                        <a:pt x="10565" y="34648"/>
                        <a:pt x="9958" y="35833"/>
                      </a:cubicBezTo>
                      <a:cubicBezTo>
                        <a:pt x="9417" y="36915"/>
                        <a:pt x="9050" y="37058"/>
                        <a:pt x="8137" y="37058"/>
                      </a:cubicBezTo>
                      <a:cubicBezTo>
                        <a:pt x="7973" y="37058"/>
                        <a:pt x="7791" y="37054"/>
                        <a:pt x="7587" y="37049"/>
                      </a:cubicBezTo>
                      <a:cubicBezTo>
                        <a:pt x="6214" y="37030"/>
                        <a:pt x="4807" y="36744"/>
                        <a:pt x="3445" y="36744"/>
                      </a:cubicBezTo>
                      <a:cubicBezTo>
                        <a:pt x="2604" y="36744"/>
                        <a:pt x="1780" y="36853"/>
                        <a:pt x="991" y="37201"/>
                      </a:cubicBezTo>
                      <a:cubicBezTo>
                        <a:pt x="1" y="37641"/>
                        <a:pt x="554" y="39201"/>
                        <a:pt x="1478" y="39201"/>
                      </a:cubicBezTo>
                      <a:cubicBezTo>
                        <a:pt x="1576" y="39201"/>
                        <a:pt x="1677" y="39184"/>
                        <a:pt x="1781" y="39146"/>
                      </a:cubicBezTo>
                      <a:cubicBezTo>
                        <a:pt x="2180" y="39001"/>
                        <a:pt x="2550" y="38939"/>
                        <a:pt x="2899" y="38939"/>
                      </a:cubicBezTo>
                      <a:cubicBezTo>
                        <a:pt x="4598" y="38939"/>
                        <a:pt x="5806" y="40410"/>
                        <a:pt x="7495" y="40940"/>
                      </a:cubicBezTo>
                      <a:cubicBezTo>
                        <a:pt x="8064" y="41112"/>
                        <a:pt x="8625" y="41199"/>
                        <a:pt x="9168" y="41199"/>
                      </a:cubicBezTo>
                      <a:cubicBezTo>
                        <a:pt x="10541" y="41199"/>
                        <a:pt x="11796" y="40644"/>
                        <a:pt x="12754" y="39511"/>
                      </a:cubicBezTo>
                      <a:cubicBezTo>
                        <a:pt x="13423" y="38690"/>
                        <a:pt x="13787" y="37779"/>
                        <a:pt x="14152" y="36806"/>
                      </a:cubicBezTo>
                      <a:cubicBezTo>
                        <a:pt x="14699" y="35468"/>
                        <a:pt x="15338" y="35438"/>
                        <a:pt x="16675" y="35104"/>
                      </a:cubicBezTo>
                      <a:cubicBezTo>
                        <a:pt x="18985" y="34557"/>
                        <a:pt x="21326" y="34192"/>
                        <a:pt x="23636" y="33554"/>
                      </a:cubicBezTo>
                      <a:cubicBezTo>
                        <a:pt x="25702" y="32976"/>
                        <a:pt x="27526" y="31851"/>
                        <a:pt x="29624" y="31456"/>
                      </a:cubicBezTo>
                      <a:cubicBezTo>
                        <a:pt x="31873" y="31031"/>
                        <a:pt x="34061" y="29450"/>
                        <a:pt x="35186" y="27444"/>
                      </a:cubicBezTo>
                      <a:cubicBezTo>
                        <a:pt x="35794" y="26319"/>
                        <a:pt x="36037" y="25134"/>
                        <a:pt x="35946" y="23888"/>
                      </a:cubicBezTo>
                      <a:cubicBezTo>
                        <a:pt x="35855" y="22763"/>
                        <a:pt x="35581" y="21821"/>
                        <a:pt x="36098" y="20818"/>
                      </a:cubicBezTo>
                      <a:cubicBezTo>
                        <a:pt x="37101" y="18812"/>
                        <a:pt x="38803" y="17474"/>
                        <a:pt x="39320" y="15164"/>
                      </a:cubicBezTo>
                      <a:cubicBezTo>
                        <a:pt x="39867" y="12611"/>
                        <a:pt x="38864" y="10635"/>
                        <a:pt x="38134" y="8234"/>
                      </a:cubicBezTo>
                      <a:cubicBezTo>
                        <a:pt x="37739" y="6866"/>
                        <a:pt x="37800" y="5620"/>
                        <a:pt x="37922" y="4222"/>
                      </a:cubicBezTo>
                      <a:cubicBezTo>
                        <a:pt x="38013" y="3067"/>
                        <a:pt x="38651" y="1942"/>
                        <a:pt x="38560" y="787"/>
                      </a:cubicBezTo>
                      <a:cubicBezTo>
                        <a:pt x="38514" y="280"/>
                        <a:pt x="38171" y="1"/>
                        <a:pt x="3775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179" name="Google Shape;6179;p39"/>
              <p:cNvSpPr/>
              <p:nvPr/>
            </p:nvSpPr>
            <p:spPr>
              <a:xfrm rot="-6853589">
                <a:off x="8513038" y="4570024"/>
                <a:ext cx="653971" cy="885526"/>
              </a:xfrm>
              <a:custGeom>
                <a:avLst/>
                <a:gdLst/>
                <a:ahLst/>
                <a:cxnLst/>
                <a:rect l="l" t="t" r="r" b="b"/>
                <a:pathLst>
                  <a:path w="31739" h="42977" extrusionOk="0">
                    <a:moveTo>
                      <a:pt x="2341" y="25"/>
                    </a:moveTo>
                    <a:cubicBezTo>
                      <a:pt x="1031" y="25"/>
                      <a:pt x="1" y="1830"/>
                      <a:pt x="826" y="2949"/>
                    </a:cubicBezTo>
                    <a:cubicBezTo>
                      <a:pt x="1950" y="4469"/>
                      <a:pt x="2771" y="5380"/>
                      <a:pt x="4686" y="6019"/>
                    </a:cubicBezTo>
                    <a:cubicBezTo>
                      <a:pt x="6115" y="6475"/>
                      <a:pt x="7725" y="6687"/>
                      <a:pt x="9245" y="6748"/>
                    </a:cubicBezTo>
                    <a:cubicBezTo>
                      <a:pt x="9368" y="6753"/>
                      <a:pt x="9492" y="6755"/>
                      <a:pt x="9617" y="6755"/>
                    </a:cubicBezTo>
                    <a:cubicBezTo>
                      <a:pt x="11270" y="6755"/>
                      <a:pt x="13089" y="6354"/>
                      <a:pt x="14830" y="6354"/>
                    </a:cubicBezTo>
                    <a:cubicBezTo>
                      <a:pt x="16208" y="6354"/>
                      <a:pt x="17538" y="6606"/>
                      <a:pt x="18698" y="7508"/>
                    </a:cubicBezTo>
                    <a:cubicBezTo>
                      <a:pt x="19701" y="8298"/>
                      <a:pt x="20340" y="9545"/>
                      <a:pt x="21282" y="10426"/>
                    </a:cubicBezTo>
                    <a:cubicBezTo>
                      <a:pt x="22376" y="11429"/>
                      <a:pt x="23835" y="11429"/>
                      <a:pt x="24960" y="12371"/>
                    </a:cubicBezTo>
                    <a:cubicBezTo>
                      <a:pt x="27452" y="14408"/>
                      <a:pt x="27665" y="18359"/>
                      <a:pt x="27726" y="21308"/>
                    </a:cubicBezTo>
                    <a:cubicBezTo>
                      <a:pt x="27817" y="24773"/>
                      <a:pt x="25963" y="27053"/>
                      <a:pt x="24777" y="30092"/>
                    </a:cubicBezTo>
                    <a:cubicBezTo>
                      <a:pt x="24170" y="31673"/>
                      <a:pt x="24078" y="33162"/>
                      <a:pt x="22741" y="34347"/>
                    </a:cubicBezTo>
                    <a:cubicBezTo>
                      <a:pt x="21677" y="35259"/>
                      <a:pt x="20340" y="35989"/>
                      <a:pt x="19063" y="36536"/>
                    </a:cubicBezTo>
                    <a:cubicBezTo>
                      <a:pt x="17665" y="37113"/>
                      <a:pt x="16206" y="37569"/>
                      <a:pt x="14777" y="38086"/>
                    </a:cubicBezTo>
                    <a:cubicBezTo>
                      <a:pt x="13258" y="38633"/>
                      <a:pt x="11616" y="39332"/>
                      <a:pt x="10005" y="39424"/>
                    </a:cubicBezTo>
                    <a:cubicBezTo>
                      <a:pt x="7786" y="39575"/>
                      <a:pt x="5689" y="39940"/>
                      <a:pt x="4382" y="41946"/>
                    </a:cubicBezTo>
                    <a:cubicBezTo>
                      <a:pt x="4060" y="42453"/>
                      <a:pt x="4539" y="42977"/>
                      <a:pt x="5029" y="42977"/>
                    </a:cubicBezTo>
                    <a:cubicBezTo>
                      <a:pt x="5186" y="42977"/>
                      <a:pt x="5343" y="42923"/>
                      <a:pt x="5476" y="42797"/>
                    </a:cubicBezTo>
                    <a:cubicBezTo>
                      <a:pt x="6449" y="41886"/>
                      <a:pt x="7695" y="41673"/>
                      <a:pt x="8941" y="41642"/>
                    </a:cubicBezTo>
                    <a:cubicBezTo>
                      <a:pt x="9108" y="41642"/>
                      <a:pt x="9279" y="41640"/>
                      <a:pt x="9452" y="41640"/>
                    </a:cubicBezTo>
                    <a:cubicBezTo>
                      <a:pt x="9969" y="41640"/>
                      <a:pt x="10499" y="41658"/>
                      <a:pt x="10978" y="41794"/>
                    </a:cubicBezTo>
                    <a:cubicBezTo>
                      <a:pt x="11677" y="41977"/>
                      <a:pt x="12224" y="42341"/>
                      <a:pt x="12923" y="42493"/>
                    </a:cubicBezTo>
                    <a:cubicBezTo>
                      <a:pt x="13928" y="42697"/>
                      <a:pt x="14926" y="42798"/>
                      <a:pt x="15914" y="42798"/>
                    </a:cubicBezTo>
                    <a:cubicBezTo>
                      <a:pt x="17733" y="42798"/>
                      <a:pt x="19518" y="42453"/>
                      <a:pt x="21252" y="41764"/>
                    </a:cubicBezTo>
                    <a:cubicBezTo>
                      <a:pt x="23714" y="40791"/>
                      <a:pt x="26753" y="39424"/>
                      <a:pt x="28182" y="37113"/>
                    </a:cubicBezTo>
                    <a:cubicBezTo>
                      <a:pt x="28881" y="35958"/>
                      <a:pt x="29154" y="34651"/>
                      <a:pt x="29246" y="33344"/>
                    </a:cubicBezTo>
                    <a:cubicBezTo>
                      <a:pt x="29367" y="31794"/>
                      <a:pt x="29641" y="30518"/>
                      <a:pt x="30127" y="29059"/>
                    </a:cubicBezTo>
                    <a:cubicBezTo>
                      <a:pt x="31738" y="24074"/>
                      <a:pt x="31525" y="18481"/>
                      <a:pt x="28486" y="14074"/>
                    </a:cubicBezTo>
                    <a:cubicBezTo>
                      <a:pt x="27209" y="12250"/>
                      <a:pt x="25781" y="11034"/>
                      <a:pt x="23774" y="10031"/>
                    </a:cubicBezTo>
                    <a:cubicBezTo>
                      <a:pt x="21799" y="9058"/>
                      <a:pt x="20005" y="6809"/>
                      <a:pt x="19002" y="4833"/>
                    </a:cubicBezTo>
                    <a:cubicBezTo>
                      <a:pt x="17665" y="2189"/>
                      <a:pt x="14717" y="1277"/>
                      <a:pt x="11890" y="1216"/>
                    </a:cubicBezTo>
                    <a:cubicBezTo>
                      <a:pt x="11668" y="1212"/>
                      <a:pt x="11449" y="1211"/>
                      <a:pt x="11232" y="1211"/>
                    </a:cubicBezTo>
                    <a:cubicBezTo>
                      <a:pt x="10943" y="1211"/>
                      <a:pt x="10657" y="1213"/>
                      <a:pt x="10373" y="1213"/>
                    </a:cubicBezTo>
                    <a:cubicBezTo>
                      <a:pt x="9380" y="1213"/>
                      <a:pt x="8414" y="1186"/>
                      <a:pt x="7422" y="943"/>
                    </a:cubicBezTo>
                    <a:cubicBezTo>
                      <a:pt x="6570" y="730"/>
                      <a:pt x="5780" y="396"/>
                      <a:pt x="4929" y="213"/>
                    </a:cubicBezTo>
                    <a:cubicBezTo>
                      <a:pt x="4108" y="0"/>
                      <a:pt x="3318" y="122"/>
                      <a:pt x="2467" y="31"/>
                    </a:cubicBezTo>
                    <a:cubicBezTo>
                      <a:pt x="2425" y="27"/>
                      <a:pt x="2383" y="25"/>
                      <a:pt x="2341" y="2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0" name="Google Shape;6180;p39"/>
              <p:cNvSpPr/>
              <p:nvPr/>
            </p:nvSpPr>
            <p:spPr>
              <a:xfrm rot="10800000" flipH="1">
                <a:off x="8679971" y="4816538"/>
                <a:ext cx="734692" cy="803162"/>
              </a:xfrm>
              <a:custGeom>
                <a:avLst/>
                <a:gdLst/>
                <a:ahLst/>
                <a:cxnLst/>
                <a:rect l="l" t="t" r="r" b="b"/>
                <a:pathLst>
                  <a:path w="35656" h="38979" extrusionOk="0">
                    <a:moveTo>
                      <a:pt x="20065" y="0"/>
                    </a:moveTo>
                    <a:cubicBezTo>
                      <a:pt x="18350" y="0"/>
                      <a:pt x="16674" y="196"/>
                      <a:pt x="15199" y="679"/>
                    </a:cubicBezTo>
                    <a:cubicBezTo>
                      <a:pt x="7296" y="3293"/>
                      <a:pt x="1" y="14661"/>
                      <a:pt x="2949" y="22746"/>
                    </a:cubicBezTo>
                    <a:cubicBezTo>
                      <a:pt x="3284" y="23628"/>
                      <a:pt x="3709" y="24479"/>
                      <a:pt x="3892" y="25391"/>
                    </a:cubicBezTo>
                    <a:cubicBezTo>
                      <a:pt x="4074" y="26333"/>
                      <a:pt x="4013" y="27275"/>
                      <a:pt x="4135" y="28187"/>
                    </a:cubicBezTo>
                    <a:cubicBezTo>
                      <a:pt x="4530" y="31530"/>
                      <a:pt x="7296" y="34448"/>
                      <a:pt x="10609" y="34965"/>
                    </a:cubicBezTo>
                    <a:cubicBezTo>
                      <a:pt x="11104" y="35045"/>
                      <a:pt x="11604" y="35077"/>
                      <a:pt x="12105" y="35077"/>
                    </a:cubicBezTo>
                    <a:cubicBezTo>
                      <a:pt x="14157" y="35077"/>
                      <a:pt x="16246" y="34542"/>
                      <a:pt x="18264" y="34542"/>
                    </a:cubicBezTo>
                    <a:cubicBezTo>
                      <a:pt x="19143" y="34542"/>
                      <a:pt x="20009" y="34643"/>
                      <a:pt x="20852" y="34935"/>
                    </a:cubicBezTo>
                    <a:cubicBezTo>
                      <a:pt x="23712" y="35928"/>
                      <a:pt x="25826" y="38978"/>
                      <a:pt x="28849" y="38978"/>
                    </a:cubicBezTo>
                    <a:cubicBezTo>
                      <a:pt x="28878" y="38978"/>
                      <a:pt x="28908" y="38978"/>
                      <a:pt x="28938" y="38977"/>
                    </a:cubicBezTo>
                    <a:cubicBezTo>
                      <a:pt x="30944" y="38947"/>
                      <a:pt x="32676" y="37458"/>
                      <a:pt x="33619" y="35664"/>
                    </a:cubicBezTo>
                    <a:cubicBezTo>
                      <a:pt x="34530" y="33901"/>
                      <a:pt x="34743" y="31865"/>
                      <a:pt x="34926" y="29859"/>
                    </a:cubicBezTo>
                    <a:cubicBezTo>
                      <a:pt x="35473" y="24084"/>
                      <a:pt x="35655" y="18278"/>
                      <a:pt x="35534" y="12472"/>
                    </a:cubicBezTo>
                    <a:cubicBezTo>
                      <a:pt x="35412" y="6454"/>
                      <a:pt x="33345" y="2442"/>
                      <a:pt x="27266" y="953"/>
                    </a:cubicBezTo>
                    <a:cubicBezTo>
                      <a:pt x="25124" y="412"/>
                      <a:pt x="22555" y="0"/>
                      <a:pt x="200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1" name="Google Shape;6181;p39"/>
              <p:cNvSpPr/>
              <p:nvPr/>
            </p:nvSpPr>
            <p:spPr>
              <a:xfrm rot="-5400000">
                <a:off x="5934338" y="4201488"/>
                <a:ext cx="1301725" cy="2400350"/>
              </a:xfrm>
              <a:custGeom>
                <a:avLst/>
                <a:gdLst/>
                <a:ahLst/>
                <a:cxnLst/>
                <a:rect l="l" t="t" r="r" b="b"/>
                <a:pathLst>
                  <a:path w="52069" h="96014" extrusionOk="0">
                    <a:moveTo>
                      <a:pt x="12303" y="1"/>
                    </a:moveTo>
                    <a:cubicBezTo>
                      <a:pt x="11636" y="1"/>
                      <a:pt x="11013" y="72"/>
                      <a:pt x="10457" y="237"/>
                    </a:cubicBezTo>
                    <a:cubicBezTo>
                      <a:pt x="6414" y="1453"/>
                      <a:pt x="5685" y="7137"/>
                      <a:pt x="4834" y="10663"/>
                    </a:cubicBezTo>
                    <a:cubicBezTo>
                      <a:pt x="2341" y="20845"/>
                      <a:pt x="1825" y="31362"/>
                      <a:pt x="1338" y="41818"/>
                    </a:cubicBezTo>
                    <a:cubicBezTo>
                      <a:pt x="578" y="57715"/>
                      <a:pt x="1" y="73977"/>
                      <a:pt x="4651" y="89205"/>
                    </a:cubicBezTo>
                    <a:cubicBezTo>
                      <a:pt x="4986" y="90299"/>
                      <a:pt x="5350" y="91424"/>
                      <a:pt x="6171" y="92244"/>
                    </a:cubicBezTo>
                    <a:cubicBezTo>
                      <a:pt x="7113" y="93217"/>
                      <a:pt x="8542" y="93582"/>
                      <a:pt x="9879" y="93886"/>
                    </a:cubicBezTo>
                    <a:cubicBezTo>
                      <a:pt x="16214" y="95305"/>
                      <a:pt x="22719" y="96014"/>
                      <a:pt x="29222" y="96014"/>
                    </a:cubicBezTo>
                    <a:cubicBezTo>
                      <a:pt x="32611" y="96014"/>
                      <a:pt x="36000" y="95821"/>
                      <a:pt x="39363" y="95436"/>
                    </a:cubicBezTo>
                    <a:cubicBezTo>
                      <a:pt x="43588" y="94980"/>
                      <a:pt x="48269" y="93825"/>
                      <a:pt x="50397" y="90178"/>
                    </a:cubicBezTo>
                    <a:cubicBezTo>
                      <a:pt x="52069" y="87351"/>
                      <a:pt x="51674" y="83825"/>
                      <a:pt x="51248" y="80603"/>
                    </a:cubicBezTo>
                    <a:cubicBezTo>
                      <a:pt x="50336" y="73794"/>
                      <a:pt x="49394" y="66834"/>
                      <a:pt x="46263" y="60755"/>
                    </a:cubicBezTo>
                    <a:cubicBezTo>
                      <a:pt x="44379" y="57077"/>
                      <a:pt x="41673" y="53581"/>
                      <a:pt x="41521" y="49478"/>
                    </a:cubicBezTo>
                    <a:cubicBezTo>
                      <a:pt x="41369" y="44554"/>
                      <a:pt x="44895" y="40298"/>
                      <a:pt x="45959" y="35496"/>
                    </a:cubicBezTo>
                    <a:cubicBezTo>
                      <a:pt x="46871" y="31332"/>
                      <a:pt x="45838" y="27016"/>
                      <a:pt x="44683" y="22943"/>
                    </a:cubicBezTo>
                    <a:cubicBezTo>
                      <a:pt x="43831" y="19994"/>
                      <a:pt x="42616" y="16711"/>
                      <a:pt x="39789" y="15496"/>
                    </a:cubicBezTo>
                    <a:cubicBezTo>
                      <a:pt x="38269" y="14857"/>
                      <a:pt x="36536" y="14888"/>
                      <a:pt x="35047" y="14189"/>
                    </a:cubicBezTo>
                    <a:cubicBezTo>
                      <a:pt x="31187" y="12304"/>
                      <a:pt x="31096" y="6347"/>
                      <a:pt x="27479" y="4006"/>
                    </a:cubicBezTo>
                    <a:cubicBezTo>
                      <a:pt x="26384" y="3337"/>
                      <a:pt x="25138" y="3033"/>
                      <a:pt x="23892" y="2760"/>
                    </a:cubicBezTo>
                    <a:cubicBezTo>
                      <a:pt x="20913" y="2118"/>
                      <a:pt x="15938" y="1"/>
                      <a:pt x="12303" y="1"/>
                    </a:cubicBezTo>
                    <a:close/>
                  </a:path>
                </a:pathLst>
              </a:custGeom>
              <a:solidFill>
                <a:srgbClr val="CED1C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2" name="Google Shape;6182;p39"/>
              <p:cNvSpPr/>
              <p:nvPr/>
            </p:nvSpPr>
            <p:spPr>
              <a:xfrm rot="-4500040">
                <a:off x="5025353" y="4624354"/>
                <a:ext cx="793451" cy="1074393"/>
              </a:xfrm>
              <a:custGeom>
                <a:avLst/>
                <a:gdLst/>
                <a:ahLst/>
                <a:cxnLst/>
                <a:rect l="l" t="t" r="r" b="b"/>
                <a:pathLst>
                  <a:path w="31739" h="42977" extrusionOk="0">
                    <a:moveTo>
                      <a:pt x="2341" y="25"/>
                    </a:moveTo>
                    <a:cubicBezTo>
                      <a:pt x="1031" y="25"/>
                      <a:pt x="1" y="1830"/>
                      <a:pt x="826" y="2949"/>
                    </a:cubicBezTo>
                    <a:cubicBezTo>
                      <a:pt x="1950" y="4469"/>
                      <a:pt x="2771" y="5380"/>
                      <a:pt x="4686" y="6019"/>
                    </a:cubicBezTo>
                    <a:cubicBezTo>
                      <a:pt x="6115" y="6475"/>
                      <a:pt x="7725" y="6687"/>
                      <a:pt x="9245" y="6748"/>
                    </a:cubicBezTo>
                    <a:cubicBezTo>
                      <a:pt x="9368" y="6753"/>
                      <a:pt x="9492" y="6755"/>
                      <a:pt x="9617" y="6755"/>
                    </a:cubicBezTo>
                    <a:cubicBezTo>
                      <a:pt x="11270" y="6755"/>
                      <a:pt x="13089" y="6354"/>
                      <a:pt x="14830" y="6354"/>
                    </a:cubicBezTo>
                    <a:cubicBezTo>
                      <a:pt x="16208" y="6354"/>
                      <a:pt x="17538" y="6606"/>
                      <a:pt x="18698" y="7508"/>
                    </a:cubicBezTo>
                    <a:cubicBezTo>
                      <a:pt x="19701" y="8298"/>
                      <a:pt x="20340" y="9545"/>
                      <a:pt x="21282" y="10426"/>
                    </a:cubicBezTo>
                    <a:cubicBezTo>
                      <a:pt x="22376" y="11429"/>
                      <a:pt x="23835" y="11429"/>
                      <a:pt x="24960" y="12371"/>
                    </a:cubicBezTo>
                    <a:cubicBezTo>
                      <a:pt x="27452" y="14408"/>
                      <a:pt x="27665" y="18359"/>
                      <a:pt x="27726" y="21308"/>
                    </a:cubicBezTo>
                    <a:cubicBezTo>
                      <a:pt x="27817" y="24773"/>
                      <a:pt x="25963" y="27053"/>
                      <a:pt x="24777" y="30092"/>
                    </a:cubicBezTo>
                    <a:cubicBezTo>
                      <a:pt x="24170" y="31673"/>
                      <a:pt x="24078" y="33162"/>
                      <a:pt x="22741" y="34347"/>
                    </a:cubicBezTo>
                    <a:cubicBezTo>
                      <a:pt x="21677" y="35259"/>
                      <a:pt x="20340" y="35989"/>
                      <a:pt x="19063" y="36536"/>
                    </a:cubicBezTo>
                    <a:cubicBezTo>
                      <a:pt x="17665" y="37113"/>
                      <a:pt x="16206" y="37569"/>
                      <a:pt x="14777" y="38086"/>
                    </a:cubicBezTo>
                    <a:cubicBezTo>
                      <a:pt x="13258" y="38633"/>
                      <a:pt x="11616" y="39332"/>
                      <a:pt x="10005" y="39424"/>
                    </a:cubicBezTo>
                    <a:cubicBezTo>
                      <a:pt x="7786" y="39575"/>
                      <a:pt x="5689" y="39940"/>
                      <a:pt x="4382" y="41946"/>
                    </a:cubicBezTo>
                    <a:cubicBezTo>
                      <a:pt x="4060" y="42453"/>
                      <a:pt x="4539" y="42977"/>
                      <a:pt x="5029" y="42977"/>
                    </a:cubicBezTo>
                    <a:cubicBezTo>
                      <a:pt x="5186" y="42977"/>
                      <a:pt x="5343" y="42923"/>
                      <a:pt x="5476" y="42797"/>
                    </a:cubicBezTo>
                    <a:cubicBezTo>
                      <a:pt x="6449" y="41886"/>
                      <a:pt x="7695" y="41673"/>
                      <a:pt x="8941" y="41642"/>
                    </a:cubicBezTo>
                    <a:cubicBezTo>
                      <a:pt x="9108" y="41642"/>
                      <a:pt x="9279" y="41640"/>
                      <a:pt x="9452" y="41640"/>
                    </a:cubicBezTo>
                    <a:cubicBezTo>
                      <a:pt x="9969" y="41640"/>
                      <a:pt x="10499" y="41658"/>
                      <a:pt x="10978" y="41794"/>
                    </a:cubicBezTo>
                    <a:cubicBezTo>
                      <a:pt x="11677" y="41977"/>
                      <a:pt x="12224" y="42341"/>
                      <a:pt x="12923" y="42493"/>
                    </a:cubicBezTo>
                    <a:cubicBezTo>
                      <a:pt x="13928" y="42697"/>
                      <a:pt x="14926" y="42798"/>
                      <a:pt x="15914" y="42798"/>
                    </a:cubicBezTo>
                    <a:cubicBezTo>
                      <a:pt x="17733" y="42798"/>
                      <a:pt x="19518" y="42453"/>
                      <a:pt x="21252" y="41764"/>
                    </a:cubicBezTo>
                    <a:cubicBezTo>
                      <a:pt x="23714" y="40791"/>
                      <a:pt x="26753" y="39424"/>
                      <a:pt x="28182" y="37113"/>
                    </a:cubicBezTo>
                    <a:cubicBezTo>
                      <a:pt x="28881" y="35958"/>
                      <a:pt x="29154" y="34651"/>
                      <a:pt x="29246" y="33344"/>
                    </a:cubicBezTo>
                    <a:cubicBezTo>
                      <a:pt x="29367" y="31794"/>
                      <a:pt x="29641" y="30518"/>
                      <a:pt x="30127" y="29059"/>
                    </a:cubicBezTo>
                    <a:cubicBezTo>
                      <a:pt x="31738" y="24074"/>
                      <a:pt x="31525" y="18481"/>
                      <a:pt x="28486" y="14074"/>
                    </a:cubicBezTo>
                    <a:cubicBezTo>
                      <a:pt x="27209" y="12250"/>
                      <a:pt x="25781" y="11034"/>
                      <a:pt x="23774" y="10031"/>
                    </a:cubicBezTo>
                    <a:cubicBezTo>
                      <a:pt x="21799" y="9058"/>
                      <a:pt x="20005" y="6809"/>
                      <a:pt x="19002" y="4833"/>
                    </a:cubicBezTo>
                    <a:cubicBezTo>
                      <a:pt x="17665" y="2189"/>
                      <a:pt x="14717" y="1277"/>
                      <a:pt x="11890" y="1216"/>
                    </a:cubicBezTo>
                    <a:cubicBezTo>
                      <a:pt x="11668" y="1212"/>
                      <a:pt x="11449" y="1211"/>
                      <a:pt x="11232" y="1211"/>
                    </a:cubicBezTo>
                    <a:cubicBezTo>
                      <a:pt x="10943" y="1211"/>
                      <a:pt x="10657" y="1213"/>
                      <a:pt x="10373" y="1213"/>
                    </a:cubicBezTo>
                    <a:cubicBezTo>
                      <a:pt x="9380" y="1213"/>
                      <a:pt x="8414" y="1186"/>
                      <a:pt x="7422" y="943"/>
                    </a:cubicBezTo>
                    <a:cubicBezTo>
                      <a:pt x="6570" y="730"/>
                      <a:pt x="5780" y="396"/>
                      <a:pt x="4929" y="213"/>
                    </a:cubicBezTo>
                    <a:cubicBezTo>
                      <a:pt x="4108" y="0"/>
                      <a:pt x="3318" y="122"/>
                      <a:pt x="2467" y="31"/>
                    </a:cubicBezTo>
                    <a:cubicBezTo>
                      <a:pt x="2425" y="27"/>
                      <a:pt x="2383" y="25"/>
                      <a:pt x="2341" y="25"/>
                    </a:cubicBezTo>
                    <a:close/>
                  </a:path>
                </a:pathLst>
              </a:custGeom>
              <a:solidFill>
                <a:srgbClr val="8182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3" name="Google Shape;6183;p39"/>
              <p:cNvSpPr/>
              <p:nvPr/>
            </p:nvSpPr>
            <p:spPr>
              <a:xfrm rot="-8999912" flipH="1">
                <a:off x="2178408" y="5044051"/>
                <a:ext cx="729696" cy="753186"/>
              </a:xfrm>
              <a:custGeom>
                <a:avLst/>
                <a:gdLst/>
                <a:ahLst/>
                <a:cxnLst/>
                <a:rect l="l" t="t" r="r" b="b"/>
                <a:pathLst>
                  <a:path w="46628" h="48129" extrusionOk="0">
                    <a:moveTo>
                      <a:pt x="26272" y="1"/>
                    </a:moveTo>
                    <a:cubicBezTo>
                      <a:pt x="19508" y="1"/>
                      <a:pt x="12739" y="1936"/>
                      <a:pt x="7053" y="5590"/>
                    </a:cubicBezTo>
                    <a:cubicBezTo>
                      <a:pt x="1642" y="9085"/>
                      <a:pt x="4043" y="10423"/>
                      <a:pt x="3527" y="15772"/>
                    </a:cubicBezTo>
                    <a:cubicBezTo>
                      <a:pt x="3131" y="19997"/>
                      <a:pt x="1" y="25347"/>
                      <a:pt x="3101" y="29238"/>
                    </a:cubicBezTo>
                    <a:lnTo>
                      <a:pt x="3131" y="29238"/>
                    </a:lnTo>
                    <a:cubicBezTo>
                      <a:pt x="4317" y="30727"/>
                      <a:pt x="6262" y="31517"/>
                      <a:pt x="7205" y="33189"/>
                    </a:cubicBezTo>
                    <a:cubicBezTo>
                      <a:pt x="7843" y="34344"/>
                      <a:pt x="7904" y="35712"/>
                      <a:pt x="8086" y="37019"/>
                    </a:cubicBezTo>
                    <a:cubicBezTo>
                      <a:pt x="8542" y="40119"/>
                      <a:pt x="9788" y="43189"/>
                      <a:pt x="12068" y="45347"/>
                    </a:cubicBezTo>
                    <a:cubicBezTo>
                      <a:pt x="13805" y="46992"/>
                      <a:pt x="16179" y="48037"/>
                      <a:pt x="18542" y="48037"/>
                    </a:cubicBezTo>
                    <a:cubicBezTo>
                      <a:pt x="19279" y="48037"/>
                      <a:pt x="20015" y="47935"/>
                      <a:pt x="20731" y="47718"/>
                    </a:cubicBezTo>
                    <a:cubicBezTo>
                      <a:pt x="23567" y="46850"/>
                      <a:pt x="25990" y="44355"/>
                      <a:pt x="28892" y="44355"/>
                    </a:cubicBezTo>
                    <a:cubicBezTo>
                      <a:pt x="29038" y="44355"/>
                      <a:pt x="29185" y="44362"/>
                      <a:pt x="29333" y="44375"/>
                    </a:cubicBezTo>
                    <a:cubicBezTo>
                      <a:pt x="32403" y="44679"/>
                      <a:pt x="34591" y="47840"/>
                      <a:pt x="37661" y="48113"/>
                    </a:cubicBezTo>
                    <a:cubicBezTo>
                      <a:pt x="37787" y="48124"/>
                      <a:pt x="37912" y="48129"/>
                      <a:pt x="38037" y="48129"/>
                    </a:cubicBezTo>
                    <a:cubicBezTo>
                      <a:pt x="40115" y="48129"/>
                      <a:pt x="42044" y="46730"/>
                      <a:pt x="43163" y="44952"/>
                    </a:cubicBezTo>
                    <a:cubicBezTo>
                      <a:pt x="44348" y="43098"/>
                      <a:pt x="44804" y="40849"/>
                      <a:pt x="45138" y="38660"/>
                    </a:cubicBezTo>
                    <a:cubicBezTo>
                      <a:pt x="46324" y="31001"/>
                      <a:pt x="46628" y="23189"/>
                      <a:pt x="46050" y="15468"/>
                    </a:cubicBezTo>
                    <a:cubicBezTo>
                      <a:pt x="45777" y="11821"/>
                      <a:pt x="45199" y="7930"/>
                      <a:pt x="42737" y="5195"/>
                    </a:cubicBezTo>
                    <a:cubicBezTo>
                      <a:pt x="40974" y="3219"/>
                      <a:pt x="38421" y="2125"/>
                      <a:pt x="35898" y="1365"/>
                    </a:cubicBezTo>
                    <a:cubicBezTo>
                      <a:pt x="32771" y="447"/>
                      <a:pt x="29522" y="1"/>
                      <a:pt x="2627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4" name="Google Shape;6184;p39"/>
              <p:cNvSpPr/>
              <p:nvPr/>
            </p:nvSpPr>
            <p:spPr>
              <a:xfrm flipH="1">
                <a:off x="3443838" y="4706450"/>
                <a:ext cx="1183212" cy="1346070"/>
              </a:xfrm>
              <a:custGeom>
                <a:avLst/>
                <a:gdLst/>
                <a:ahLst/>
                <a:cxnLst/>
                <a:rect l="l" t="t" r="r" b="b"/>
                <a:pathLst>
                  <a:path w="59728" h="67949" extrusionOk="0">
                    <a:moveTo>
                      <a:pt x="30526" y="3294"/>
                    </a:moveTo>
                    <a:cubicBezTo>
                      <a:pt x="30655" y="3294"/>
                      <a:pt x="30784" y="3295"/>
                      <a:pt x="30913" y="3298"/>
                    </a:cubicBezTo>
                    <a:cubicBezTo>
                      <a:pt x="40214" y="3450"/>
                      <a:pt x="47722" y="10532"/>
                      <a:pt x="51521" y="18557"/>
                    </a:cubicBezTo>
                    <a:cubicBezTo>
                      <a:pt x="55868" y="27736"/>
                      <a:pt x="55564" y="38557"/>
                      <a:pt x="52889" y="48162"/>
                    </a:cubicBezTo>
                    <a:cubicBezTo>
                      <a:pt x="52190" y="50655"/>
                      <a:pt x="51339" y="53117"/>
                      <a:pt x="50427" y="55548"/>
                    </a:cubicBezTo>
                    <a:cubicBezTo>
                      <a:pt x="49576" y="57798"/>
                      <a:pt x="48542" y="60168"/>
                      <a:pt x="46688" y="61749"/>
                    </a:cubicBezTo>
                    <a:cubicBezTo>
                      <a:pt x="45117" y="63114"/>
                      <a:pt x="43327" y="63590"/>
                      <a:pt x="41472" y="63590"/>
                    </a:cubicBezTo>
                    <a:cubicBezTo>
                      <a:pt x="38949" y="63590"/>
                      <a:pt x="36304" y="62710"/>
                      <a:pt x="33922" y="61992"/>
                    </a:cubicBezTo>
                    <a:cubicBezTo>
                      <a:pt x="32615" y="61627"/>
                      <a:pt x="31278" y="61658"/>
                      <a:pt x="29971" y="61384"/>
                    </a:cubicBezTo>
                    <a:cubicBezTo>
                      <a:pt x="28633" y="61080"/>
                      <a:pt x="27448" y="60533"/>
                      <a:pt x="26171" y="60199"/>
                    </a:cubicBezTo>
                    <a:cubicBezTo>
                      <a:pt x="23375" y="59500"/>
                      <a:pt x="20639" y="59682"/>
                      <a:pt x="17812" y="59621"/>
                    </a:cubicBezTo>
                    <a:cubicBezTo>
                      <a:pt x="12159" y="59469"/>
                      <a:pt x="7599" y="55670"/>
                      <a:pt x="8025" y="49743"/>
                    </a:cubicBezTo>
                    <a:cubicBezTo>
                      <a:pt x="8083" y="48962"/>
                      <a:pt x="7314" y="48125"/>
                      <a:pt x="6532" y="48125"/>
                    </a:cubicBezTo>
                    <a:cubicBezTo>
                      <a:pt x="6493" y="48125"/>
                      <a:pt x="6453" y="48127"/>
                      <a:pt x="6414" y="48132"/>
                    </a:cubicBezTo>
                    <a:cubicBezTo>
                      <a:pt x="6328" y="48141"/>
                      <a:pt x="6245" y="48145"/>
                      <a:pt x="6166" y="48145"/>
                    </a:cubicBezTo>
                    <a:cubicBezTo>
                      <a:pt x="3561" y="48145"/>
                      <a:pt x="4628" y="43407"/>
                      <a:pt x="4864" y="41961"/>
                    </a:cubicBezTo>
                    <a:cubicBezTo>
                      <a:pt x="5411" y="38679"/>
                      <a:pt x="4469" y="36156"/>
                      <a:pt x="3192" y="33147"/>
                    </a:cubicBezTo>
                    <a:cubicBezTo>
                      <a:pt x="2706" y="31961"/>
                      <a:pt x="2037" y="30715"/>
                      <a:pt x="1703" y="29469"/>
                    </a:cubicBezTo>
                    <a:cubicBezTo>
                      <a:pt x="1338" y="28071"/>
                      <a:pt x="1794" y="26369"/>
                      <a:pt x="2250" y="25001"/>
                    </a:cubicBezTo>
                    <a:cubicBezTo>
                      <a:pt x="2944" y="22804"/>
                      <a:pt x="4185" y="21021"/>
                      <a:pt x="5799" y="19505"/>
                    </a:cubicBezTo>
                    <a:lnTo>
                      <a:pt x="5799" y="19505"/>
                    </a:lnTo>
                    <a:cubicBezTo>
                      <a:pt x="6299" y="19428"/>
                      <a:pt x="6768" y="19099"/>
                      <a:pt x="6935" y="18528"/>
                    </a:cubicBezTo>
                    <a:lnTo>
                      <a:pt x="6935" y="18528"/>
                    </a:lnTo>
                    <a:cubicBezTo>
                      <a:pt x="7171" y="18341"/>
                      <a:pt x="7413" y="18158"/>
                      <a:pt x="7660" y="17979"/>
                    </a:cubicBezTo>
                    <a:cubicBezTo>
                      <a:pt x="8039" y="17701"/>
                      <a:pt x="7809" y="17108"/>
                      <a:pt x="7424" y="17108"/>
                    </a:cubicBezTo>
                    <a:cubicBezTo>
                      <a:pt x="7361" y="17108"/>
                      <a:pt x="7294" y="17124"/>
                      <a:pt x="7225" y="17159"/>
                    </a:cubicBezTo>
                    <a:lnTo>
                      <a:pt x="7225" y="17159"/>
                    </a:lnTo>
                    <a:cubicBezTo>
                      <a:pt x="7891" y="15343"/>
                      <a:pt x="9776" y="13991"/>
                      <a:pt x="11186" y="12812"/>
                    </a:cubicBezTo>
                    <a:cubicBezTo>
                      <a:pt x="13192" y="11171"/>
                      <a:pt x="15229" y="9590"/>
                      <a:pt x="17387" y="8131"/>
                    </a:cubicBezTo>
                    <a:cubicBezTo>
                      <a:pt x="21325" y="5496"/>
                      <a:pt x="25695" y="3294"/>
                      <a:pt x="30526" y="3294"/>
                    </a:cubicBezTo>
                    <a:close/>
                    <a:moveTo>
                      <a:pt x="30528" y="0"/>
                    </a:moveTo>
                    <a:cubicBezTo>
                      <a:pt x="25174" y="0"/>
                      <a:pt x="20120" y="2157"/>
                      <a:pt x="15685" y="5244"/>
                    </a:cubicBezTo>
                    <a:cubicBezTo>
                      <a:pt x="13162" y="6976"/>
                      <a:pt x="10791" y="8952"/>
                      <a:pt x="8450" y="10958"/>
                    </a:cubicBezTo>
                    <a:cubicBezTo>
                      <a:pt x="6110" y="12964"/>
                      <a:pt x="4195" y="15061"/>
                      <a:pt x="4256" y="18223"/>
                    </a:cubicBezTo>
                    <a:cubicBezTo>
                      <a:pt x="4271" y="18679"/>
                      <a:pt x="4452" y="19013"/>
                      <a:pt x="4714" y="19228"/>
                    </a:cubicBezTo>
                    <a:lnTo>
                      <a:pt x="4714" y="19228"/>
                    </a:lnTo>
                    <a:cubicBezTo>
                      <a:pt x="3371" y="20680"/>
                      <a:pt x="2352" y="22446"/>
                      <a:pt x="1642" y="24302"/>
                    </a:cubicBezTo>
                    <a:cubicBezTo>
                      <a:pt x="1034" y="25943"/>
                      <a:pt x="973" y="27554"/>
                      <a:pt x="608" y="29226"/>
                    </a:cubicBezTo>
                    <a:cubicBezTo>
                      <a:pt x="274" y="30928"/>
                      <a:pt x="0" y="32356"/>
                      <a:pt x="456" y="34089"/>
                    </a:cubicBezTo>
                    <a:cubicBezTo>
                      <a:pt x="699" y="35092"/>
                      <a:pt x="1064" y="36034"/>
                      <a:pt x="1247" y="37037"/>
                    </a:cubicBezTo>
                    <a:cubicBezTo>
                      <a:pt x="1459" y="38314"/>
                      <a:pt x="1247" y="39317"/>
                      <a:pt x="973" y="40563"/>
                    </a:cubicBezTo>
                    <a:cubicBezTo>
                      <a:pt x="608" y="42357"/>
                      <a:pt x="31" y="44302"/>
                      <a:pt x="304" y="46156"/>
                    </a:cubicBezTo>
                    <a:cubicBezTo>
                      <a:pt x="665" y="48587"/>
                      <a:pt x="2571" y="50790"/>
                      <a:pt x="4918" y="51284"/>
                    </a:cubicBezTo>
                    <a:lnTo>
                      <a:pt x="4918" y="51284"/>
                    </a:lnTo>
                    <a:cubicBezTo>
                      <a:pt x="5568" y="55299"/>
                      <a:pt x="8291" y="58979"/>
                      <a:pt x="12067" y="60624"/>
                    </a:cubicBezTo>
                    <a:cubicBezTo>
                      <a:pt x="14077" y="61510"/>
                      <a:pt x="16205" y="61666"/>
                      <a:pt x="18356" y="61666"/>
                    </a:cubicBezTo>
                    <a:cubicBezTo>
                      <a:pt x="19531" y="61666"/>
                      <a:pt x="20713" y="61620"/>
                      <a:pt x="21886" y="61620"/>
                    </a:cubicBezTo>
                    <a:cubicBezTo>
                      <a:pt x="24611" y="61620"/>
                      <a:pt x="27289" y="61871"/>
                      <a:pt x="29727" y="63542"/>
                    </a:cubicBezTo>
                    <a:cubicBezTo>
                      <a:pt x="31004" y="64393"/>
                      <a:pt x="31916" y="65305"/>
                      <a:pt x="33314" y="65944"/>
                    </a:cubicBezTo>
                    <a:cubicBezTo>
                      <a:pt x="34591" y="66521"/>
                      <a:pt x="35837" y="67038"/>
                      <a:pt x="37205" y="67372"/>
                    </a:cubicBezTo>
                    <a:cubicBezTo>
                      <a:pt x="38663" y="67728"/>
                      <a:pt x="40183" y="67948"/>
                      <a:pt x="41705" y="67948"/>
                    </a:cubicBezTo>
                    <a:cubicBezTo>
                      <a:pt x="42785" y="67948"/>
                      <a:pt x="43866" y="67837"/>
                      <a:pt x="44925" y="67585"/>
                    </a:cubicBezTo>
                    <a:cubicBezTo>
                      <a:pt x="50761" y="66187"/>
                      <a:pt x="52585" y="60594"/>
                      <a:pt x="54165" y="55487"/>
                    </a:cubicBezTo>
                    <a:cubicBezTo>
                      <a:pt x="57722" y="44089"/>
                      <a:pt x="59728" y="31171"/>
                      <a:pt x="55351" y="19712"/>
                    </a:cubicBezTo>
                    <a:cubicBezTo>
                      <a:pt x="51703" y="10168"/>
                      <a:pt x="43831" y="1687"/>
                      <a:pt x="33314" y="198"/>
                    </a:cubicBezTo>
                    <a:cubicBezTo>
                      <a:pt x="32377" y="64"/>
                      <a:pt x="31448" y="0"/>
                      <a:pt x="305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5" name="Google Shape;6185;p39"/>
              <p:cNvSpPr/>
              <p:nvPr/>
            </p:nvSpPr>
            <p:spPr>
              <a:xfrm flipH="1">
                <a:off x="3646798" y="4912074"/>
                <a:ext cx="843658" cy="959780"/>
              </a:xfrm>
              <a:custGeom>
                <a:avLst/>
                <a:gdLst/>
                <a:ahLst/>
                <a:cxnLst/>
                <a:rect l="l" t="t" r="r" b="b"/>
                <a:pathLst>
                  <a:path w="59728" h="67949" extrusionOk="0">
                    <a:moveTo>
                      <a:pt x="30526" y="3294"/>
                    </a:moveTo>
                    <a:cubicBezTo>
                      <a:pt x="30655" y="3294"/>
                      <a:pt x="30784" y="3295"/>
                      <a:pt x="30913" y="3298"/>
                    </a:cubicBezTo>
                    <a:cubicBezTo>
                      <a:pt x="40214" y="3450"/>
                      <a:pt x="47722" y="10532"/>
                      <a:pt x="51521" y="18557"/>
                    </a:cubicBezTo>
                    <a:cubicBezTo>
                      <a:pt x="55868" y="27736"/>
                      <a:pt x="55564" y="38557"/>
                      <a:pt x="52889" y="48162"/>
                    </a:cubicBezTo>
                    <a:cubicBezTo>
                      <a:pt x="52190" y="50655"/>
                      <a:pt x="51339" y="53117"/>
                      <a:pt x="50427" y="55548"/>
                    </a:cubicBezTo>
                    <a:cubicBezTo>
                      <a:pt x="49576" y="57798"/>
                      <a:pt x="48542" y="60168"/>
                      <a:pt x="46688" y="61749"/>
                    </a:cubicBezTo>
                    <a:cubicBezTo>
                      <a:pt x="45117" y="63114"/>
                      <a:pt x="43327" y="63590"/>
                      <a:pt x="41472" y="63590"/>
                    </a:cubicBezTo>
                    <a:cubicBezTo>
                      <a:pt x="38949" y="63590"/>
                      <a:pt x="36304" y="62710"/>
                      <a:pt x="33922" y="61992"/>
                    </a:cubicBezTo>
                    <a:cubicBezTo>
                      <a:pt x="32615" y="61627"/>
                      <a:pt x="31278" y="61658"/>
                      <a:pt x="29971" y="61384"/>
                    </a:cubicBezTo>
                    <a:cubicBezTo>
                      <a:pt x="28633" y="61080"/>
                      <a:pt x="27448" y="60533"/>
                      <a:pt x="26171" y="60199"/>
                    </a:cubicBezTo>
                    <a:cubicBezTo>
                      <a:pt x="23375" y="59500"/>
                      <a:pt x="20639" y="59682"/>
                      <a:pt x="17812" y="59621"/>
                    </a:cubicBezTo>
                    <a:cubicBezTo>
                      <a:pt x="12159" y="59469"/>
                      <a:pt x="7599" y="55670"/>
                      <a:pt x="8025" y="49743"/>
                    </a:cubicBezTo>
                    <a:cubicBezTo>
                      <a:pt x="8083" y="48962"/>
                      <a:pt x="7314" y="48125"/>
                      <a:pt x="6532" y="48125"/>
                    </a:cubicBezTo>
                    <a:cubicBezTo>
                      <a:pt x="6493" y="48125"/>
                      <a:pt x="6453" y="48127"/>
                      <a:pt x="6414" y="48132"/>
                    </a:cubicBezTo>
                    <a:cubicBezTo>
                      <a:pt x="6328" y="48141"/>
                      <a:pt x="6245" y="48145"/>
                      <a:pt x="6166" y="48145"/>
                    </a:cubicBezTo>
                    <a:cubicBezTo>
                      <a:pt x="3561" y="48145"/>
                      <a:pt x="4628" y="43407"/>
                      <a:pt x="4864" y="41961"/>
                    </a:cubicBezTo>
                    <a:cubicBezTo>
                      <a:pt x="5411" y="38679"/>
                      <a:pt x="4469" y="36156"/>
                      <a:pt x="3192" y="33147"/>
                    </a:cubicBezTo>
                    <a:cubicBezTo>
                      <a:pt x="2706" y="31961"/>
                      <a:pt x="2037" y="30715"/>
                      <a:pt x="1703" y="29469"/>
                    </a:cubicBezTo>
                    <a:cubicBezTo>
                      <a:pt x="1338" y="28071"/>
                      <a:pt x="1794" y="26369"/>
                      <a:pt x="2250" y="25001"/>
                    </a:cubicBezTo>
                    <a:cubicBezTo>
                      <a:pt x="2944" y="22804"/>
                      <a:pt x="4185" y="21021"/>
                      <a:pt x="5799" y="19505"/>
                    </a:cubicBezTo>
                    <a:lnTo>
                      <a:pt x="5799" y="19505"/>
                    </a:lnTo>
                    <a:cubicBezTo>
                      <a:pt x="6299" y="19428"/>
                      <a:pt x="6768" y="19099"/>
                      <a:pt x="6935" y="18528"/>
                    </a:cubicBezTo>
                    <a:lnTo>
                      <a:pt x="6935" y="18528"/>
                    </a:lnTo>
                    <a:cubicBezTo>
                      <a:pt x="7171" y="18341"/>
                      <a:pt x="7413" y="18158"/>
                      <a:pt x="7660" y="17979"/>
                    </a:cubicBezTo>
                    <a:cubicBezTo>
                      <a:pt x="8039" y="17701"/>
                      <a:pt x="7809" y="17108"/>
                      <a:pt x="7424" y="17108"/>
                    </a:cubicBezTo>
                    <a:cubicBezTo>
                      <a:pt x="7361" y="17108"/>
                      <a:pt x="7294" y="17124"/>
                      <a:pt x="7225" y="17159"/>
                    </a:cubicBezTo>
                    <a:lnTo>
                      <a:pt x="7225" y="17159"/>
                    </a:lnTo>
                    <a:cubicBezTo>
                      <a:pt x="7891" y="15343"/>
                      <a:pt x="9776" y="13991"/>
                      <a:pt x="11186" y="12812"/>
                    </a:cubicBezTo>
                    <a:cubicBezTo>
                      <a:pt x="13192" y="11171"/>
                      <a:pt x="15229" y="9590"/>
                      <a:pt x="17387" y="8131"/>
                    </a:cubicBezTo>
                    <a:cubicBezTo>
                      <a:pt x="21325" y="5496"/>
                      <a:pt x="25695" y="3294"/>
                      <a:pt x="30526" y="3294"/>
                    </a:cubicBezTo>
                    <a:close/>
                    <a:moveTo>
                      <a:pt x="30528" y="0"/>
                    </a:moveTo>
                    <a:cubicBezTo>
                      <a:pt x="25174" y="0"/>
                      <a:pt x="20120" y="2157"/>
                      <a:pt x="15685" y="5244"/>
                    </a:cubicBezTo>
                    <a:cubicBezTo>
                      <a:pt x="13162" y="6976"/>
                      <a:pt x="10791" y="8952"/>
                      <a:pt x="8450" y="10958"/>
                    </a:cubicBezTo>
                    <a:cubicBezTo>
                      <a:pt x="6110" y="12964"/>
                      <a:pt x="4195" y="15061"/>
                      <a:pt x="4256" y="18223"/>
                    </a:cubicBezTo>
                    <a:cubicBezTo>
                      <a:pt x="4271" y="18679"/>
                      <a:pt x="4452" y="19013"/>
                      <a:pt x="4714" y="19228"/>
                    </a:cubicBezTo>
                    <a:lnTo>
                      <a:pt x="4714" y="19228"/>
                    </a:lnTo>
                    <a:cubicBezTo>
                      <a:pt x="3371" y="20680"/>
                      <a:pt x="2352" y="22446"/>
                      <a:pt x="1642" y="24302"/>
                    </a:cubicBezTo>
                    <a:cubicBezTo>
                      <a:pt x="1034" y="25943"/>
                      <a:pt x="973" y="27554"/>
                      <a:pt x="608" y="29226"/>
                    </a:cubicBezTo>
                    <a:cubicBezTo>
                      <a:pt x="274" y="30928"/>
                      <a:pt x="0" y="32356"/>
                      <a:pt x="456" y="34089"/>
                    </a:cubicBezTo>
                    <a:cubicBezTo>
                      <a:pt x="699" y="35092"/>
                      <a:pt x="1064" y="36034"/>
                      <a:pt x="1247" y="37037"/>
                    </a:cubicBezTo>
                    <a:cubicBezTo>
                      <a:pt x="1459" y="38314"/>
                      <a:pt x="1247" y="39317"/>
                      <a:pt x="973" y="40563"/>
                    </a:cubicBezTo>
                    <a:cubicBezTo>
                      <a:pt x="608" y="42357"/>
                      <a:pt x="31" y="44302"/>
                      <a:pt x="304" y="46156"/>
                    </a:cubicBezTo>
                    <a:cubicBezTo>
                      <a:pt x="665" y="48587"/>
                      <a:pt x="2571" y="50790"/>
                      <a:pt x="4918" y="51284"/>
                    </a:cubicBezTo>
                    <a:lnTo>
                      <a:pt x="4918" y="51284"/>
                    </a:lnTo>
                    <a:cubicBezTo>
                      <a:pt x="5568" y="55299"/>
                      <a:pt x="8291" y="58979"/>
                      <a:pt x="12067" y="60624"/>
                    </a:cubicBezTo>
                    <a:cubicBezTo>
                      <a:pt x="14077" y="61510"/>
                      <a:pt x="16205" y="61666"/>
                      <a:pt x="18356" y="61666"/>
                    </a:cubicBezTo>
                    <a:cubicBezTo>
                      <a:pt x="19531" y="61666"/>
                      <a:pt x="20713" y="61620"/>
                      <a:pt x="21886" y="61620"/>
                    </a:cubicBezTo>
                    <a:cubicBezTo>
                      <a:pt x="24611" y="61620"/>
                      <a:pt x="27289" y="61871"/>
                      <a:pt x="29727" y="63542"/>
                    </a:cubicBezTo>
                    <a:cubicBezTo>
                      <a:pt x="31004" y="64393"/>
                      <a:pt x="31916" y="65305"/>
                      <a:pt x="33314" y="65944"/>
                    </a:cubicBezTo>
                    <a:cubicBezTo>
                      <a:pt x="34591" y="66521"/>
                      <a:pt x="35837" y="67038"/>
                      <a:pt x="37205" y="67372"/>
                    </a:cubicBezTo>
                    <a:cubicBezTo>
                      <a:pt x="38663" y="67728"/>
                      <a:pt x="40183" y="67948"/>
                      <a:pt x="41705" y="67948"/>
                    </a:cubicBezTo>
                    <a:cubicBezTo>
                      <a:pt x="42785" y="67948"/>
                      <a:pt x="43866" y="67837"/>
                      <a:pt x="44925" y="67585"/>
                    </a:cubicBezTo>
                    <a:cubicBezTo>
                      <a:pt x="50761" y="66187"/>
                      <a:pt x="52585" y="60594"/>
                      <a:pt x="54165" y="55487"/>
                    </a:cubicBezTo>
                    <a:cubicBezTo>
                      <a:pt x="57722" y="44089"/>
                      <a:pt x="59728" y="31171"/>
                      <a:pt x="55351" y="19712"/>
                    </a:cubicBezTo>
                    <a:cubicBezTo>
                      <a:pt x="51703" y="10168"/>
                      <a:pt x="43831" y="1687"/>
                      <a:pt x="33314" y="198"/>
                    </a:cubicBezTo>
                    <a:cubicBezTo>
                      <a:pt x="32377" y="64"/>
                      <a:pt x="31448" y="0"/>
                      <a:pt x="305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6" name="Google Shape;6186;p39"/>
              <p:cNvSpPr/>
              <p:nvPr/>
            </p:nvSpPr>
            <p:spPr>
              <a:xfrm rot="-8999857" flipH="1">
                <a:off x="2104355" y="4792209"/>
                <a:ext cx="1071443" cy="1218917"/>
              </a:xfrm>
              <a:custGeom>
                <a:avLst/>
                <a:gdLst/>
                <a:ahLst/>
                <a:cxnLst/>
                <a:rect l="l" t="t" r="r" b="b"/>
                <a:pathLst>
                  <a:path w="59728" h="67949" extrusionOk="0">
                    <a:moveTo>
                      <a:pt x="30526" y="3294"/>
                    </a:moveTo>
                    <a:cubicBezTo>
                      <a:pt x="30655" y="3294"/>
                      <a:pt x="30784" y="3295"/>
                      <a:pt x="30913" y="3298"/>
                    </a:cubicBezTo>
                    <a:cubicBezTo>
                      <a:pt x="40214" y="3450"/>
                      <a:pt x="47722" y="10532"/>
                      <a:pt x="51521" y="18557"/>
                    </a:cubicBezTo>
                    <a:cubicBezTo>
                      <a:pt x="55868" y="27736"/>
                      <a:pt x="55564" y="38557"/>
                      <a:pt x="52889" y="48162"/>
                    </a:cubicBezTo>
                    <a:cubicBezTo>
                      <a:pt x="52190" y="50655"/>
                      <a:pt x="51339" y="53117"/>
                      <a:pt x="50427" y="55548"/>
                    </a:cubicBezTo>
                    <a:cubicBezTo>
                      <a:pt x="49576" y="57798"/>
                      <a:pt x="48542" y="60168"/>
                      <a:pt x="46688" y="61749"/>
                    </a:cubicBezTo>
                    <a:cubicBezTo>
                      <a:pt x="45117" y="63114"/>
                      <a:pt x="43327" y="63590"/>
                      <a:pt x="41472" y="63590"/>
                    </a:cubicBezTo>
                    <a:cubicBezTo>
                      <a:pt x="38949" y="63590"/>
                      <a:pt x="36304" y="62710"/>
                      <a:pt x="33922" y="61992"/>
                    </a:cubicBezTo>
                    <a:cubicBezTo>
                      <a:pt x="32615" y="61627"/>
                      <a:pt x="31278" y="61658"/>
                      <a:pt x="29971" y="61384"/>
                    </a:cubicBezTo>
                    <a:cubicBezTo>
                      <a:pt x="28633" y="61080"/>
                      <a:pt x="27448" y="60533"/>
                      <a:pt x="26171" y="60199"/>
                    </a:cubicBezTo>
                    <a:cubicBezTo>
                      <a:pt x="23375" y="59500"/>
                      <a:pt x="20639" y="59682"/>
                      <a:pt x="17812" y="59621"/>
                    </a:cubicBezTo>
                    <a:cubicBezTo>
                      <a:pt x="12159" y="59469"/>
                      <a:pt x="7599" y="55670"/>
                      <a:pt x="8025" y="49743"/>
                    </a:cubicBezTo>
                    <a:cubicBezTo>
                      <a:pt x="8083" y="48962"/>
                      <a:pt x="7314" y="48125"/>
                      <a:pt x="6532" y="48125"/>
                    </a:cubicBezTo>
                    <a:cubicBezTo>
                      <a:pt x="6493" y="48125"/>
                      <a:pt x="6453" y="48127"/>
                      <a:pt x="6414" y="48132"/>
                    </a:cubicBezTo>
                    <a:cubicBezTo>
                      <a:pt x="6328" y="48141"/>
                      <a:pt x="6245" y="48145"/>
                      <a:pt x="6166" y="48145"/>
                    </a:cubicBezTo>
                    <a:cubicBezTo>
                      <a:pt x="3561" y="48145"/>
                      <a:pt x="4628" y="43407"/>
                      <a:pt x="4864" y="41961"/>
                    </a:cubicBezTo>
                    <a:cubicBezTo>
                      <a:pt x="5411" y="38679"/>
                      <a:pt x="4469" y="36156"/>
                      <a:pt x="3192" y="33147"/>
                    </a:cubicBezTo>
                    <a:cubicBezTo>
                      <a:pt x="2706" y="31961"/>
                      <a:pt x="2037" y="30715"/>
                      <a:pt x="1703" y="29469"/>
                    </a:cubicBezTo>
                    <a:cubicBezTo>
                      <a:pt x="1338" y="28071"/>
                      <a:pt x="1794" y="26369"/>
                      <a:pt x="2250" y="25001"/>
                    </a:cubicBezTo>
                    <a:cubicBezTo>
                      <a:pt x="2944" y="22804"/>
                      <a:pt x="4185" y="21021"/>
                      <a:pt x="5799" y="19505"/>
                    </a:cubicBezTo>
                    <a:lnTo>
                      <a:pt x="5799" y="19505"/>
                    </a:lnTo>
                    <a:cubicBezTo>
                      <a:pt x="6299" y="19428"/>
                      <a:pt x="6768" y="19099"/>
                      <a:pt x="6935" y="18528"/>
                    </a:cubicBezTo>
                    <a:lnTo>
                      <a:pt x="6935" y="18528"/>
                    </a:lnTo>
                    <a:cubicBezTo>
                      <a:pt x="7171" y="18341"/>
                      <a:pt x="7413" y="18158"/>
                      <a:pt x="7660" y="17979"/>
                    </a:cubicBezTo>
                    <a:cubicBezTo>
                      <a:pt x="8039" y="17701"/>
                      <a:pt x="7809" y="17108"/>
                      <a:pt x="7424" y="17108"/>
                    </a:cubicBezTo>
                    <a:cubicBezTo>
                      <a:pt x="7361" y="17108"/>
                      <a:pt x="7294" y="17124"/>
                      <a:pt x="7225" y="17159"/>
                    </a:cubicBezTo>
                    <a:lnTo>
                      <a:pt x="7225" y="17159"/>
                    </a:lnTo>
                    <a:cubicBezTo>
                      <a:pt x="7891" y="15343"/>
                      <a:pt x="9776" y="13991"/>
                      <a:pt x="11186" y="12812"/>
                    </a:cubicBezTo>
                    <a:cubicBezTo>
                      <a:pt x="13192" y="11171"/>
                      <a:pt x="15229" y="9590"/>
                      <a:pt x="17387" y="8131"/>
                    </a:cubicBezTo>
                    <a:cubicBezTo>
                      <a:pt x="21325" y="5496"/>
                      <a:pt x="25695" y="3294"/>
                      <a:pt x="30526" y="3294"/>
                    </a:cubicBezTo>
                    <a:close/>
                    <a:moveTo>
                      <a:pt x="30528" y="0"/>
                    </a:moveTo>
                    <a:cubicBezTo>
                      <a:pt x="25174" y="0"/>
                      <a:pt x="20120" y="2157"/>
                      <a:pt x="15685" y="5244"/>
                    </a:cubicBezTo>
                    <a:cubicBezTo>
                      <a:pt x="13162" y="6976"/>
                      <a:pt x="10791" y="8952"/>
                      <a:pt x="8450" y="10958"/>
                    </a:cubicBezTo>
                    <a:cubicBezTo>
                      <a:pt x="6110" y="12964"/>
                      <a:pt x="4195" y="15061"/>
                      <a:pt x="4256" y="18223"/>
                    </a:cubicBezTo>
                    <a:cubicBezTo>
                      <a:pt x="4271" y="18679"/>
                      <a:pt x="4452" y="19013"/>
                      <a:pt x="4714" y="19228"/>
                    </a:cubicBezTo>
                    <a:lnTo>
                      <a:pt x="4714" y="19228"/>
                    </a:lnTo>
                    <a:cubicBezTo>
                      <a:pt x="3371" y="20680"/>
                      <a:pt x="2352" y="22446"/>
                      <a:pt x="1642" y="24302"/>
                    </a:cubicBezTo>
                    <a:cubicBezTo>
                      <a:pt x="1034" y="25943"/>
                      <a:pt x="973" y="27554"/>
                      <a:pt x="608" y="29226"/>
                    </a:cubicBezTo>
                    <a:cubicBezTo>
                      <a:pt x="274" y="30928"/>
                      <a:pt x="0" y="32356"/>
                      <a:pt x="456" y="34089"/>
                    </a:cubicBezTo>
                    <a:cubicBezTo>
                      <a:pt x="699" y="35092"/>
                      <a:pt x="1064" y="36034"/>
                      <a:pt x="1247" y="37037"/>
                    </a:cubicBezTo>
                    <a:cubicBezTo>
                      <a:pt x="1459" y="38314"/>
                      <a:pt x="1247" y="39317"/>
                      <a:pt x="973" y="40563"/>
                    </a:cubicBezTo>
                    <a:cubicBezTo>
                      <a:pt x="608" y="42357"/>
                      <a:pt x="31" y="44302"/>
                      <a:pt x="304" y="46156"/>
                    </a:cubicBezTo>
                    <a:cubicBezTo>
                      <a:pt x="665" y="48587"/>
                      <a:pt x="2571" y="50790"/>
                      <a:pt x="4918" y="51284"/>
                    </a:cubicBezTo>
                    <a:lnTo>
                      <a:pt x="4918" y="51284"/>
                    </a:lnTo>
                    <a:cubicBezTo>
                      <a:pt x="5568" y="55299"/>
                      <a:pt x="8291" y="58979"/>
                      <a:pt x="12067" y="60624"/>
                    </a:cubicBezTo>
                    <a:cubicBezTo>
                      <a:pt x="14077" y="61510"/>
                      <a:pt x="16205" y="61666"/>
                      <a:pt x="18356" y="61666"/>
                    </a:cubicBezTo>
                    <a:cubicBezTo>
                      <a:pt x="19531" y="61666"/>
                      <a:pt x="20713" y="61620"/>
                      <a:pt x="21886" y="61620"/>
                    </a:cubicBezTo>
                    <a:cubicBezTo>
                      <a:pt x="24611" y="61620"/>
                      <a:pt x="27289" y="61871"/>
                      <a:pt x="29727" y="63542"/>
                    </a:cubicBezTo>
                    <a:cubicBezTo>
                      <a:pt x="31004" y="64393"/>
                      <a:pt x="31916" y="65305"/>
                      <a:pt x="33314" y="65944"/>
                    </a:cubicBezTo>
                    <a:cubicBezTo>
                      <a:pt x="34591" y="66521"/>
                      <a:pt x="35837" y="67038"/>
                      <a:pt x="37205" y="67372"/>
                    </a:cubicBezTo>
                    <a:cubicBezTo>
                      <a:pt x="38663" y="67728"/>
                      <a:pt x="40183" y="67948"/>
                      <a:pt x="41705" y="67948"/>
                    </a:cubicBezTo>
                    <a:cubicBezTo>
                      <a:pt x="42785" y="67948"/>
                      <a:pt x="43866" y="67837"/>
                      <a:pt x="44925" y="67585"/>
                    </a:cubicBezTo>
                    <a:cubicBezTo>
                      <a:pt x="50761" y="66187"/>
                      <a:pt x="52585" y="60594"/>
                      <a:pt x="54165" y="55487"/>
                    </a:cubicBezTo>
                    <a:cubicBezTo>
                      <a:pt x="57722" y="44089"/>
                      <a:pt x="59728" y="31171"/>
                      <a:pt x="55351" y="19712"/>
                    </a:cubicBezTo>
                    <a:cubicBezTo>
                      <a:pt x="51703" y="10168"/>
                      <a:pt x="43831" y="1687"/>
                      <a:pt x="33314" y="198"/>
                    </a:cubicBezTo>
                    <a:cubicBezTo>
                      <a:pt x="32377" y="64"/>
                      <a:pt x="31448" y="0"/>
                      <a:pt x="305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7" name="Google Shape;6187;p39"/>
              <p:cNvSpPr/>
              <p:nvPr/>
            </p:nvSpPr>
            <p:spPr>
              <a:xfrm>
                <a:off x="7796638" y="4912075"/>
                <a:ext cx="307775" cy="258575"/>
              </a:xfrm>
              <a:custGeom>
                <a:avLst/>
                <a:gdLst/>
                <a:ahLst/>
                <a:cxnLst/>
                <a:rect l="l" t="t" r="r" b="b"/>
                <a:pathLst>
                  <a:path w="12311" h="10343" extrusionOk="0">
                    <a:moveTo>
                      <a:pt x="851" y="3200"/>
                    </a:moveTo>
                    <a:cubicBezTo>
                      <a:pt x="803" y="3314"/>
                      <a:pt x="762" y="3429"/>
                      <a:pt x="726" y="3545"/>
                    </a:cubicBezTo>
                    <a:lnTo>
                      <a:pt x="726" y="3545"/>
                    </a:lnTo>
                    <a:lnTo>
                      <a:pt x="851" y="3200"/>
                    </a:lnTo>
                    <a:close/>
                    <a:moveTo>
                      <a:pt x="726" y="3545"/>
                    </a:moveTo>
                    <a:lnTo>
                      <a:pt x="207" y="4972"/>
                    </a:lnTo>
                    <a:lnTo>
                      <a:pt x="207" y="4972"/>
                    </a:lnTo>
                    <a:cubicBezTo>
                      <a:pt x="318" y="4702"/>
                      <a:pt x="445" y="4441"/>
                      <a:pt x="586" y="4187"/>
                    </a:cubicBezTo>
                    <a:lnTo>
                      <a:pt x="586" y="4187"/>
                    </a:lnTo>
                    <a:cubicBezTo>
                      <a:pt x="615" y="3971"/>
                      <a:pt x="661" y="3757"/>
                      <a:pt x="726" y="3545"/>
                    </a:cubicBezTo>
                    <a:close/>
                    <a:moveTo>
                      <a:pt x="207" y="4972"/>
                    </a:moveTo>
                    <a:cubicBezTo>
                      <a:pt x="130" y="5158"/>
                      <a:pt x="61" y="5348"/>
                      <a:pt x="0" y="5541"/>
                    </a:cubicBezTo>
                    <a:lnTo>
                      <a:pt x="207" y="4972"/>
                    </a:lnTo>
                    <a:close/>
                    <a:moveTo>
                      <a:pt x="7689" y="0"/>
                    </a:moveTo>
                    <a:cubicBezTo>
                      <a:pt x="4804" y="0"/>
                      <a:pt x="1985" y="1681"/>
                      <a:pt x="586" y="4187"/>
                    </a:cubicBezTo>
                    <a:lnTo>
                      <a:pt x="586" y="4187"/>
                    </a:lnTo>
                    <a:cubicBezTo>
                      <a:pt x="393" y="5658"/>
                      <a:pt x="987" y="7230"/>
                      <a:pt x="1581" y="8641"/>
                    </a:cubicBezTo>
                    <a:cubicBezTo>
                      <a:pt x="1793" y="9097"/>
                      <a:pt x="2006" y="9614"/>
                      <a:pt x="2432" y="9887"/>
                    </a:cubicBezTo>
                    <a:cubicBezTo>
                      <a:pt x="2766" y="10130"/>
                      <a:pt x="3192" y="10191"/>
                      <a:pt x="3617" y="10222"/>
                    </a:cubicBezTo>
                    <a:cubicBezTo>
                      <a:pt x="4255" y="10294"/>
                      <a:pt x="4898" y="10342"/>
                      <a:pt x="5538" y="10342"/>
                    </a:cubicBezTo>
                    <a:cubicBezTo>
                      <a:pt x="6514" y="10342"/>
                      <a:pt x="7484" y="10230"/>
                      <a:pt x="8420" y="9918"/>
                    </a:cubicBezTo>
                    <a:cubicBezTo>
                      <a:pt x="9970" y="9401"/>
                      <a:pt x="11368" y="8276"/>
                      <a:pt x="11885" y="6757"/>
                    </a:cubicBezTo>
                    <a:cubicBezTo>
                      <a:pt x="12310" y="5419"/>
                      <a:pt x="12067" y="3960"/>
                      <a:pt x="11642" y="2623"/>
                    </a:cubicBezTo>
                    <a:cubicBezTo>
                      <a:pt x="11459" y="2045"/>
                      <a:pt x="11247" y="1468"/>
                      <a:pt x="10851" y="1012"/>
                    </a:cubicBezTo>
                    <a:cubicBezTo>
                      <a:pt x="10304" y="434"/>
                      <a:pt x="9484" y="191"/>
                      <a:pt x="8693" y="70"/>
                    </a:cubicBezTo>
                    <a:cubicBezTo>
                      <a:pt x="8359" y="23"/>
                      <a:pt x="8024" y="0"/>
                      <a:pt x="7689" y="0"/>
                    </a:cubicBezTo>
                    <a:close/>
                  </a:path>
                </a:pathLst>
              </a:custGeom>
              <a:solidFill>
                <a:srgbClr val="D3B4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188" name="Google Shape;6188;p39"/>
              <p:cNvGrpSpPr/>
              <p:nvPr/>
            </p:nvGrpSpPr>
            <p:grpSpPr>
              <a:xfrm rot="2094733">
                <a:off x="1799437" y="4828565"/>
                <a:ext cx="501132" cy="779122"/>
                <a:chOff x="2722225" y="3011625"/>
                <a:chExt cx="501150" cy="779150"/>
              </a:xfrm>
            </p:grpSpPr>
            <p:sp>
              <p:nvSpPr>
                <p:cNvPr id="6189" name="Google Shape;6189;p39"/>
                <p:cNvSpPr/>
                <p:nvPr/>
              </p:nvSpPr>
              <p:spPr>
                <a:xfrm>
                  <a:off x="2722225" y="3369425"/>
                  <a:ext cx="501150" cy="42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46" h="16854" extrusionOk="0">
                      <a:moveTo>
                        <a:pt x="6367" y="1"/>
                      </a:moveTo>
                      <a:cubicBezTo>
                        <a:pt x="6319" y="1"/>
                        <a:pt x="6272" y="12"/>
                        <a:pt x="6231" y="36"/>
                      </a:cubicBezTo>
                      <a:cubicBezTo>
                        <a:pt x="4681" y="1191"/>
                        <a:pt x="2432" y="1647"/>
                        <a:pt x="1429" y="3380"/>
                      </a:cubicBezTo>
                      <a:cubicBezTo>
                        <a:pt x="0" y="5811"/>
                        <a:pt x="1581" y="8365"/>
                        <a:pt x="3131" y="10219"/>
                      </a:cubicBezTo>
                      <a:cubicBezTo>
                        <a:pt x="4043" y="11313"/>
                        <a:pt x="4985" y="12529"/>
                        <a:pt x="6110" y="13380"/>
                      </a:cubicBezTo>
                      <a:cubicBezTo>
                        <a:pt x="7113" y="14140"/>
                        <a:pt x="7903" y="13988"/>
                        <a:pt x="9119" y="14049"/>
                      </a:cubicBezTo>
                      <a:cubicBezTo>
                        <a:pt x="12402" y="14231"/>
                        <a:pt x="15684" y="15386"/>
                        <a:pt x="18633" y="16784"/>
                      </a:cubicBezTo>
                      <a:cubicBezTo>
                        <a:pt x="18736" y="16832"/>
                        <a:pt x="18838" y="16853"/>
                        <a:pt x="18936" y="16853"/>
                      </a:cubicBezTo>
                      <a:cubicBezTo>
                        <a:pt x="19587" y="16853"/>
                        <a:pt x="20045" y="15912"/>
                        <a:pt x="19332" y="15568"/>
                      </a:cubicBezTo>
                      <a:cubicBezTo>
                        <a:pt x="17204" y="14535"/>
                        <a:pt x="14985" y="13654"/>
                        <a:pt x="12645" y="13076"/>
                      </a:cubicBezTo>
                      <a:cubicBezTo>
                        <a:pt x="11703" y="12863"/>
                        <a:pt x="9970" y="12772"/>
                        <a:pt x="9240" y="12073"/>
                      </a:cubicBezTo>
                      <a:cubicBezTo>
                        <a:pt x="8572" y="11404"/>
                        <a:pt x="8085" y="10158"/>
                        <a:pt x="7508" y="9368"/>
                      </a:cubicBezTo>
                      <a:cubicBezTo>
                        <a:pt x="6535" y="8030"/>
                        <a:pt x="3769" y="5356"/>
                        <a:pt x="4803" y="3593"/>
                      </a:cubicBezTo>
                      <a:cubicBezTo>
                        <a:pt x="5532" y="2316"/>
                        <a:pt x="7022" y="1982"/>
                        <a:pt x="6657" y="219"/>
                      </a:cubicBezTo>
                      <a:cubicBezTo>
                        <a:pt x="6635" y="85"/>
                        <a:pt x="6498" y="1"/>
                        <a:pt x="6367" y="1"/>
                      </a:cubicBezTo>
                      <a:close/>
                    </a:path>
                  </a:pathLst>
                </a:custGeom>
                <a:solidFill>
                  <a:srgbClr val="1D454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90" name="Google Shape;6190;p39"/>
                <p:cNvSpPr/>
                <p:nvPr/>
              </p:nvSpPr>
              <p:spPr>
                <a:xfrm>
                  <a:off x="2878725" y="3329150"/>
                  <a:ext cx="22100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4" h="1518" extrusionOk="0">
                      <a:moveTo>
                        <a:pt x="490" y="0"/>
                      </a:moveTo>
                      <a:cubicBezTo>
                        <a:pt x="424" y="0"/>
                        <a:pt x="366" y="52"/>
                        <a:pt x="366" y="128"/>
                      </a:cubicBezTo>
                      <a:cubicBezTo>
                        <a:pt x="336" y="553"/>
                        <a:pt x="366" y="887"/>
                        <a:pt x="93" y="1252"/>
                      </a:cubicBezTo>
                      <a:cubicBezTo>
                        <a:pt x="1" y="1367"/>
                        <a:pt x="100" y="1517"/>
                        <a:pt x="207" y="1517"/>
                      </a:cubicBezTo>
                      <a:cubicBezTo>
                        <a:pt x="241" y="1517"/>
                        <a:pt x="276" y="1502"/>
                        <a:pt x="306" y="1465"/>
                      </a:cubicBezTo>
                      <a:cubicBezTo>
                        <a:pt x="640" y="1100"/>
                        <a:pt x="883" y="492"/>
                        <a:pt x="610" y="67"/>
                      </a:cubicBezTo>
                      <a:cubicBezTo>
                        <a:pt x="575" y="20"/>
                        <a:pt x="531" y="0"/>
                        <a:pt x="490" y="0"/>
                      </a:cubicBezTo>
                      <a:close/>
                    </a:path>
                  </a:pathLst>
                </a:custGeom>
                <a:solidFill>
                  <a:srgbClr val="1D454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91" name="Google Shape;6191;p39"/>
                <p:cNvSpPr/>
                <p:nvPr/>
              </p:nvSpPr>
              <p:spPr>
                <a:xfrm>
                  <a:off x="2880650" y="3315000"/>
                  <a:ext cx="15600" cy="3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" h="1395" extrusionOk="0">
                      <a:moveTo>
                        <a:pt x="414" y="0"/>
                      </a:moveTo>
                      <a:cubicBezTo>
                        <a:pt x="371" y="0"/>
                        <a:pt x="320" y="33"/>
                        <a:pt x="320" y="86"/>
                      </a:cubicBezTo>
                      <a:cubicBezTo>
                        <a:pt x="441" y="511"/>
                        <a:pt x="350" y="906"/>
                        <a:pt x="46" y="1241"/>
                      </a:cubicBezTo>
                      <a:cubicBezTo>
                        <a:pt x="1" y="1309"/>
                        <a:pt x="58" y="1395"/>
                        <a:pt x="127" y="1395"/>
                      </a:cubicBezTo>
                      <a:cubicBezTo>
                        <a:pt x="151" y="1395"/>
                        <a:pt x="175" y="1385"/>
                        <a:pt x="198" y="1362"/>
                      </a:cubicBezTo>
                      <a:cubicBezTo>
                        <a:pt x="502" y="997"/>
                        <a:pt x="624" y="511"/>
                        <a:pt x="472" y="55"/>
                      </a:cubicBezTo>
                      <a:cubicBezTo>
                        <a:pt x="472" y="17"/>
                        <a:pt x="445" y="0"/>
                        <a:pt x="414" y="0"/>
                      </a:cubicBezTo>
                      <a:close/>
                    </a:path>
                  </a:pathLst>
                </a:custGeom>
                <a:solidFill>
                  <a:srgbClr val="1D454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92" name="Google Shape;6192;p39"/>
                <p:cNvSpPr/>
                <p:nvPr/>
              </p:nvSpPr>
              <p:spPr>
                <a:xfrm>
                  <a:off x="2842275" y="3011625"/>
                  <a:ext cx="160825" cy="3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3" h="12318" extrusionOk="0">
                      <a:moveTo>
                        <a:pt x="3012" y="1"/>
                      </a:moveTo>
                      <a:cubicBezTo>
                        <a:pt x="2781" y="1"/>
                        <a:pt x="2547" y="35"/>
                        <a:pt x="2311" y="123"/>
                      </a:cubicBezTo>
                      <a:cubicBezTo>
                        <a:pt x="1095" y="549"/>
                        <a:pt x="274" y="1582"/>
                        <a:pt x="153" y="2859"/>
                      </a:cubicBezTo>
                      <a:cubicBezTo>
                        <a:pt x="1" y="4287"/>
                        <a:pt x="609" y="5138"/>
                        <a:pt x="1581" y="6081"/>
                      </a:cubicBezTo>
                      <a:cubicBezTo>
                        <a:pt x="3253" y="7722"/>
                        <a:pt x="3162" y="9971"/>
                        <a:pt x="1885" y="11856"/>
                      </a:cubicBezTo>
                      <a:cubicBezTo>
                        <a:pt x="1748" y="12061"/>
                        <a:pt x="1954" y="12317"/>
                        <a:pt x="2155" y="12317"/>
                      </a:cubicBezTo>
                      <a:cubicBezTo>
                        <a:pt x="2221" y="12317"/>
                        <a:pt x="2288" y="12289"/>
                        <a:pt x="2341" y="12221"/>
                      </a:cubicBezTo>
                      <a:cubicBezTo>
                        <a:pt x="3922" y="10245"/>
                        <a:pt x="3739" y="8452"/>
                        <a:pt x="3283" y="6111"/>
                      </a:cubicBezTo>
                      <a:cubicBezTo>
                        <a:pt x="3162" y="5503"/>
                        <a:pt x="2767" y="4196"/>
                        <a:pt x="3010" y="3558"/>
                      </a:cubicBezTo>
                      <a:cubicBezTo>
                        <a:pt x="3192" y="3102"/>
                        <a:pt x="3861" y="2828"/>
                        <a:pt x="4226" y="2585"/>
                      </a:cubicBezTo>
                      <a:cubicBezTo>
                        <a:pt x="5107" y="2008"/>
                        <a:pt x="5837" y="1461"/>
                        <a:pt x="6353" y="579"/>
                      </a:cubicBezTo>
                      <a:cubicBezTo>
                        <a:pt x="6432" y="448"/>
                        <a:pt x="6352" y="294"/>
                        <a:pt x="6211" y="294"/>
                      </a:cubicBezTo>
                      <a:cubicBezTo>
                        <a:pt x="6189" y="294"/>
                        <a:pt x="6165" y="297"/>
                        <a:pt x="6141" y="306"/>
                      </a:cubicBezTo>
                      <a:cubicBezTo>
                        <a:pt x="5904" y="393"/>
                        <a:pt x="5671" y="428"/>
                        <a:pt x="5439" y="428"/>
                      </a:cubicBezTo>
                      <a:cubicBezTo>
                        <a:pt x="4622" y="428"/>
                        <a:pt x="3829" y="1"/>
                        <a:pt x="3012" y="1"/>
                      </a:cubicBezTo>
                      <a:close/>
                    </a:path>
                  </a:pathLst>
                </a:custGeom>
                <a:solidFill>
                  <a:srgbClr val="1D454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193" name="Google Shape;6193;p39"/>
              <p:cNvSpPr/>
              <p:nvPr/>
            </p:nvSpPr>
            <p:spPr>
              <a:xfrm>
                <a:off x="1482388" y="4796363"/>
                <a:ext cx="280425" cy="432850"/>
              </a:xfrm>
              <a:custGeom>
                <a:avLst/>
                <a:gdLst/>
                <a:ahLst/>
                <a:cxnLst/>
                <a:rect l="l" t="t" r="r" b="b"/>
                <a:pathLst>
                  <a:path w="11217" h="17314" extrusionOk="0">
                    <a:moveTo>
                      <a:pt x="3682" y="0"/>
                    </a:moveTo>
                    <a:cubicBezTo>
                      <a:pt x="3334" y="0"/>
                      <a:pt x="2991" y="82"/>
                      <a:pt x="2676" y="272"/>
                    </a:cubicBezTo>
                    <a:cubicBezTo>
                      <a:pt x="1825" y="758"/>
                      <a:pt x="1521" y="1822"/>
                      <a:pt x="1308" y="2795"/>
                    </a:cubicBezTo>
                    <a:cubicBezTo>
                      <a:pt x="913" y="4436"/>
                      <a:pt x="518" y="6077"/>
                      <a:pt x="153" y="7749"/>
                    </a:cubicBezTo>
                    <a:cubicBezTo>
                      <a:pt x="62" y="8083"/>
                      <a:pt x="1" y="8418"/>
                      <a:pt x="31" y="8752"/>
                    </a:cubicBezTo>
                    <a:lnTo>
                      <a:pt x="31" y="8722"/>
                    </a:lnTo>
                    <a:cubicBezTo>
                      <a:pt x="244" y="10211"/>
                      <a:pt x="2281" y="11001"/>
                      <a:pt x="2858" y="12430"/>
                    </a:cubicBezTo>
                    <a:cubicBezTo>
                      <a:pt x="3284" y="13524"/>
                      <a:pt x="2828" y="14831"/>
                      <a:pt x="3436" y="15834"/>
                    </a:cubicBezTo>
                    <a:cubicBezTo>
                      <a:pt x="4073" y="16893"/>
                      <a:pt x="4918" y="17314"/>
                      <a:pt x="5808" y="17314"/>
                    </a:cubicBezTo>
                    <a:cubicBezTo>
                      <a:pt x="7803" y="17314"/>
                      <a:pt x="10020" y="15199"/>
                      <a:pt x="10609" y="13433"/>
                    </a:cubicBezTo>
                    <a:cubicBezTo>
                      <a:pt x="11217" y="11640"/>
                      <a:pt x="11126" y="9694"/>
                      <a:pt x="10943" y="7810"/>
                    </a:cubicBezTo>
                    <a:cubicBezTo>
                      <a:pt x="10852" y="6685"/>
                      <a:pt x="10700" y="5469"/>
                      <a:pt x="9910" y="4679"/>
                    </a:cubicBezTo>
                    <a:cubicBezTo>
                      <a:pt x="9484" y="4284"/>
                      <a:pt x="8968" y="4010"/>
                      <a:pt x="8481" y="3676"/>
                    </a:cubicBezTo>
                    <a:cubicBezTo>
                      <a:pt x="7509" y="2977"/>
                      <a:pt x="6870" y="1883"/>
                      <a:pt x="5989" y="1062"/>
                    </a:cubicBezTo>
                    <a:cubicBezTo>
                      <a:pt x="5369" y="463"/>
                      <a:pt x="4508" y="0"/>
                      <a:pt x="3682" y="0"/>
                    </a:cubicBezTo>
                    <a:close/>
                  </a:path>
                </a:pathLst>
              </a:custGeom>
              <a:solidFill>
                <a:srgbClr val="D3B4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4" name="Google Shape;6194;p39"/>
              <p:cNvSpPr/>
              <p:nvPr/>
            </p:nvSpPr>
            <p:spPr>
              <a:xfrm>
                <a:off x="5089748" y="5048629"/>
                <a:ext cx="563690" cy="473580"/>
              </a:xfrm>
              <a:custGeom>
                <a:avLst/>
                <a:gdLst/>
                <a:ahLst/>
                <a:cxnLst/>
                <a:rect l="l" t="t" r="r" b="b"/>
                <a:pathLst>
                  <a:path w="12311" h="10343" extrusionOk="0">
                    <a:moveTo>
                      <a:pt x="851" y="3200"/>
                    </a:moveTo>
                    <a:cubicBezTo>
                      <a:pt x="803" y="3314"/>
                      <a:pt x="762" y="3429"/>
                      <a:pt x="726" y="3545"/>
                    </a:cubicBezTo>
                    <a:lnTo>
                      <a:pt x="726" y="3545"/>
                    </a:lnTo>
                    <a:lnTo>
                      <a:pt x="851" y="3200"/>
                    </a:lnTo>
                    <a:close/>
                    <a:moveTo>
                      <a:pt x="726" y="3545"/>
                    </a:moveTo>
                    <a:lnTo>
                      <a:pt x="207" y="4972"/>
                    </a:lnTo>
                    <a:lnTo>
                      <a:pt x="207" y="4972"/>
                    </a:lnTo>
                    <a:cubicBezTo>
                      <a:pt x="318" y="4702"/>
                      <a:pt x="445" y="4441"/>
                      <a:pt x="586" y="4187"/>
                    </a:cubicBezTo>
                    <a:lnTo>
                      <a:pt x="586" y="4187"/>
                    </a:lnTo>
                    <a:cubicBezTo>
                      <a:pt x="615" y="3971"/>
                      <a:pt x="661" y="3757"/>
                      <a:pt x="726" y="3545"/>
                    </a:cubicBezTo>
                    <a:close/>
                    <a:moveTo>
                      <a:pt x="207" y="4972"/>
                    </a:moveTo>
                    <a:cubicBezTo>
                      <a:pt x="130" y="5158"/>
                      <a:pt x="61" y="5348"/>
                      <a:pt x="0" y="5541"/>
                    </a:cubicBezTo>
                    <a:lnTo>
                      <a:pt x="207" y="4972"/>
                    </a:lnTo>
                    <a:close/>
                    <a:moveTo>
                      <a:pt x="7689" y="0"/>
                    </a:moveTo>
                    <a:cubicBezTo>
                      <a:pt x="4804" y="0"/>
                      <a:pt x="1985" y="1681"/>
                      <a:pt x="586" y="4187"/>
                    </a:cubicBezTo>
                    <a:lnTo>
                      <a:pt x="586" y="4187"/>
                    </a:lnTo>
                    <a:cubicBezTo>
                      <a:pt x="393" y="5658"/>
                      <a:pt x="987" y="7230"/>
                      <a:pt x="1581" y="8641"/>
                    </a:cubicBezTo>
                    <a:cubicBezTo>
                      <a:pt x="1793" y="9097"/>
                      <a:pt x="2006" y="9614"/>
                      <a:pt x="2432" y="9887"/>
                    </a:cubicBezTo>
                    <a:cubicBezTo>
                      <a:pt x="2766" y="10130"/>
                      <a:pt x="3192" y="10191"/>
                      <a:pt x="3617" y="10222"/>
                    </a:cubicBezTo>
                    <a:cubicBezTo>
                      <a:pt x="4255" y="10294"/>
                      <a:pt x="4898" y="10342"/>
                      <a:pt x="5538" y="10342"/>
                    </a:cubicBezTo>
                    <a:cubicBezTo>
                      <a:pt x="6514" y="10342"/>
                      <a:pt x="7484" y="10230"/>
                      <a:pt x="8420" y="9918"/>
                    </a:cubicBezTo>
                    <a:cubicBezTo>
                      <a:pt x="9970" y="9401"/>
                      <a:pt x="11368" y="8276"/>
                      <a:pt x="11885" y="6757"/>
                    </a:cubicBezTo>
                    <a:cubicBezTo>
                      <a:pt x="12310" y="5419"/>
                      <a:pt x="12067" y="3960"/>
                      <a:pt x="11642" y="2623"/>
                    </a:cubicBezTo>
                    <a:cubicBezTo>
                      <a:pt x="11459" y="2045"/>
                      <a:pt x="11247" y="1468"/>
                      <a:pt x="10851" y="1012"/>
                    </a:cubicBezTo>
                    <a:cubicBezTo>
                      <a:pt x="10304" y="434"/>
                      <a:pt x="9484" y="191"/>
                      <a:pt x="8693" y="70"/>
                    </a:cubicBezTo>
                    <a:cubicBezTo>
                      <a:pt x="8359" y="23"/>
                      <a:pt x="8024" y="0"/>
                      <a:pt x="7689" y="0"/>
                    </a:cubicBezTo>
                    <a:close/>
                  </a:path>
                </a:pathLst>
              </a:custGeom>
              <a:solidFill>
                <a:srgbClr val="D3B4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5" name="Google Shape;6195;p39"/>
            <p:cNvGrpSpPr/>
            <p:nvPr/>
          </p:nvGrpSpPr>
          <p:grpSpPr>
            <a:xfrm rot="10800000">
              <a:off x="-88483" y="-485417"/>
              <a:ext cx="9320967" cy="1373971"/>
              <a:chOff x="-139870" y="4275358"/>
              <a:chExt cx="9320967" cy="1373971"/>
            </a:xfrm>
          </p:grpSpPr>
          <p:sp>
            <p:nvSpPr>
              <p:cNvPr id="6196" name="Google Shape;6196;p39"/>
              <p:cNvSpPr/>
              <p:nvPr/>
            </p:nvSpPr>
            <p:spPr>
              <a:xfrm rot="10800000" flipH="1">
                <a:off x="1170072" y="4657003"/>
                <a:ext cx="407482" cy="509190"/>
              </a:xfrm>
              <a:custGeom>
                <a:avLst/>
                <a:gdLst/>
                <a:ahLst/>
                <a:cxnLst/>
                <a:rect l="l" t="t" r="r" b="b"/>
                <a:pathLst>
                  <a:path w="18694" h="23360" extrusionOk="0">
                    <a:moveTo>
                      <a:pt x="12289" y="0"/>
                    </a:moveTo>
                    <a:cubicBezTo>
                      <a:pt x="11699" y="0"/>
                      <a:pt x="11111" y="277"/>
                      <a:pt x="10548" y="411"/>
                    </a:cubicBezTo>
                    <a:cubicBezTo>
                      <a:pt x="8542" y="958"/>
                      <a:pt x="5928" y="472"/>
                      <a:pt x="4833" y="2235"/>
                    </a:cubicBezTo>
                    <a:cubicBezTo>
                      <a:pt x="4499" y="2812"/>
                      <a:pt x="4408" y="3481"/>
                      <a:pt x="4347" y="4150"/>
                    </a:cubicBezTo>
                    <a:cubicBezTo>
                      <a:pt x="4104" y="6429"/>
                      <a:pt x="3830" y="8679"/>
                      <a:pt x="3587" y="10958"/>
                    </a:cubicBezTo>
                    <a:cubicBezTo>
                      <a:pt x="3496" y="11688"/>
                      <a:pt x="3405" y="12478"/>
                      <a:pt x="2888" y="13025"/>
                    </a:cubicBezTo>
                    <a:cubicBezTo>
                      <a:pt x="2493" y="13481"/>
                      <a:pt x="1915" y="13694"/>
                      <a:pt x="1459" y="14059"/>
                    </a:cubicBezTo>
                    <a:cubicBezTo>
                      <a:pt x="0" y="15214"/>
                      <a:pt x="92" y="17584"/>
                      <a:pt x="1216" y="19074"/>
                    </a:cubicBezTo>
                    <a:cubicBezTo>
                      <a:pt x="2311" y="20563"/>
                      <a:pt x="4134" y="21323"/>
                      <a:pt x="5897" y="21901"/>
                    </a:cubicBezTo>
                    <a:cubicBezTo>
                      <a:pt x="7809" y="22506"/>
                      <a:pt x="9932" y="23359"/>
                      <a:pt x="11901" y="23359"/>
                    </a:cubicBezTo>
                    <a:cubicBezTo>
                      <a:pt x="13094" y="23359"/>
                      <a:pt x="14231" y="23046"/>
                      <a:pt x="15229" y="22174"/>
                    </a:cubicBezTo>
                    <a:cubicBezTo>
                      <a:pt x="17964" y="19803"/>
                      <a:pt x="18694" y="14879"/>
                      <a:pt x="18420" y="11536"/>
                    </a:cubicBezTo>
                    <a:cubicBezTo>
                      <a:pt x="18116" y="8010"/>
                      <a:pt x="16718" y="4606"/>
                      <a:pt x="14682" y="1688"/>
                    </a:cubicBezTo>
                    <a:cubicBezTo>
                      <a:pt x="14165" y="928"/>
                      <a:pt x="13466" y="107"/>
                      <a:pt x="12524" y="16"/>
                    </a:cubicBezTo>
                    <a:cubicBezTo>
                      <a:pt x="12445" y="5"/>
                      <a:pt x="12367" y="0"/>
                      <a:pt x="1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7" name="Google Shape;6197;p39"/>
              <p:cNvSpPr/>
              <p:nvPr/>
            </p:nvSpPr>
            <p:spPr>
              <a:xfrm rot="-5275467">
                <a:off x="6791831" y="4346666"/>
                <a:ext cx="1024349" cy="1293915"/>
              </a:xfrm>
              <a:custGeom>
                <a:avLst/>
                <a:gdLst/>
                <a:ahLst/>
                <a:cxnLst/>
                <a:rect l="l" t="t" r="r" b="b"/>
                <a:pathLst>
                  <a:path w="52069" h="96014" extrusionOk="0">
                    <a:moveTo>
                      <a:pt x="12303" y="1"/>
                    </a:moveTo>
                    <a:cubicBezTo>
                      <a:pt x="11636" y="1"/>
                      <a:pt x="11013" y="72"/>
                      <a:pt x="10457" y="237"/>
                    </a:cubicBezTo>
                    <a:cubicBezTo>
                      <a:pt x="6414" y="1453"/>
                      <a:pt x="5685" y="7137"/>
                      <a:pt x="4834" y="10663"/>
                    </a:cubicBezTo>
                    <a:cubicBezTo>
                      <a:pt x="2341" y="20845"/>
                      <a:pt x="1825" y="31362"/>
                      <a:pt x="1338" y="41818"/>
                    </a:cubicBezTo>
                    <a:cubicBezTo>
                      <a:pt x="578" y="57715"/>
                      <a:pt x="1" y="73977"/>
                      <a:pt x="4651" y="89205"/>
                    </a:cubicBezTo>
                    <a:cubicBezTo>
                      <a:pt x="4986" y="90299"/>
                      <a:pt x="5350" y="91424"/>
                      <a:pt x="6171" y="92244"/>
                    </a:cubicBezTo>
                    <a:cubicBezTo>
                      <a:pt x="7113" y="93217"/>
                      <a:pt x="8542" y="93582"/>
                      <a:pt x="9879" y="93886"/>
                    </a:cubicBezTo>
                    <a:cubicBezTo>
                      <a:pt x="16214" y="95305"/>
                      <a:pt x="22719" y="96014"/>
                      <a:pt x="29222" y="96014"/>
                    </a:cubicBezTo>
                    <a:cubicBezTo>
                      <a:pt x="32611" y="96014"/>
                      <a:pt x="36000" y="95821"/>
                      <a:pt x="39363" y="95436"/>
                    </a:cubicBezTo>
                    <a:cubicBezTo>
                      <a:pt x="43588" y="94980"/>
                      <a:pt x="48269" y="93825"/>
                      <a:pt x="50397" y="90178"/>
                    </a:cubicBezTo>
                    <a:cubicBezTo>
                      <a:pt x="52069" y="87351"/>
                      <a:pt x="51674" y="83825"/>
                      <a:pt x="51248" y="80603"/>
                    </a:cubicBezTo>
                    <a:cubicBezTo>
                      <a:pt x="50336" y="73794"/>
                      <a:pt x="49394" y="66834"/>
                      <a:pt x="46263" y="60755"/>
                    </a:cubicBezTo>
                    <a:cubicBezTo>
                      <a:pt x="44379" y="57077"/>
                      <a:pt x="41673" y="53581"/>
                      <a:pt x="41521" y="49478"/>
                    </a:cubicBezTo>
                    <a:cubicBezTo>
                      <a:pt x="41369" y="44554"/>
                      <a:pt x="44895" y="40298"/>
                      <a:pt x="45959" y="35496"/>
                    </a:cubicBezTo>
                    <a:cubicBezTo>
                      <a:pt x="46871" y="31332"/>
                      <a:pt x="45838" y="27016"/>
                      <a:pt x="44683" y="22943"/>
                    </a:cubicBezTo>
                    <a:cubicBezTo>
                      <a:pt x="43831" y="19994"/>
                      <a:pt x="42616" y="16711"/>
                      <a:pt x="39789" y="15496"/>
                    </a:cubicBezTo>
                    <a:cubicBezTo>
                      <a:pt x="38269" y="14857"/>
                      <a:pt x="36536" y="14888"/>
                      <a:pt x="35047" y="14189"/>
                    </a:cubicBezTo>
                    <a:cubicBezTo>
                      <a:pt x="31187" y="12304"/>
                      <a:pt x="31096" y="6347"/>
                      <a:pt x="27479" y="4006"/>
                    </a:cubicBezTo>
                    <a:cubicBezTo>
                      <a:pt x="26384" y="3337"/>
                      <a:pt x="25138" y="3033"/>
                      <a:pt x="23892" y="2760"/>
                    </a:cubicBezTo>
                    <a:cubicBezTo>
                      <a:pt x="20913" y="2118"/>
                      <a:pt x="15938" y="1"/>
                      <a:pt x="1230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8" name="Google Shape;6198;p39"/>
              <p:cNvSpPr/>
              <p:nvPr/>
            </p:nvSpPr>
            <p:spPr>
              <a:xfrm flipH="1">
                <a:off x="8281965" y="4345884"/>
                <a:ext cx="366712" cy="566038"/>
              </a:xfrm>
              <a:custGeom>
                <a:avLst/>
                <a:gdLst/>
                <a:ahLst/>
                <a:cxnLst/>
                <a:rect l="l" t="t" r="r" b="b"/>
                <a:pathLst>
                  <a:path w="11217" h="17314" extrusionOk="0">
                    <a:moveTo>
                      <a:pt x="3682" y="0"/>
                    </a:moveTo>
                    <a:cubicBezTo>
                      <a:pt x="3334" y="0"/>
                      <a:pt x="2991" y="82"/>
                      <a:pt x="2676" y="272"/>
                    </a:cubicBezTo>
                    <a:cubicBezTo>
                      <a:pt x="1825" y="758"/>
                      <a:pt x="1521" y="1822"/>
                      <a:pt x="1308" y="2795"/>
                    </a:cubicBezTo>
                    <a:cubicBezTo>
                      <a:pt x="913" y="4436"/>
                      <a:pt x="518" y="6077"/>
                      <a:pt x="153" y="7749"/>
                    </a:cubicBezTo>
                    <a:cubicBezTo>
                      <a:pt x="62" y="8083"/>
                      <a:pt x="1" y="8418"/>
                      <a:pt x="31" y="8752"/>
                    </a:cubicBezTo>
                    <a:lnTo>
                      <a:pt x="31" y="8722"/>
                    </a:lnTo>
                    <a:cubicBezTo>
                      <a:pt x="244" y="10211"/>
                      <a:pt x="2281" y="11001"/>
                      <a:pt x="2858" y="12430"/>
                    </a:cubicBezTo>
                    <a:cubicBezTo>
                      <a:pt x="3284" y="13524"/>
                      <a:pt x="2828" y="14831"/>
                      <a:pt x="3436" y="15834"/>
                    </a:cubicBezTo>
                    <a:cubicBezTo>
                      <a:pt x="4073" y="16893"/>
                      <a:pt x="4918" y="17314"/>
                      <a:pt x="5808" y="17314"/>
                    </a:cubicBezTo>
                    <a:cubicBezTo>
                      <a:pt x="7803" y="17314"/>
                      <a:pt x="10020" y="15199"/>
                      <a:pt x="10609" y="13433"/>
                    </a:cubicBezTo>
                    <a:cubicBezTo>
                      <a:pt x="11217" y="11640"/>
                      <a:pt x="11126" y="9694"/>
                      <a:pt x="10943" y="7810"/>
                    </a:cubicBezTo>
                    <a:cubicBezTo>
                      <a:pt x="10852" y="6685"/>
                      <a:pt x="10700" y="5469"/>
                      <a:pt x="9910" y="4679"/>
                    </a:cubicBezTo>
                    <a:cubicBezTo>
                      <a:pt x="9484" y="4284"/>
                      <a:pt x="8968" y="4010"/>
                      <a:pt x="8481" y="3676"/>
                    </a:cubicBezTo>
                    <a:cubicBezTo>
                      <a:pt x="7509" y="2977"/>
                      <a:pt x="6870" y="1883"/>
                      <a:pt x="5989" y="1062"/>
                    </a:cubicBezTo>
                    <a:cubicBezTo>
                      <a:pt x="5369" y="463"/>
                      <a:pt x="4508" y="0"/>
                      <a:pt x="36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199" name="Google Shape;6199;p39"/>
              <p:cNvGrpSpPr/>
              <p:nvPr/>
            </p:nvGrpSpPr>
            <p:grpSpPr>
              <a:xfrm rot="10800000" flipH="1">
                <a:off x="593665" y="4899824"/>
                <a:ext cx="1378006" cy="704067"/>
                <a:chOff x="1041325" y="3967675"/>
                <a:chExt cx="974200" cy="497750"/>
              </a:xfrm>
            </p:grpSpPr>
            <p:sp>
              <p:nvSpPr>
                <p:cNvPr id="6200" name="Google Shape;6200;p39"/>
                <p:cNvSpPr/>
                <p:nvPr/>
              </p:nvSpPr>
              <p:spPr>
                <a:xfrm>
                  <a:off x="1901525" y="4241225"/>
                  <a:ext cx="19025" cy="1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579" extrusionOk="0">
                      <a:moveTo>
                        <a:pt x="395" y="1"/>
                      </a:moveTo>
                      <a:cubicBezTo>
                        <a:pt x="0" y="1"/>
                        <a:pt x="0" y="578"/>
                        <a:pt x="395" y="578"/>
                      </a:cubicBezTo>
                      <a:cubicBezTo>
                        <a:pt x="760" y="578"/>
                        <a:pt x="760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1" name="Google Shape;6201;p39"/>
                <p:cNvSpPr/>
                <p:nvPr/>
              </p:nvSpPr>
              <p:spPr>
                <a:xfrm>
                  <a:off x="1801975" y="4314175"/>
                  <a:ext cx="41050" cy="3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" h="1594" extrusionOk="0">
                      <a:moveTo>
                        <a:pt x="669" y="1"/>
                      </a:moveTo>
                      <a:cubicBezTo>
                        <a:pt x="517" y="1"/>
                        <a:pt x="335" y="62"/>
                        <a:pt x="213" y="183"/>
                      </a:cubicBezTo>
                      <a:cubicBezTo>
                        <a:pt x="92" y="305"/>
                        <a:pt x="0" y="487"/>
                        <a:pt x="31" y="639"/>
                      </a:cubicBezTo>
                      <a:lnTo>
                        <a:pt x="61" y="822"/>
                      </a:lnTo>
                      <a:cubicBezTo>
                        <a:pt x="92" y="943"/>
                        <a:pt x="122" y="1034"/>
                        <a:pt x="213" y="1125"/>
                      </a:cubicBezTo>
                      <a:cubicBezTo>
                        <a:pt x="277" y="1190"/>
                        <a:pt x="357" y="1239"/>
                        <a:pt x="441" y="1273"/>
                      </a:cubicBezTo>
                      <a:lnTo>
                        <a:pt x="441" y="1273"/>
                      </a:lnTo>
                      <a:cubicBezTo>
                        <a:pt x="474" y="1295"/>
                        <a:pt x="495" y="1317"/>
                        <a:pt x="517" y="1338"/>
                      </a:cubicBezTo>
                      <a:cubicBezTo>
                        <a:pt x="568" y="1372"/>
                        <a:pt x="619" y="1397"/>
                        <a:pt x="670" y="1417"/>
                      </a:cubicBezTo>
                      <a:lnTo>
                        <a:pt x="670" y="1417"/>
                      </a:lnTo>
                      <a:cubicBezTo>
                        <a:pt x="720" y="1449"/>
                        <a:pt x="771" y="1495"/>
                        <a:pt x="821" y="1521"/>
                      </a:cubicBezTo>
                      <a:cubicBezTo>
                        <a:pt x="894" y="1569"/>
                        <a:pt x="986" y="1594"/>
                        <a:pt x="1081" y="1594"/>
                      </a:cubicBezTo>
                      <a:cubicBezTo>
                        <a:pt x="1222" y="1594"/>
                        <a:pt x="1368" y="1539"/>
                        <a:pt x="1459" y="1429"/>
                      </a:cubicBezTo>
                      <a:cubicBezTo>
                        <a:pt x="1520" y="1369"/>
                        <a:pt x="1581" y="1277"/>
                        <a:pt x="1611" y="1217"/>
                      </a:cubicBezTo>
                      <a:cubicBezTo>
                        <a:pt x="1642" y="1095"/>
                        <a:pt x="1611" y="882"/>
                        <a:pt x="1551" y="791"/>
                      </a:cubicBezTo>
                      <a:cubicBezTo>
                        <a:pt x="1525" y="741"/>
                        <a:pt x="1479" y="690"/>
                        <a:pt x="1447" y="640"/>
                      </a:cubicBezTo>
                      <a:lnTo>
                        <a:pt x="1447" y="640"/>
                      </a:lnTo>
                      <a:cubicBezTo>
                        <a:pt x="1427" y="589"/>
                        <a:pt x="1402" y="538"/>
                        <a:pt x="1368" y="487"/>
                      </a:cubicBezTo>
                      <a:cubicBezTo>
                        <a:pt x="1346" y="465"/>
                        <a:pt x="1325" y="444"/>
                        <a:pt x="1303" y="411"/>
                      </a:cubicBezTo>
                      <a:lnTo>
                        <a:pt x="1303" y="411"/>
                      </a:lnTo>
                      <a:cubicBezTo>
                        <a:pt x="1269" y="327"/>
                        <a:pt x="1220" y="248"/>
                        <a:pt x="1155" y="183"/>
                      </a:cubicBezTo>
                      <a:cubicBezTo>
                        <a:pt x="1003" y="62"/>
                        <a:pt x="882" y="1"/>
                        <a:pt x="66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2" name="Google Shape;6202;p39"/>
                <p:cNvSpPr/>
                <p:nvPr/>
              </p:nvSpPr>
              <p:spPr>
                <a:xfrm>
                  <a:off x="1731300" y="4183425"/>
                  <a:ext cx="387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" h="1098" extrusionOk="0">
                      <a:moveTo>
                        <a:pt x="654" y="0"/>
                      </a:moveTo>
                      <a:cubicBezTo>
                        <a:pt x="553" y="0"/>
                        <a:pt x="459" y="26"/>
                        <a:pt x="365" y="64"/>
                      </a:cubicBezTo>
                      <a:cubicBezTo>
                        <a:pt x="1" y="246"/>
                        <a:pt x="1" y="854"/>
                        <a:pt x="365" y="1006"/>
                      </a:cubicBezTo>
                      <a:cubicBezTo>
                        <a:pt x="473" y="1049"/>
                        <a:pt x="580" y="1092"/>
                        <a:pt x="698" y="1092"/>
                      </a:cubicBezTo>
                      <a:cubicBezTo>
                        <a:pt x="709" y="1092"/>
                        <a:pt x="720" y="1091"/>
                        <a:pt x="731" y="1091"/>
                      </a:cubicBezTo>
                      <a:lnTo>
                        <a:pt x="731" y="1091"/>
                      </a:lnTo>
                      <a:lnTo>
                        <a:pt x="700" y="1097"/>
                      </a:lnTo>
                      <a:lnTo>
                        <a:pt x="700" y="1097"/>
                      </a:lnTo>
                      <a:lnTo>
                        <a:pt x="737" y="1090"/>
                      </a:lnTo>
                      <a:lnTo>
                        <a:pt x="737" y="1090"/>
                      </a:lnTo>
                      <a:cubicBezTo>
                        <a:pt x="767" y="1088"/>
                        <a:pt x="798" y="1082"/>
                        <a:pt x="830" y="1073"/>
                      </a:cubicBezTo>
                      <a:lnTo>
                        <a:pt x="830" y="1073"/>
                      </a:lnTo>
                      <a:lnTo>
                        <a:pt x="1034" y="1036"/>
                      </a:lnTo>
                      <a:cubicBezTo>
                        <a:pt x="1186" y="1036"/>
                        <a:pt x="1308" y="1006"/>
                        <a:pt x="1399" y="915"/>
                      </a:cubicBezTo>
                      <a:cubicBezTo>
                        <a:pt x="1490" y="823"/>
                        <a:pt x="1551" y="671"/>
                        <a:pt x="1551" y="550"/>
                      </a:cubicBezTo>
                      <a:cubicBezTo>
                        <a:pt x="1551" y="428"/>
                        <a:pt x="1490" y="276"/>
                        <a:pt x="1399" y="185"/>
                      </a:cubicBezTo>
                      <a:cubicBezTo>
                        <a:pt x="1308" y="94"/>
                        <a:pt x="1186" y="64"/>
                        <a:pt x="1034" y="33"/>
                      </a:cubicBezTo>
                      <a:lnTo>
                        <a:pt x="742" y="7"/>
                      </a:lnTo>
                      <a:lnTo>
                        <a:pt x="742" y="7"/>
                      </a:lnTo>
                      <a:cubicBezTo>
                        <a:pt x="712" y="2"/>
                        <a:pt x="683" y="0"/>
                        <a:pt x="65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3" name="Google Shape;6203;p39"/>
                <p:cNvSpPr/>
                <p:nvPr/>
              </p:nvSpPr>
              <p:spPr>
                <a:xfrm>
                  <a:off x="1722175" y="4257200"/>
                  <a:ext cx="28900" cy="2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" h="913" extrusionOk="0">
                      <a:moveTo>
                        <a:pt x="578" y="0"/>
                      </a:moveTo>
                      <a:cubicBezTo>
                        <a:pt x="1" y="0"/>
                        <a:pt x="1" y="912"/>
                        <a:pt x="578" y="912"/>
                      </a:cubicBezTo>
                      <a:cubicBezTo>
                        <a:pt x="1156" y="912"/>
                        <a:pt x="1156" y="0"/>
                        <a:pt x="57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4" name="Google Shape;6204;p39"/>
                <p:cNvSpPr/>
                <p:nvPr/>
              </p:nvSpPr>
              <p:spPr>
                <a:xfrm>
                  <a:off x="1638600" y="4324675"/>
                  <a:ext cx="41050" cy="3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" h="1259" extrusionOk="0">
                      <a:moveTo>
                        <a:pt x="851" y="37"/>
                      </a:moveTo>
                      <a:cubicBezTo>
                        <a:pt x="865" y="37"/>
                        <a:pt x="879" y="38"/>
                        <a:pt x="892" y="41"/>
                      </a:cubicBezTo>
                      <a:lnTo>
                        <a:pt x="892" y="41"/>
                      </a:lnTo>
                      <a:lnTo>
                        <a:pt x="882" y="37"/>
                      </a:lnTo>
                      <a:close/>
                      <a:moveTo>
                        <a:pt x="926" y="1204"/>
                      </a:moveTo>
                      <a:lnTo>
                        <a:pt x="882" y="1222"/>
                      </a:lnTo>
                      <a:lnTo>
                        <a:pt x="730" y="1222"/>
                      </a:lnTo>
                      <a:lnTo>
                        <a:pt x="926" y="1204"/>
                      </a:lnTo>
                      <a:close/>
                      <a:moveTo>
                        <a:pt x="577" y="0"/>
                      </a:moveTo>
                      <a:cubicBezTo>
                        <a:pt x="440" y="0"/>
                        <a:pt x="292" y="83"/>
                        <a:pt x="213" y="189"/>
                      </a:cubicBezTo>
                      <a:cubicBezTo>
                        <a:pt x="91" y="280"/>
                        <a:pt x="0" y="462"/>
                        <a:pt x="0" y="645"/>
                      </a:cubicBezTo>
                      <a:cubicBezTo>
                        <a:pt x="31" y="797"/>
                        <a:pt x="61" y="979"/>
                        <a:pt x="213" y="1070"/>
                      </a:cubicBezTo>
                      <a:cubicBezTo>
                        <a:pt x="319" y="1176"/>
                        <a:pt x="447" y="1258"/>
                        <a:pt x="579" y="1258"/>
                      </a:cubicBezTo>
                      <a:cubicBezTo>
                        <a:pt x="599" y="1258"/>
                        <a:pt x="619" y="1257"/>
                        <a:pt x="639" y="1253"/>
                      </a:cubicBezTo>
                      <a:lnTo>
                        <a:pt x="851" y="1253"/>
                      </a:lnTo>
                      <a:cubicBezTo>
                        <a:pt x="885" y="1236"/>
                        <a:pt x="919" y="1219"/>
                        <a:pt x="953" y="1202"/>
                      </a:cubicBezTo>
                      <a:lnTo>
                        <a:pt x="953" y="1202"/>
                      </a:lnTo>
                      <a:lnTo>
                        <a:pt x="1064" y="1192"/>
                      </a:lnTo>
                      <a:cubicBezTo>
                        <a:pt x="1216" y="1192"/>
                        <a:pt x="1338" y="1161"/>
                        <a:pt x="1459" y="1040"/>
                      </a:cubicBezTo>
                      <a:cubicBezTo>
                        <a:pt x="1581" y="949"/>
                        <a:pt x="1642" y="766"/>
                        <a:pt x="1642" y="614"/>
                      </a:cubicBezTo>
                      <a:cubicBezTo>
                        <a:pt x="1642" y="493"/>
                        <a:pt x="1581" y="310"/>
                        <a:pt x="1459" y="219"/>
                      </a:cubicBezTo>
                      <a:cubicBezTo>
                        <a:pt x="1338" y="98"/>
                        <a:pt x="1216" y="67"/>
                        <a:pt x="1064" y="37"/>
                      </a:cubicBezTo>
                      <a:lnTo>
                        <a:pt x="1064" y="67"/>
                      </a:lnTo>
                      <a:lnTo>
                        <a:pt x="944" y="56"/>
                      </a:lnTo>
                      <a:lnTo>
                        <a:pt x="944" y="56"/>
                      </a:lnTo>
                      <a:cubicBezTo>
                        <a:pt x="927" y="50"/>
                        <a:pt x="910" y="44"/>
                        <a:pt x="892" y="41"/>
                      </a:cubicBezTo>
                      <a:lnTo>
                        <a:pt x="892" y="41"/>
                      </a:lnTo>
                      <a:lnTo>
                        <a:pt x="926" y="55"/>
                      </a:lnTo>
                      <a:lnTo>
                        <a:pt x="926" y="55"/>
                      </a:lnTo>
                      <a:lnTo>
                        <a:pt x="730" y="37"/>
                      </a:lnTo>
                      <a:lnTo>
                        <a:pt x="851" y="37"/>
                      </a:lnTo>
                      <a:cubicBezTo>
                        <a:pt x="791" y="6"/>
                        <a:pt x="730" y="6"/>
                        <a:pt x="639" y="6"/>
                      </a:cubicBezTo>
                      <a:cubicBezTo>
                        <a:pt x="619" y="2"/>
                        <a:pt x="598" y="0"/>
                        <a:pt x="57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5" name="Google Shape;6205;p39"/>
                <p:cNvSpPr/>
                <p:nvPr/>
              </p:nvSpPr>
              <p:spPr>
                <a:xfrm>
                  <a:off x="1579325" y="4214650"/>
                  <a:ext cx="28150" cy="3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1490" extrusionOk="0">
                      <a:moveTo>
                        <a:pt x="548" y="0"/>
                      </a:moveTo>
                      <a:cubicBezTo>
                        <a:pt x="244" y="0"/>
                        <a:pt x="31" y="243"/>
                        <a:pt x="0" y="547"/>
                      </a:cubicBezTo>
                      <a:cubicBezTo>
                        <a:pt x="0" y="699"/>
                        <a:pt x="0" y="821"/>
                        <a:pt x="31" y="942"/>
                      </a:cubicBezTo>
                      <a:cubicBezTo>
                        <a:pt x="31" y="1094"/>
                        <a:pt x="61" y="1216"/>
                        <a:pt x="183" y="1307"/>
                      </a:cubicBezTo>
                      <a:cubicBezTo>
                        <a:pt x="274" y="1429"/>
                        <a:pt x="426" y="1489"/>
                        <a:pt x="548" y="1489"/>
                      </a:cubicBezTo>
                      <a:cubicBezTo>
                        <a:pt x="882" y="1459"/>
                        <a:pt x="1064" y="1246"/>
                        <a:pt x="1095" y="942"/>
                      </a:cubicBezTo>
                      <a:cubicBezTo>
                        <a:pt x="1095" y="821"/>
                        <a:pt x="1125" y="669"/>
                        <a:pt x="1125" y="547"/>
                      </a:cubicBezTo>
                      <a:cubicBezTo>
                        <a:pt x="1095" y="395"/>
                        <a:pt x="1064" y="274"/>
                        <a:pt x="943" y="152"/>
                      </a:cubicBezTo>
                      <a:cubicBezTo>
                        <a:pt x="851" y="61"/>
                        <a:pt x="700" y="0"/>
                        <a:pt x="54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6" name="Google Shape;6206;p39"/>
                <p:cNvSpPr/>
                <p:nvPr/>
              </p:nvSpPr>
              <p:spPr>
                <a:xfrm>
                  <a:off x="1644675" y="4281500"/>
                  <a:ext cx="20550" cy="1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40" extrusionOk="0">
                      <a:moveTo>
                        <a:pt x="396" y="1"/>
                      </a:moveTo>
                      <a:cubicBezTo>
                        <a:pt x="0" y="1"/>
                        <a:pt x="0" y="639"/>
                        <a:pt x="396" y="639"/>
                      </a:cubicBezTo>
                      <a:cubicBezTo>
                        <a:pt x="821" y="639"/>
                        <a:pt x="821" y="1"/>
                        <a:pt x="3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7" name="Google Shape;6207;p39"/>
                <p:cNvSpPr/>
                <p:nvPr/>
              </p:nvSpPr>
              <p:spPr>
                <a:xfrm>
                  <a:off x="1647725" y="4152325"/>
                  <a:ext cx="34975" cy="2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095" extrusionOk="0">
                      <a:moveTo>
                        <a:pt x="699" y="1"/>
                      </a:moveTo>
                      <a:cubicBezTo>
                        <a:pt x="0" y="1"/>
                        <a:pt x="0" y="1095"/>
                        <a:pt x="699" y="1095"/>
                      </a:cubicBezTo>
                      <a:cubicBezTo>
                        <a:pt x="1398" y="1095"/>
                        <a:pt x="1398" y="1"/>
                        <a:pt x="69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8" name="Google Shape;6208;p39"/>
                <p:cNvSpPr/>
                <p:nvPr/>
              </p:nvSpPr>
              <p:spPr>
                <a:xfrm>
                  <a:off x="1537525" y="4326900"/>
                  <a:ext cx="29675" cy="3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498" extrusionOk="0">
                      <a:moveTo>
                        <a:pt x="593" y="1"/>
                      </a:moveTo>
                      <a:cubicBezTo>
                        <a:pt x="457" y="1"/>
                        <a:pt x="320" y="54"/>
                        <a:pt x="213" y="161"/>
                      </a:cubicBezTo>
                      <a:lnTo>
                        <a:pt x="183" y="161"/>
                      </a:lnTo>
                      <a:cubicBezTo>
                        <a:pt x="31" y="313"/>
                        <a:pt x="1" y="525"/>
                        <a:pt x="31" y="738"/>
                      </a:cubicBezTo>
                      <a:lnTo>
                        <a:pt x="31" y="616"/>
                      </a:lnTo>
                      <a:lnTo>
                        <a:pt x="61" y="951"/>
                      </a:lnTo>
                      <a:cubicBezTo>
                        <a:pt x="61" y="1103"/>
                        <a:pt x="122" y="1224"/>
                        <a:pt x="213" y="1346"/>
                      </a:cubicBezTo>
                      <a:cubicBezTo>
                        <a:pt x="305" y="1437"/>
                        <a:pt x="457" y="1498"/>
                        <a:pt x="609" y="1498"/>
                      </a:cubicBezTo>
                      <a:cubicBezTo>
                        <a:pt x="730" y="1498"/>
                        <a:pt x="882" y="1437"/>
                        <a:pt x="973" y="1346"/>
                      </a:cubicBezTo>
                      <a:cubicBezTo>
                        <a:pt x="1065" y="1224"/>
                        <a:pt x="1125" y="1103"/>
                        <a:pt x="1125" y="951"/>
                      </a:cubicBezTo>
                      <a:lnTo>
                        <a:pt x="1144" y="750"/>
                      </a:lnTo>
                      <a:lnTo>
                        <a:pt x="1144" y="750"/>
                      </a:lnTo>
                      <a:lnTo>
                        <a:pt x="1156" y="738"/>
                      </a:lnTo>
                      <a:cubicBezTo>
                        <a:pt x="1186" y="556"/>
                        <a:pt x="1156" y="313"/>
                        <a:pt x="1004" y="161"/>
                      </a:cubicBezTo>
                      <a:lnTo>
                        <a:pt x="973" y="161"/>
                      </a:lnTo>
                      <a:cubicBezTo>
                        <a:pt x="867" y="54"/>
                        <a:pt x="730" y="1"/>
                        <a:pt x="59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9" name="Google Shape;6209;p39"/>
                <p:cNvSpPr/>
                <p:nvPr/>
              </p:nvSpPr>
              <p:spPr>
                <a:xfrm>
                  <a:off x="1704700" y="4362050"/>
                  <a:ext cx="22825" cy="1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" h="731" extrusionOk="0">
                      <a:moveTo>
                        <a:pt x="457" y="1"/>
                      </a:moveTo>
                      <a:cubicBezTo>
                        <a:pt x="1" y="1"/>
                        <a:pt x="1" y="730"/>
                        <a:pt x="457" y="730"/>
                      </a:cubicBezTo>
                      <a:cubicBezTo>
                        <a:pt x="913" y="730"/>
                        <a:pt x="913" y="1"/>
                        <a:pt x="45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0" name="Google Shape;6210;p39"/>
                <p:cNvSpPr/>
                <p:nvPr/>
              </p:nvSpPr>
              <p:spPr>
                <a:xfrm>
                  <a:off x="1862000" y="4406125"/>
                  <a:ext cx="16750" cy="1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18" extrusionOk="0">
                      <a:moveTo>
                        <a:pt x="335" y="1"/>
                      </a:moveTo>
                      <a:cubicBezTo>
                        <a:pt x="1" y="1"/>
                        <a:pt x="1" y="517"/>
                        <a:pt x="335" y="517"/>
                      </a:cubicBezTo>
                      <a:cubicBezTo>
                        <a:pt x="669" y="517"/>
                        <a:pt x="669" y="1"/>
                        <a:pt x="33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1" name="Google Shape;6211;p39"/>
                <p:cNvSpPr/>
                <p:nvPr/>
              </p:nvSpPr>
              <p:spPr>
                <a:xfrm>
                  <a:off x="1889350" y="4228700"/>
                  <a:ext cx="23600" cy="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" h="1234" extrusionOk="0">
                      <a:moveTo>
                        <a:pt x="472" y="0"/>
                      </a:moveTo>
                      <a:cubicBezTo>
                        <a:pt x="312" y="0"/>
                        <a:pt x="153" y="76"/>
                        <a:pt x="92" y="228"/>
                      </a:cubicBezTo>
                      <a:cubicBezTo>
                        <a:pt x="31" y="289"/>
                        <a:pt x="31" y="380"/>
                        <a:pt x="1" y="471"/>
                      </a:cubicBezTo>
                      <a:cubicBezTo>
                        <a:pt x="1" y="502"/>
                        <a:pt x="1" y="532"/>
                        <a:pt x="1" y="593"/>
                      </a:cubicBezTo>
                      <a:cubicBezTo>
                        <a:pt x="1" y="654"/>
                        <a:pt x="1" y="715"/>
                        <a:pt x="1" y="775"/>
                      </a:cubicBezTo>
                      <a:cubicBezTo>
                        <a:pt x="30" y="1005"/>
                        <a:pt x="193" y="1234"/>
                        <a:pt x="441" y="1234"/>
                      </a:cubicBezTo>
                      <a:cubicBezTo>
                        <a:pt x="456" y="1234"/>
                        <a:pt x="472" y="1233"/>
                        <a:pt x="487" y="1231"/>
                      </a:cubicBezTo>
                      <a:cubicBezTo>
                        <a:pt x="730" y="1231"/>
                        <a:pt x="913" y="1049"/>
                        <a:pt x="943" y="775"/>
                      </a:cubicBezTo>
                      <a:lnTo>
                        <a:pt x="913" y="775"/>
                      </a:lnTo>
                      <a:cubicBezTo>
                        <a:pt x="913" y="715"/>
                        <a:pt x="943" y="654"/>
                        <a:pt x="943" y="593"/>
                      </a:cubicBezTo>
                      <a:cubicBezTo>
                        <a:pt x="943" y="563"/>
                        <a:pt x="943" y="502"/>
                        <a:pt x="913" y="471"/>
                      </a:cubicBezTo>
                      <a:cubicBezTo>
                        <a:pt x="913" y="380"/>
                        <a:pt x="882" y="319"/>
                        <a:pt x="852" y="228"/>
                      </a:cubicBezTo>
                      <a:cubicBezTo>
                        <a:pt x="791" y="76"/>
                        <a:pt x="632" y="0"/>
                        <a:pt x="47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2" name="Google Shape;6212;p39"/>
                <p:cNvSpPr/>
                <p:nvPr/>
              </p:nvSpPr>
              <p:spPr>
                <a:xfrm>
                  <a:off x="1948625" y="4338500"/>
                  <a:ext cx="27375" cy="3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" h="1399" extrusionOk="0">
                      <a:moveTo>
                        <a:pt x="548" y="0"/>
                      </a:moveTo>
                      <a:cubicBezTo>
                        <a:pt x="335" y="31"/>
                        <a:pt x="122" y="183"/>
                        <a:pt x="62" y="396"/>
                      </a:cubicBezTo>
                      <a:cubicBezTo>
                        <a:pt x="1" y="548"/>
                        <a:pt x="31" y="730"/>
                        <a:pt x="62" y="912"/>
                      </a:cubicBezTo>
                      <a:cubicBezTo>
                        <a:pt x="62" y="1034"/>
                        <a:pt x="92" y="1156"/>
                        <a:pt x="214" y="1277"/>
                      </a:cubicBezTo>
                      <a:cubicBezTo>
                        <a:pt x="305" y="1338"/>
                        <a:pt x="426" y="1399"/>
                        <a:pt x="548" y="1399"/>
                      </a:cubicBezTo>
                      <a:cubicBezTo>
                        <a:pt x="852" y="1399"/>
                        <a:pt x="1034" y="1186"/>
                        <a:pt x="1065" y="912"/>
                      </a:cubicBezTo>
                      <a:cubicBezTo>
                        <a:pt x="1065" y="730"/>
                        <a:pt x="1095" y="548"/>
                        <a:pt x="1065" y="396"/>
                      </a:cubicBezTo>
                      <a:cubicBezTo>
                        <a:pt x="973" y="183"/>
                        <a:pt x="791" y="0"/>
                        <a:pt x="54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3" name="Google Shape;6213;p39"/>
                <p:cNvSpPr/>
                <p:nvPr/>
              </p:nvSpPr>
              <p:spPr>
                <a:xfrm>
                  <a:off x="1886325" y="4441850"/>
                  <a:ext cx="29650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943" extrusionOk="0">
                      <a:moveTo>
                        <a:pt x="578" y="0"/>
                      </a:moveTo>
                      <a:cubicBezTo>
                        <a:pt x="0" y="0"/>
                        <a:pt x="0" y="943"/>
                        <a:pt x="578" y="943"/>
                      </a:cubicBezTo>
                      <a:cubicBezTo>
                        <a:pt x="1186" y="943"/>
                        <a:pt x="1186" y="0"/>
                        <a:pt x="57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4" name="Google Shape;6214;p39"/>
                <p:cNvSpPr/>
                <p:nvPr/>
              </p:nvSpPr>
              <p:spPr>
                <a:xfrm>
                  <a:off x="1745750" y="4380475"/>
                  <a:ext cx="25100" cy="2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" h="898" extrusionOk="0">
                      <a:moveTo>
                        <a:pt x="559" y="1"/>
                      </a:moveTo>
                      <a:cubicBezTo>
                        <a:pt x="517" y="1"/>
                        <a:pt x="471" y="8"/>
                        <a:pt x="426" y="24"/>
                      </a:cubicBezTo>
                      <a:lnTo>
                        <a:pt x="334" y="54"/>
                      </a:lnTo>
                      <a:cubicBezTo>
                        <a:pt x="243" y="84"/>
                        <a:pt x="182" y="115"/>
                        <a:pt x="122" y="145"/>
                      </a:cubicBezTo>
                      <a:cubicBezTo>
                        <a:pt x="91" y="206"/>
                        <a:pt x="61" y="267"/>
                        <a:pt x="30" y="358"/>
                      </a:cubicBezTo>
                      <a:cubicBezTo>
                        <a:pt x="0" y="449"/>
                        <a:pt x="0" y="449"/>
                        <a:pt x="30" y="571"/>
                      </a:cubicBezTo>
                      <a:cubicBezTo>
                        <a:pt x="61" y="632"/>
                        <a:pt x="91" y="692"/>
                        <a:pt x="122" y="753"/>
                      </a:cubicBezTo>
                      <a:cubicBezTo>
                        <a:pt x="182" y="814"/>
                        <a:pt x="243" y="844"/>
                        <a:pt x="334" y="844"/>
                      </a:cubicBezTo>
                      <a:lnTo>
                        <a:pt x="426" y="875"/>
                      </a:lnTo>
                      <a:cubicBezTo>
                        <a:pt x="471" y="890"/>
                        <a:pt x="517" y="898"/>
                        <a:pt x="559" y="898"/>
                      </a:cubicBezTo>
                      <a:cubicBezTo>
                        <a:pt x="600" y="898"/>
                        <a:pt x="638" y="890"/>
                        <a:pt x="669" y="875"/>
                      </a:cubicBezTo>
                      <a:cubicBezTo>
                        <a:pt x="760" y="844"/>
                        <a:pt x="821" y="814"/>
                        <a:pt x="882" y="753"/>
                      </a:cubicBezTo>
                      <a:cubicBezTo>
                        <a:pt x="942" y="692"/>
                        <a:pt x="1003" y="571"/>
                        <a:pt x="1003" y="449"/>
                      </a:cubicBezTo>
                      <a:cubicBezTo>
                        <a:pt x="1003" y="328"/>
                        <a:pt x="942" y="206"/>
                        <a:pt x="882" y="145"/>
                      </a:cubicBezTo>
                      <a:cubicBezTo>
                        <a:pt x="821" y="84"/>
                        <a:pt x="760" y="54"/>
                        <a:pt x="669" y="24"/>
                      </a:cubicBezTo>
                      <a:cubicBezTo>
                        <a:pt x="638" y="8"/>
                        <a:pt x="600" y="1"/>
                        <a:pt x="55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5" name="Google Shape;6215;p39"/>
                <p:cNvSpPr/>
                <p:nvPr/>
              </p:nvSpPr>
              <p:spPr>
                <a:xfrm>
                  <a:off x="1786775" y="4239725"/>
                  <a:ext cx="28150" cy="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852" extrusionOk="0">
                      <a:moveTo>
                        <a:pt x="548" y="0"/>
                      </a:moveTo>
                      <a:cubicBezTo>
                        <a:pt x="0" y="0"/>
                        <a:pt x="0" y="851"/>
                        <a:pt x="548" y="851"/>
                      </a:cubicBezTo>
                      <a:cubicBezTo>
                        <a:pt x="1125" y="851"/>
                        <a:pt x="1125" y="0"/>
                        <a:pt x="54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6" name="Google Shape;6216;p39"/>
                <p:cNvSpPr/>
                <p:nvPr/>
              </p:nvSpPr>
              <p:spPr>
                <a:xfrm>
                  <a:off x="1842250" y="4155375"/>
                  <a:ext cx="26625" cy="2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" h="1064" extrusionOk="0">
                      <a:moveTo>
                        <a:pt x="517" y="0"/>
                      </a:moveTo>
                      <a:cubicBezTo>
                        <a:pt x="395" y="0"/>
                        <a:pt x="243" y="61"/>
                        <a:pt x="152" y="152"/>
                      </a:cubicBezTo>
                      <a:cubicBezTo>
                        <a:pt x="92" y="213"/>
                        <a:pt x="61" y="243"/>
                        <a:pt x="31" y="335"/>
                      </a:cubicBezTo>
                      <a:cubicBezTo>
                        <a:pt x="0" y="395"/>
                        <a:pt x="0" y="456"/>
                        <a:pt x="0" y="517"/>
                      </a:cubicBezTo>
                      <a:cubicBezTo>
                        <a:pt x="0" y="669"/>
                        <a:pt x="61" y="790"/>
                        <a:pt x="152" y="882"/>
                      </a:cubicBezTo>
                      <a:cubicBezTo>
                        <a:pt x="274" y="1003"/>
                        <a:pt x="395" y="1064"/>
                        <a:pt x="517" y="1064"/>
                      </a:cubicBezTo>
                      <a:cubicBezTo>
                        <a:pt x="669" y="1064"/>
                        <a:pt x="791" y="1003"/>
                        <a:pt x="882" y="882"/>
                      </a:cubicBezTo>
                      <a:cubicBezTo>
                        <a:pt x="943" y="851"/>
                        <a:pt x="973" y="790"/>
                        <a:pt x="1003" y="730"/>
                      </a:cubicBezTo>
                      <a:cubicBezTo>
                        <a:pt x="1034" y="669"/>
                        <a:pt x="1064" y="608"/>
                        <a:pt x="1064" y="517"/>
                      </a:cubicBezTo>
                      <a:cubicBezTo>
                        <a:pt x="1034" y="395"/>
                        <a:pt x="1003" y="243"/>
                        <a:pt x="882" y="152"/>
                      </a:cubicBezTo>
                      <a:cubicBezTo>
                        <a:pt x="791" y="61"/>
                        <a:pt x="669" y="0"/>
                        <a:pt x="5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7" name="Google Shape;6217;p39"/>
                <p:cNvSpPr/>
                <p:nvPr/>
              </p:nvSpPr>
              <p:spPr>
                <a:xfrm>
                  <a:off x="1740425" y="4040625"/>
                  <a:ext cx="47900" cy="3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6" h="1490" extrusionOk="0">
                      <a:moveTo>
                        <a:pt x="943" y="0"/>
                      </a:moveTo>
                      <a:cubicBezTo>
                        <a:pt x="0" y="0"/>
                        <a:pt x="0" y="1490"/>
                        <a:pt x="943" y="1490"/>
                      </a:cubicBezTo>
                      <a:cubicBezTo>
                        <a:pt x="1915" y="1490"/>
                        <a:pt x="1915" y="0"/>
                        <a:pt x="94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8" name="Google Shape;6218;p39"/>
                <p:cNvSpPr/>
                <p:nvPr/>
              </p:nvSpPr>
              <p:spPr>
                <a:xfrm>
                  <a:off x="1673550" y="4226800"/>
                  <a:ext cx="25850" cy="1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791" extrusionOk="0">
                      <a:moveTo>
                        <a:pt x="517" y="0"/>
                      </a:moveTo>
                      <a:cubicBezTo>
                        <a:pt x="0" y="0"/>
                        <a:pt x="0" y="791"/>
                        <a:pt x="517" y="791"/>
                      </a:cubicBezTo>
                      <a:cubicBezTo>
                        <a:pt x="1034" y="791"/>
                        <a:pt x="1034" y="0"/>
                        <a:pt x="5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9" name="Google Shape;6219;p39"/>
                <p:cNvSpPr/>
                <p:nvPr/>
              </p:nvSpPr>
              <p:spPr>
                <a:xfrm>
                  <a:off x="1740425" y="4324825"/>
                  <a:ext cx="20525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639" extrusionOk="0">
                      <a:moveTo>
                        <a:pt x="395" y="0"/>
                      </a:moveTo>
                      <a:cubicBezTo>
                        <a:pt x="0" y="0"/>
                        <a:pt x="0" y="639"/>
                        <a:pt x="395" y="639"/>
                      </a:cubicBezTo>
                      <a:cubicBezTo>
                        <a:pt x="821" y="639"/>
                        <a:pt x="821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0" name="Google Shape;6220;p39"/>
                <p:cNvSpPr/>
                <p:nvPr/>
              </p:nvSpPr>
              <p:spPr>
                <a:xfrm>
                  <a:off x="1908350" y="4286150"/>
                  <a:ext cx="20550" cy="1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796" extrusionOk="0">
                      <a:moveTo>
                        <a:pt x="409" y="0"/>
                      </a:moveTo>
                      <a:cubicBezTo>
                        <a:pt x="345" y="0"/>
                        <a:pt x="285" y="17"/>
                        <a:pt x="244" y="58"/>
                      </a:cubicBezTo>
                      <a:cubicBezTo>
                        <a:pt x="214" y="88"/>
                        <a:pt x="214" y="88"/>
                        <a:pt x="183" y="88"/>
                      </a:cubicBezTo>
                      <a:cubicBezTo>
                        <a:pt x="122" y="119"/>
                        <a:pt x="92" y="180"/>
                        <a:pt x="62" y="240"/>
                      </a:cubicBezTo>
                      <a:cubicBezTo>
                        <a:pt x="31" y="271"/>
                        <a:pt x="1" y="332"/>
                        <a:pt x="1" y="392"/>
                      </a:cubicBezTo>
                      <a:cubicBezTo>
                        <a:pt x="1" y="453"/>
                        <a:pt x="31" y="514"/>
                        <a:pt x="62" y="575"/>
                      </a:cubicBezTo>
                      <a:cubicBezTo>
                        <a:pt x="92" y="635"/>
                        <a:pt x="122" y="666"/>
                        <a:pt x="183" y="696"/>
                      </a:cubicBezTo>
                      <a:cubicBezTo>
                        <a:pt x="183" y="727"/>
                        <a:pt x="214" y="727"/>
                        <a:pt x="244" y="727"/>
                      </a:cubicBezTo>
                      <a:cubicBezTo>
                        <a:pt x="305" y="772"/>
                        <a:pt x="373" y="795"/>
                        <a:pt x="441" y="795"/>
                      </a:cubicBezTo>
                      <a:cubicBezTo>
                        <a:pt x="510" y="795"/>
                        <a:pt x="578" y="772"/>
                        <a:pt x="639" y="727"/>
                      </a:cubicBezTo>
                      <a:cubicBezTo>
                        <a:pt x="761" y="666"/>
                        <a:pt x="821" y="544"/>
                        <a:pt x="821" y="392"/>
                      </a:cubicBezTo>
                      <a:cubicBezTo>
                        <a:pt x="821" y="271"/>
                        <a:pt x="761" y="119"/>
                        <a:pt x="639" y="58"/>
                      </a:cubicBezTo>
                      <a:cubicBezTo>
                        <a:pt x="572" y="25"/>
                        <a:pt x="487" y="0"/>
                        <a:pt x="40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1" name="Google Shape;6221;p39"/>
                <p:cNvSpPr/>
                <p:nvPr/>
              </p:nvSpPr>
              <p:spPr>
                <a:xfrm>
                  <a:off x="1878725" y="4359025"/>
                  <a:ext cx="25850" cy="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821" extrusionOk="0">
                      <a:moveTo>
                        <a:pt x="517" y="0"/>
                      </a:moveTo>
                      <a:cubicBezTo>
                        <a:pt x="0" y="0"/>
                        <a:pt x="0" y="821"/>
                        <a:pt x="517" y="821"/>
                      </a:cubicBezTo>
                      <a:cubicBezTo>
                        <a:pt x="1034" y="821"/>
                        <a:pt x="1034" y="0"/>
                        <a:pt x="5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2" name="Google Shape;6222;p39"/>
                <p:cNvSpPr/>
                <p:nvPr/>
              </p:nvSpPr>
              <p:spPr>
                <a:xfrm>
                  <a:off x="1822500" y="4356725"/>
                  <a:ext cx="1977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5" y="1"/>
                      </a:moveTo>
                      <a:cubicBezTo>
                        <a:pt x="0" y="1"/>
                        <a:pt x="0" y="609"/>
                        <a:pt x="395" y="609"/>
                      </a:cubicBezTo>
                      <a:cubicBezTo>
                        <a:pt x="790" y="609"/>
                        <a:pt x="790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3" name="Google Shape;6223;p39"/>
                <p:cNvSpPr/>
                <p:nvPr/>
              </p:nvSpPr>
              <p:spPr>
                <a:xfrm>
                  <a:off x="1796650" y="4400050"/>
                  <a:ext cx="25875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" h="822" extrusionOk="0">
                      <a:moveTo>
                        <a:pt x="517" y="1"/>
                      </a:moveTo>
                      <a:cubicBezTo>
                        <a:pt x="1" y="1"/>
                        <a:pt x="1" y="821"/>
                        <a:pt x="517" y="821"/>
                      </a:cubicBezTo>
                      <a:cubicBezTo>
                        <a:pt x="1034" y="821"/>
                        <a:pt x="1034" y="1"/>
                        <a:pt x="51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4" name="Google Shape;6224;p39"/>
                <p:cNvSpPr/>
                <p:nvPr/>
              </p:nvSpPr>
              <p:spPr>
                <a:xfrm>
                  <a:off x="1703175" y="4423600"/>
                  <a:ext cx="12950" cy="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396" extrusionOk="0">
                      <a:moveTo>
                        <a:pt x="244" y="1"/>
                      </a:moveTo>
                      <a:cubicBezTo>
                        <a:pt x="1" y="1"/>
                        <a:pt x="1" y="396"/>
                        <a:pt x="244" y="396"/>
                      </a:cubicBezTo>
                      <a:cubicBezTo>
                        <a:pt x="518" y="396"/>
                        <a:pt x="518" y="1"/>
                        <a:pt x="24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5" name="Google Shape;6225;p39"/>
                <p:cNvSpPr/>
                <p:nvPr/>
              </p:nvSpPr>
              <p:spPr>
                <a:xfrm>
                  <a:off x="1645425" y="4391700"/>
                  <a:ext cx="19025" cy="1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730" extrusionOk="0">
                      <a:moveTo>
                        <a:pt x="366" y="0"/>
                      </a:moveTo>
                      <a:cubicBezTo>
                        <a:pt x="274" y="0"/>
                        <a:pt x="183" y="61"/>
                        <a:pt x="122" y="122"/>
                      </a:cubicBezTo>
                      <a:cubicBezTo>
                        <a:pt x="31" y="183"/>
                        <a:pt x="1" y="274"/>
                        <a:pt x="1" y="365"/>
                      </a:cubicBezTo>
                      <a:cubicBezTo>
                        <a:pt x="1" y="456"/>
                        <a:pt x="31" y="578"/>
                        <a:pt x="122" y="638"/>
                      </a:cubicBezTo>
                      <a:cubicBezTo>
                        <a:pt x="183" y="699"/>
                        <a:pt x="274" y="730"/>
                        <a:pt x="366" y="730"/>
                      </a:cubicBezTo>
                      <a:cubicBezTo>
                        <a:pt x="457" y="730"/>
                        <a:pt x="578" y="699"/>
                        <a:pt x="639" y="638"/>
                      </a:cubicBezTo>
                      <a:cubicBezTo>
                        <a:pt x="700" y="578"/>
                        <a:pt x="761" y="456"/>
                        <a:pt x="730" y="365"/>
                      </a:cubicBezTo>
                      <a:cubicBezTo>
                        <a:pt x="730" y="274"/>
                        <a:pt x="700" y="183"/>
                        <a:pt x="639" y="122"/>
                      </a:cubicBezTo>
                      <a:cubicBezTo>
                        <a:pt x="548" y="31"/>
                        <a:pt x="487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6" name="Google Shape;6226;p39"/>
                <p:cNvSpPr/>
                <p:nvPr/>
              </p:nvSpPr>
              <p:spPr>
                <a:xfrm>
                  <a:off x="1563375" y="4405375"/>
                  <a:ext cx="19000" cy="1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730" extrusionOk="0">
                      <a:moveTo>
                        <a:pt x="365" y="0"/>
                      </a:moveTo>
                      <a:cubicBezTo>
                        <a:pt x="274" y="0"/>
                        <a:pt x="182" y="61"/>
                        <a:pt x="122" y="122"/>
                      </a:cubicBezTo>
                      <a:cubicBezTo>
                        <a:pt x="31" y="183"/>
                        <a:pt x="0" y="274"/>
                        <a:pt x="0" y="365"/>
                      </a:cubicBezTo>
                      <a:cubicBezTo>
                        <a:pt x="0" y="456"/>
                        <a:pt x="31" y="578"/>
                        <a:pt x="122" y="639"/>
                      </a:cubicBezTo>
                      <a:cubicBezTo>
                        <a:pt x="182" y="699"/>
                        <a:pt x="274" y="730"/>
                        <a:pt x="365" y="730"/>
                      </a:cubicBezTo>
                      <a:cubicBezTo>
                        <a:pt x="456" y="730"/>
                        <a:pt x="578" y="699"/>
                        <a:pt x="638" y="639"/>
                      </a:cubicBezTo>
                      <a:cubicBezTo>
                        <a:pt x="699" y="578"/>
                        <a:pt x="760" y="456"/>
                        <a:pt x="730" y="365"/>
                      </a:cubicBezTo>
                      <a:cubicBezTo>
                        <a:pt x="730" y="274"/>
                        <a:pt x="699" y="183"/>
                        <a:pt x="638" y="122"/>
                      </a:cubicBezTo>
                      <a:cubicBezTo>
                        <a:pt x="578" y="31"/>
                        <a:pt x="486" y="0"/>
                        <a:pt x="3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7" name="Google Shape;6227;p39"/>
                <p:cNvSpPr/>
                <p:nvPr/>
              </p:nvSpPr>
              <p:spPr>
                <a:xfrm>
                  <a:off x="1442550" y="4379950"/>
                  <a:ext cx="27375" cy="23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" h="927" extrusionOk="0">
                      <a:moveTo>
                        <a:pt x="608" y="1"/>
                      </a:moveTo>
                      <a:cubicBezTo>
                        <a:pt x="588" y="1"/>
                        <a:pt x="568" y="4"/>
                        <a:pt x="547" y="14"/>
                      </a:cubicBezTo>
                      <a:lnTo>
                        <a:pt x="456" y="14"/>
                      </a:lnTo>
                      <a:cubicBezTo>
                        <a:pt x="395" y="14"/>
                        <a:pt x="335" y="14"/>
                        <a:pt x="304" y="45"/>
                      </a:cubicBezTo>
                      <a:cubicBezTo>
                        <a:pt x="243" y="75"/>
                        <a:pt x="183" y="105"/>
                        <a:pt x="152" y="136"/>
                      </a:cubicBezTo>
                      <a:cubicBezTo>
                        <a:pt x="61" y="227"/>
                        <a:pt x="0" y="349"/>
                        <a:pt x="31" y="470"/>
                      </a:cubicBezTo>
                      <a:cubicBezTo>
                        <a:pt x="31" y="592"/>
                        <a:pt x="61" y="713"/>
                        <a:pt x="152" y="805"/>
                      </a:cubicBezTo>
                      <a:lnTo>
                        <a:pt x="243" y="865"/>
                      </a:lnTo>
                      <a:cubicBezTo>
                        <a:pt x="304" y="896"/>
                        <a:pt x="395" y="926"/>
                        <a:pt x="456" y="926"/>
                      </a:cubicBezTo>
                      <a:lnTo>
                        <a:pt x="730" y="926"/>
                      </a:lnTo>
                      <a:lnTo>
                        <a:pt x="851" y="865"/>
                      </a:lnTo>
                      <a:cubicBezTo>
                        <a:pt x="912" y="835"/>
                        <a:pt x="942" y="805"/>
                        <a:pt x="973" y="744"/>
                      </a:cubicBezTo>
                      <a:cubicBezTo>
                        <a:pt x="1034" y="683"/>
                        <a:pt x="1094" y="561"/>
                        <a:pt x="1064" y="470"/>
                      </a:cubicBezTo>
                      <a:cubicBezTo>
                        <a:pt x="1064" y="379"/>
                        <a:pt x="1064" y="318"/>
                        <a:pt x="1003" y="227"/>
                      </a:cubicBezTo>
                      <a:cubicBezTo>
                        <a:pt x="973" y="136"/>
                        <a:pt x="851" y="75"/>
                        <a:pt x="730" y="14"/>
                      </a:cubicBezTo>
                      <a:cubicBezTo>
                        <a:pt x="689" y="14"/>
                        <a:pt x="649" y="1"/>
                        <a:pt x="60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8" name="Google Shape;6228;p39"/>
                <p:cNvSpPr/>
                <p:nvPr/>
              </p:nvSpPr>
              <p:spPr>
                <a:xfrm>
                  <a:off x="1448625" y="4254350"/>
                  <a:ext cx="26625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" h="1057" extrusionOk="0">
                      <a:moveTo>
                        <a:pt x="441" y="0"/>
                      </a:moveTo>
                      <a:cubicBezTo>
                        <a:pt x="403" y="0"/>
                        <a:pt x="365" y="8"/>
                        <a:pt x="335" y="23"/>
                      </a:cubicBezTo>
                      <a:cubicBezTo>
                        <a:pt x="274" y="53"/>
                        <a:pt x="183" y="84"/>
                        <a:pt x="152" y="114"/>
                      </a:cubicBezTo>
                      <a:cubicBezTo>
                        <a:pt x="92" y="175"/>
                        <a:pt x="61" y="236"/>
                        <a:pt x="31" y="327"/>
                      </a:cubicBezTo>
                      <a:cubicBezTo>
                        <a:pt x="0" y="388"/>
                        <a:pt x="31" y="479"/>
                        <a:pt x="31" y="540"/>
                      </a:cubicBezTo>
                      <a:cubicBezTo>
                        <a:pt x="61" y="600"/>
                        <a:pt x="61" y="661"/>
                        <a:pt x="92" y="692"/>
                      </a:cubicBezTo>
                      <a:lnTo>
                        <a:pt x="183" y="813"/>
                      </a:lnTo>
                      <a:cubicBezTo>
                        <a:pt x="244" y="874"/>
                        <a:pt x="274" y="935"/>
                        <a:pt x="365" y="965"/>
                      </a:cubicBezTo>
                      <a:cubicBezTo>
                        <a:pt x="426" y="1026"/>
                        <a:pt x="517" y="1056"/>
                        <a:pt x="578" y="1056"/>
                      </a:cubicBezTo>
                      <a:cubicBezTo>
                        <a:pt x="730" y="1056"/>
                        <a:pt x="821" y="996"/>
                        <a:pt x="912" y="904"/>
                      </a:cubicBezTo>
                      <a:cubicBezTo>
                        <a:pt x="1003" y="813"/>
                        <a:pt x="1064" y="692"/>
                        <a:pt x="1064" y="570"/>
                      </a:cubicBezTo>
                      <a:cubicBezTo>
                        <a:pt x="1064" y="479"/>
                        <a:pt x="1034" y="418"/>
                        <a:pt x="1003" y="327"/>
                      </a:cubicBezTo>
                      <a:cubicBezTo>
                        <a:pt x="943" y="266"/>
                        <a:pt x="882" y="205"/>
                        <a:pt x="821" y="175"/>
                      </a:cubicBezTo>
                      <a:lnTo>
                        <a:pt x="699" y="84"/>
                      </a:lnTo>
                      <a:cubicBezTo>
                        <a:pt x="699" y="84"/>
                        <a:pt x="669" y="53"/>
                        <a:pt x="639" y="53"/>
                      </a:cubicBezTo>
                      <a:cubicBezTo>
                        <a:pt x="608" y="23"/>
                        <a:pt x="578" y="23"/>
                        <a:pt x="547" y="23"/>
                      </a:cubicBezTo>
                      <a:cubicBezTo>
                        <a:pt x="517" y="8"/>
                        <a:pt x="479" y="0"/>
                        <a:pt x="44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9" name="Google Shape;6229;p39"/>
                <p:cNvSpPr/>
                <p:nvPr/>
              </p:nvSpPr>
              <p:spPr>
                <a:xfrm>
                  <a:off x="1602875" y="4293675"/>
                  <a:ext cx="30425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7" h="943" extrusionOk="0">
                      <a:moveTo>
                        <a:pt x="609" y="0"/>
                      </a:moveTo>
                      <a:cubicBezTo>
                        <a:pt x="1" y="0"/>
                        <a:pt x="1" y="942"/>
                        <a:pt x="609" y="942"/>
                      </a:cubicBezTo>
                      <a:cubicBezTo>
                        <a:pt x="1217" y="942"/>
                        <a:pt x="1217" y="0"/>
                        <a:pt x="60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0" name="Google Shape;6230;p39"/>
                <p:cNvSpPr/>
                <p:nvPr/>
              </p:nvSpPr>
              <p:spPr>
                <a:xfrm>
                  <a:off x="1483575" y="4300500"/>
                  <a:ext cx="22825" cy="1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" h="731" extrusionOk="0">
                      <a:moveTo>
                        <a:pt x="456" y="1"/>
                      </a:moveTo>
                      <a:cubicBezTo>
                        <a:pt x="1" y="1"/>
                        <a:pt x="1" y="730"/>
                        <a:pt x="456" y="730"/>
                      </a:cubicBezTo>
                      <a:cubicBezTo>
                        <a:pt x="912" y="730"/>
                        <a:pt x="912" y="1"/>
                        <a:pt x="45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1" name="Google Shape;6231;p39"/>
                <p:cNvSpPr/>
                <p:nvPr/>
              </p:nvSpPr>
              <p:spPr>
                <a:xfrm>
                  <a:off x="1498025" y="4364325"/>
                  <a:ext cx="12175" cy="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366" extrusionOk="0">
                      <a:moveTo>
                        <a:pt x="243" y="1"/>
                      </a:moveTo>
                      <a:cubicBezTo>
                        <a:pt x="0" y="1"/>
                        <a:pt x="0" y="366"/>
                        <a:pt x="243" y="366"/>
                      </a:cubicBezTo>
                      <a:cubicBezTo>
                        <a:pt x="486" y="366"/>
                        <a:pt x="486" y="1"/>
                        <a:pt x="24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2" name="Google Shape;6232;p39"/>
                <p:cNvSpPr/>
                <p:nvPr/>
              </p:nvSpPr>
              <p:spPr>
                <a:xfrm>
                  <a:off x="1504100" y="4419050"/>
                  <a:ext cx="77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cubicBezTo>
                        <a:pt x="0" y="0"/>
                        <a:pt x="3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3" name="Google Shape;6233;p39"/>
                <p:cNvSpPr/>
                <p:nvPr/>
              </p:nvSpPr>
              <p:spPr>
                <a:xfrm>
                  <a:off x="1364275" y="4404600"/>
                  <a:ext cx="24350" cy="2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65" extrusionOk="0">
                      <a:moveTo>
                        <a:pt x="487" y="1"/>
                      </a:moveTo>
                      <a:cubicBezTo>
                        <a:pt x="396" y="1"/>
                        <a:pt x="244" y="31"/>
                        <a:pt x="183" y="122"/>
                      </a:cubicBezTo>
                      <a:cubicBezTo>
                        <a:pt x="122" y="214"/>
                        <a:pt x="61" y="274"/>
                        <a:pt x="61" y="366"/>
                      </a:cubicBezTo>
                      <a:lnTo>
                        <a:pt x="31" y="457"/>
                      </a:lnTo>
                      <a:cubicBezTo>
                        <a:pt x="0" y="548"/>
                        <a:pt x="0" y="609"/>
                        <a:pt x="31" y="700"/>
                      </a:cubicBezTo>
                      <a:cubicBezTo>
                        <a:pt x="61" y="791"/>
                        <a:pt x="92" y="852"/>
                        <a:pt x="152" y="913"/>
                      </a:cubicBezTo>
                      <a:cubicBezTo>
                        <a:pt x="244" y="1004"/>
                        <a:pt x="365" y="1065"/>
                        <a:pt x="487" y="1065"/>
                      </a:cubicBezTo>
                      <a:cubicBezTo>
                        <a:pt x="608" y="1065"/>
                        <a:pt x="730" y="1004"/>
                        <a:pt x="821" y="913"/>
                      </a:cubicBezTo>
                      <a:cubicBezTo>
                        <a:pt x="882" y="852"/>
                        <a:pt x="943" y="791"/>
                        <a:pt x="943" y="700"/>
                      </a:cubicBezTo>
                      <a:cubicBezTo>
                        <a:pt x="973" y="639"/>
                        <a:pt x="973" y="548"/>
                        <a:pt x="943" y="457"/>
                      </a:cubicBezTo>
                      <a:lnTo>
                        <a:pt x="943" y="366"/>
                      </a:lnTo>
                      <a:cubicBezTo>
                        <a:pt x="912" y="274"/>
                        <a:pt x="882" y="214"/>
                        <a:pt x="821" y="122"/>
                      </a:cubicBezTo>
                      <a:cubicBezTo>
                        <a:pt x="760" y="92"/>
                        <a:pt x="730" y="62"/>
                        <a:pt x="669" y="31"/>
                      </a:cubicBezTo>
                      <a:cubicBezTo>
                        <a:pt x="608" y="1"/>
                        <a:pt x="548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4" name="Google Shape;6234;p39"/>
                <p:cNvSpPr/>
                <p:nvPr/>
              </p:nvSpPr>
              <p:spPr>
                <a:xfrm>
                  <a:off x="1339200" y="4316475"/>
                  <a:ext cx="28900" cy="2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" h="912" extrusionOk="0">
                      <a:moveTo>
                        <a:pt x="578" y="0"/>
                      </a:moveTo>
                      <a:cubicBezTo>
                        <a:pt x="0" y="0"/>
                        <a:pt x="0" y="912"/>
                        <a:pt x="578" y="912"/>
                      </a:cubicBezTo>
                      <a:cubicBezTo>
                        <a:pt x="1155" y="912"/>
                        <a:pt x="1155" y="0"/>
                        <a:pt x="57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5" name="Google Shape;6235;p39"/>
                <p:cNvSpPr/>
                <p:nvPr/>
              </p:nvSpPr>
              <p:spPr>
                <a:xfrm>
                  <a:off x="1409875" y="4352600"/>
                  <a:ext cx="24325" cy="2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940" extrusionOk="0">
                      <a:moveTo>
                        <a:pt x="487" y="0"/>
                      </a:moveTo>
                      <a:cubicBezTo>
                        <a:pt x="466" y="0"/>
                        <a:pt x="446" y="4"/>
                        <a:pt x="426" y="14"/>
                      </a:cubicBezTo>
                      <a:cubicBezTo>
                        <a:pt x="395" y="14"/>
                        <a:pt x="365" y="14"/>
                        <a:pt x="304" y="44"/>
                      </a:cubicBezTo>
                      <a:cubicBezTo>
                        <a:pt x="274" y="75"/>
                        <a:pt x="213" y="105"/>
                        <a:pt x="183" y="136"/>
                      </a:cubicBezTo>
                      <a:cubicBezTo>
                        <a:pt x="91" y="227"/>
                        <a:pt x="0" y="348"/>
                        <a:pt x="0" y="470"/>
                      </a:cubicBezTo>
                      <a:cubicBezTo>
                        <a:pt x="0" y="622"/>
                        <a:pt x="61" y="713"/>
                        <a:pt x="183" y="804"/>
                      </a:cubicBezTo>
                      <a:cubicBezTo>
                        <a:pt x="213" y="865"/>
                        <a:pt x="304" y="895"/>
                        <a:pt x="365" y="926"/>
                      </a:cubicBezTo>
                      <a:cubicBezTo>
                        <a:pt x="405" y="926"/>
                        <a:pt x="446" y="939"/>
                        <a:pt x="487" y="939"/>
                      </a:cubicBezTo>
                      <a:cubicBezTo>
                        <a:pt x="507" y="939"/>
                        <a:pt x="527" y="936"/>
                        <a:pt x="547" y="926"/>
                      </a:cubicBezTo>
                      <a:cubicBezTo>
                        <a:pt x="608" y="926"/>
                        <a:pt x="638" y="926"/>
                        <a:pt x="669" y="895"/>
                      </a:cubicBezTo>
                      <a:cubicBezTo>
                        <a:pt x="730" y="895"/>
                        <a:pt x="760" y="865"/>
                        <a:pt x="790" y="835"/>
                      </a:cubicBezTo>
                      <a:cubicBezTo>
                        <a:pt x="821" y="804"/>
                        <a:pt x="851" y="774"/>
                        <a:pt x="851" y="743"/>
                      </a:cubicBezTo>
                      <a:cubicBezTo>
                        <a:pt x="912" y="683"/>
                        <a:pt x="973" y="561"/>
                        <a:pt x="973" y="470"/>
                      </a:cubicBezTo>
                      <a:cubicBezTo>
                        <a:pt x="973" y="379"/>
                        <a:pt x="942" y="318"/>
                        <a:pt x="912" y="227"/>
                      </a:cubicBezTo>
                      <a:cubicBezTo>
                        <a:pt x="851" y="166"/>
                        <a:pt x="790" y="105"/>
                        <a:pt x="730" y="75"/>
                      </a:cubicBezTo>
                      <a:lnTo>
                        <a:pt x="608" y="14"/>
                      </a:lnTo>
                      <a:cubicBezTo>
                        <a:pt x="568" y="14"/>
                        <a:pt x="527" y="0"/>
                        <a:pt x="48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6" name="Google Shape;6236;p39"/>
                <p:cNvSpPr/>
                <p:nvPr/>
              </p:nvSpPr>
              <p:spPr>
                <a:xfrm>
                  <a:off x="1526900" y="4417525"/>
                  <a:ext cx="27375" cy="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" h="852" extrusionOk="0">
                      <a:moveTo>
                        <a:pt x="547" y="1"/>
                      </a:moveTo>
                      <a:cubicBezTo>
                        <a:pt x="0" y="1"/>
                        <a:pt x="0" y="852"/>
                        <a:pt x="547" y="852"/>
                      </a:cubicBezTo>
                      <a:cubicBezTo>
                        <a:pt x="1094" y="852"/>
                        <a:pt x="1094" y="1"/>
                        <a:pt x="54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7" name="Google Shape;6237;p39"/>
                <p:cNvSpPr/>
                <p:nvPr/>
              </p:nvSpPr>
              <p:spPr>
                <a:xfrm>
                  <a:off x="1322475" y="4389925"/>
                  <a:ext cx="22075" cy="2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3" h="973" extrusionOk="0">
                      <a:moveTo>
                        <a:pt x="355" y="1"/>
                      </a:moveTo>
                      <a:cubicBezTo>
                        <a:pt x="294" y="1"/>
                        <a:pt x="233" y="16"/>
                        <a:pt x="183" y="41"/>
                      </a:cubicBezTo>
                      <a:cubicBezTo>
                        <a:pt x="61" y="132"/>
                        <a:pt x="1" y="254"/>
                        <a:pt x="31" y="406"/>
                      </a:cubicBezTo>
                      <a:cubicBezTo>
                        <a:pt x="61" y="497"/>
                        <a:pt x="92" y="558"/>
                        <a:pt x="122" y="649"/>
                      </a:cubicBezTo>
                      <a:lnTo>
                        <a:pt x="213" y="801"/>
                      </a:lnTo>
                      <a:cubicBezTo>
                        <a:pt x="252" y="918"/>
                        <a:pt x="379" y="972"/>
                        <a:pt x="497" y="972"/>
                      </a:cubicBezTo>
                      <a:cubicBezTo>
                        <a:pt x="563" y="972"/>
                        <a:pt x="626" y="955"/>
                        <a:pt x="669" y="922"/>
                      </a:cubicBezTo>
                      <a:cubicBezTo>
                        <a:pt x="852" y="831"/>
                        <a:pt x="882" y="618"/>
                        <a:pt x="791" y="466"/>
                      </a:cubicBezTo>
                      <a:lnTo>
                        <a:pt x="821" y="466"/>
                      </a:lnTo>
                      <a:cubicBezTo>
                        <a:pt x="730" y="345"/>
                        <a:pt x="669" y="193"/>
                        <a:pt x="578" y="102"/>
                      </a:cubicBezTo>
                      <a:cubicBezTo>
                        <a:pt x="525" y="30"/>
                        <a:pt x="440" y="1"/>
                        <a:pt x="35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8" name="Google Shape;6238;p39"/>
                <p:cNvSpPr/>
                <p:nvPr/>
              </p:nvSpPr>
              <p:spPr>
                <a:xfrm>
                  <a:off x="1239650" y="4373875"/>
                  <a:ext cx="18275" cy="1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" h="700" extrusionOk="0">
                      <a:moveTo>
                        <a:pt x="235" y="1"/>
                      </a:moveTo>
                      <a:cubicBezTo>
                        <a:pt x="220" y="1"/>
                        <a:pt x="203" y="4"/>
                        <a:pt x="183" y="14"/>
                      </a:cubicBezTo>
                      <a:cubicBezTo>
                        <a:pt x="153" y="14"/>
                        <a:pt x="122" y="44"/>
                        <a:pt x="92" y="75"/>
                      </a:cubicBezTo>
                      <a:cubicBezTo>
                        <a:pt x="61" y="105"/>
                        <a:pt x="31" y="136"/>
                        <a:pt x="31" y="166"/>
                      </a:cubicBezTo>
                      <a:cubicBezTo>
                        <a:pt x="31" y="196"/>
                        <a:pt x="1" y="257"/>
                        <a:pt x="31" y="288"/>
                      </a:cubicBezTo>
                      <a:cubicBezTo>
                        <a:pt x="31" y="318"/>
                        <a:pt x="31" y="318"/>
                        <a:pt x="31" y="348"/>
                      </a:cubicBezTo>
                      <a:cubicBezTo>
                        <a:pt x="31" y="379"/>
                        <a:pt x="31" y="409"/>
                        <a:pt x="31" y="440"/>
                      </a:cubicBezTo>
                      <a:lnTo>
                        <a:pt x="92" y="531"/>
                      </a:lnTo>
                      <a:cubicBezTo>
                        <a:pt x="122" y="592"/>
                        <a:pt x="183" y="652"/>
                        <a:pt x="244" y="683"/>
                      </a:cubicBezTo>
                      <a:cubicBezTo>
                        <a:pt x="284" y="693"/>
                        <a:pt x="328" y="700"/>
                        <a:pt x="372" y="700"/>
                      </a:cubicBezTo>
                      <a:cubicBezTo>
                        <a:pt x="460" y="700"/>
                        <a:pt x="548" y="673"/>
                        <a:pt x="608" y="592"/>
                      </a:cubicBezTo>
                      <a:cubicBezTo>
                        <a:pt x="700" y="500"/>
                        <a:pt x="730" y="379"/>
                        <a:pt x="700" y="257"/>
                      </a:cubicBezTo>
                      <a:cubicBezTo>
                        <a:pt x="700" y="196"/>
                        <a:pt x="639" y="136"/>
                        <a:pt x="578" y="75"/>
                      </a:cubicBezTo>
                      <a:cubicBezTo>
                        <a:pt x="517" y="44"/>
                        <a:pt x="456" y="14"/>
                        <a:pt x="365" y="14"/>
                      </a:cubicBezTo>
                      <a:lnTo>
                        <a:pt x="304" y="14"/>
                      </a:lnTo>
                      <a:cubicBezTo>
                        <a:pt x="284" y="14"/>
                        <a:pt x="264" y="1"/>
                        <a:pt x="23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9" name="Google Shape;6239;p39"/>
                <p:cNvSpPr/>
                <p:nvPr/>
              </p:nvSpPr>
              <p:spPr>
                <a:xfrm>
                  <a:off x="1235100" y="4293675"/>
                  <a:ext cx="18250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548" extrusionOk="0">
                      <a:moveTo>
                        <a:pt x="365" y="0"/>
                      </a:moveTo>
                      <a:cubicBezTo>
                        <a:pt x="0" y="0"/>
                        <a:pt x="0" y="547"/>
                        <a:pt x="365" y="547"/>
                      </a:cubicBezTo>
                      <a:cubicBezTo>
                        <a:pt x="730" y="547"/>
                        <a:pt x="730" y="0"/>
                        <a:pt x="3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0" name="Google Shape;6240;p39"/>
                <p:cNvSpPr/>
                <p:nvPr/>
              </p:nvSpPr>
              <p:spPr>
                <a:xfrm>
                  <a:off x="1268525" y="4340775"/>
                  <a:ext cx="25100" cy="1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" h="791" extrusionOk="0">
                      <a:moveTo>
                        <a:pt x="487" y="1"/>
                      </a:moveTo>
                      <a:cubicBezTo>
                        <a:pt x="1" y="1"/>
                        <a:pt x="1" y="791"/>
                        <a:pt x="487" y="791"/>
                      </a:cubicBezTo>
                      <a:cubicBezTo>
                        <a:pt x="1004" y="791"/>
                        <a:pt x="1004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1" name="Google Shape;6241;p39"/>
                <p:cNvSpPr/>
                <p:nvPr/>
              </p:nvSpPr>
              <p:spPr>
                <a:xfrm>
                  <a:off x="1162150" y="4359775"/>
                  <a:ext cx="22050" cy="1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" h="731" extrusionOk="0">
                      <a:moveTo>
                        <a:pt x="365" y="1"/>
                      </a:moveTo>
                      <a:cubicBezTo>
                        <a:pt x="274" y="1"/>
                        <a:pt x="183" y="61"/>
                        <a:pt x="122" y="122"/>
                      </a:cubicBezTo>
                      <a:cubicBezTo>
                        <a:pt x="61" y="183"/>
                        <a:pt x="0" y="274"/>
                        <a:pt x="0" y="365"/>
                      </a:cubicBezTo>
                      <a:cubicBezTo>
                        <a:pt x="31" y="456"/>
                        <a:pt x="61" y="578"/>
                        <a:pt x="122" y="639"/>
                      </a:cubicBezTo>
                      <a:cubicBezTo>
                        <a:pt x="183" y="700"/>
                        <a:pt x="274" y="730"/>
                        <a:pt x="365" y="730"/>
                      </a:cubicBezTo>
                      <a:cubicBezTo>
                        <a:pt x="487" y="730"/>
                        <a:pt x="608" y="730"/>
                        <a:pt x="699" y="669"/>
                      </a:cubicBezTo>
                      <a:cubicBezTo>
                        <a:pt x="760" y="639"/>
                        <a:pt x="790" y="608"/>
                        <a:pt x="821" y="548"/>
                      </a:cubicBezTo>
                      <a:cubicBezTo>
                        <a:pt x="851" y="487"/>
                        <a:pt x="882" y="426"/>
                        <a:pt x="882" y="365"/>
                      </a:cubicBezTo>
                      <a:cubicBezTo>
                        <a:pt x="882" y="305"/>
                        <a:pt x="851" y="244"/>
                        <a:pt x="821" y="213"/>
                      </a:cubicBezTo>
                      <a:cubicBezTo>
                        <a:pt x="790" y="153"/>
                        <a:pt x="760" y="122"/>
                        <a:pt x="699" y="92"/>
                      </a:cubicBezTo>
                      <a:cubicBezTo>
                        <a:pt x="608" y="31"/>
                        <a:pt x="487" y="31"/>
                        <a:pt x="3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2" name="Google Shape;6242;p39"/>
                <p:cNvSpPr/>
                <p:nvPr/>
              </p:nvSpPr>
              <p:spPr>
                <a:xfrm>
                  <a:off x="1117300" y="4402325"/>
                  <a:ext cx="26625" cy="3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" h="1217" extrusionOk="0">
                      <a:moveTo>
                        <a:pt x="518" y="1"/>
                      </a:moveTo>
                      <a:cubicBezTo>
                        <a:pt x="396" y="1"/>
                        <a:pt x="244" y="62"/>
                        <a:pt x="153" y="153"/>
                      </a:cubicBezTo>
                      <a:lnTo>
                        <a:pt x="92" y="274"/>
                      </a:lnTo>
                      <a:cubicBezTo>
                        <a:pt x="31" y="335"/>
                        <a:pt x="31" y="426"/>
                        <a:pt x="1" y="517"/>
                      </a:cubicBezTo>
                      <a:lnTo>
                        <a:pt x="1" y="669"/>
                      </a:lnTo>
                      <a:cubicBezTo>
                        <a:pt x="1" y="761"/>
                        <a:pt x="31" y="821"/>
                        <a:pt x="62" y="882"/>
                      </a:cubicBezTo>
                      <a:cubicBezTo>
                        <a:pt x="62" y="943"/>
                        <a:pt x="122" y="1004"/>
                        <a:pt x="153" y="1065"/>
                      </a:cubicBezTo>
                      <a:cubicBezTo>
                        <a:pt x="214" y="1095"/>
                        <a:pt x="274" y="1125"/>
                        <a:pt x="335" y="1156"/>
                      </a:cubicBezTo>
                      <a:cubicBezTo>
                        <a:pt x="396" y="1186"/>
                        <a:pt x="457" y="1217"/>
                        <a:pt x="548" y="1217"/>
                      </a:cubicBezTo>
                      <a:cubicBezTo>
                        <a:pt x="670" y="1217"/>
                        <a:pt x="822" y="1156"/>
                        <a:pt x="913" y="1065"/>
                      </a:cubicBezTo>
                      <a:cubicBezTo>
                        <a:pt x="1004" y="943"/>
                        <a:pt x="1065" y="821"/>
                        <a:pt x="1065" y="669"/>
                      </a:cubicBezTo>
                      <a:lnTo>
                        <a:pt x="1034" y="517"/>
                      </a:lnTo>
                      <a:cubicBezTo>
                        <a:pt x="1034" y="396"/>
                        <a:pt x="1004" y="244"/>
                        <a:pt x="882" y="153"/>
                      </a:cubicBezTo>
                      <a:cubicBezTo>
                        <a:pt x="852" y="122"/>
                        <a:pt x="791" y="62"/>
                        <a:pt x="730" y="62"/>
                      </a:cubicBezTo>
                      <a:cubicBezTo>
                        <a:pt x="670" y="31"/>
                        <a:pt x="609" y="1"/>
                        <a:pt x="51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3" name="Google Shape;6243;p39"/>
                <p:cNvSpPr/>
                <p:nvPr/>
              </p:nvSpPr>
              <p:spPr>
                <a:xfrm>
                  <a:off x="1246500" y="4413725"/>
                  <a:ext cx="13700" cy="1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27" extrusionOk="0">
                      <a:moveTo>
                        <a:pt x="274" y="1"/>
                      </a:moveTo>
                      <a:cubicBezTo>
                        <a:pt x="0" y="1"/>
                        <a:pt x="0" y="426"/>
                        <a:pt x="274" y="426"/>
                      </a:cubicBezTo>
                      <a:cubicBezTo>
                        <a:pt x="547" y="426"/>
                        <a:pt x="547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4" name="Google Shape;6244;p39"/>
                <p:cNvSpPr/>
                <p:nvPr/>
              </p:nvSpPr>
              <p:spPr>
                <a:xfrm>
                  <a:off x="1307275" y="4412975"/>
                  <a:ext cx="19800" cy="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821" extrusionOk="0">
                      <a:moveTo>
                        <a:pt x="396" y="0"/>
                      </a:moveTo>
                      <a:lnTo>
                        <a:pt x="335" y="31"/>
                      </a:lnTo>
                      <a:cubicBezTo>
                        <a:pt x="274" y="31"/>
                        <a:pt x="244" y="61"/>
                        <a:pt x="183" y="91"/>
                      </a:cubicBezTo>
                      <a:cubicBezTo>
                        <a:pt x="153" y="122"/>
                        <a:pt x="122" y="183"/>
                        <a:pt x="92" y="243"/>
                      </a:cubicBezTo>
                      <a:cubicBezTo>
                        <a:pt x="1" y="365"/>
                        <a:pt x="31" y="517"/>
                        <a:pt x="92" y="608"/>
                      </a:cubicBezTo>
                      <a:cubicBezTo>
                        <a:pt x="153" y="730"/>
                        <a:pt x="274" y="821"/>
                        <a:pt x="396" y="821"/>
                      </a:cubicBezTo>
                      <a:cubicBezTo>
                        <a:pt x="548" y="821"/>
                        <a:pt x="669" y="730"/>
                        <a:pt x="730" y="608"/>
                      </a:cubicBezTo>
                      <a:cubicBezTo>
                        <a:pt x="791" y="517"/>
                        <a:pt x="791" y="365"/>
                        <a:pt x="730" y="243"/>
                      </a:cubicBezTo>
                      <a:cubicBezTo>
                        <a:pt x="700" y="183"/>
                        <a:pt x="669" y="152"/>
                        <a:pt x="609" y="91"/>
                      </a:cubicBezTo>
                      <a:cubicBezTo>
                        <a:pt x="548" y="61"/>
                        <a:pt x="487" y="0"/>
                        <a:pt x="39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5" name="Google Shape;6245;p39"/>
                <p:cNvSpPr/>
                <p:nvPr/>
              </p:nvSpPr>
              <p:spPr>
                <a:xfrm>
                  <a:off x="1170500" y="4397775"/>
                  <a:ext cx="20550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39" extrusionOk="0">
                      <a:moveTo>
                        <a:pt x="396" y="0"/>
                      </a:moveTo>
                      <a:cubicBezTo>
                        <a:pt x="1" y="0"/>
                        <a:pt x="1" y="639"/>
                        <a:pt x="396" y="639"/>
                      </a:cubicBezTo>
                      <a:cubicBezTo>
                        <a:pt x="821" y="639"/>
                        <a:pt x="821" y="0"/>
                        <a:pt x="39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6" name="Google Shape;6246;p39"/>
                <p:cNvSpPr/>
                <p:nvPr/>
              </p:nvSpPr>
              <p:spPr>
                <a:xfrm>
                  <a:off x="1332350" y="4273625"/>
                  <a:ext cx="21300" cy="1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" h="723" extrusionOk="0">
                      <a:moveTo>
                        <a:pt x="491" y="0"/>
                      </a:moveTo>
                      <a:cubicBezTo>
                        <a:pt x="459" y="0"/>
                        <a:pt x="426" y="4"/>
                        <a:pt x="396" y="12"/>
                      </a:cubicBezTo>
                      <a:lnTo>
                        <a:pt x="305" y="12"/>
                      </a:lnTo>
                      <a:cubicBezTo>
                        <a:pt x="305" y="12"/>
                        <a:pt x="274" y="42"/>
                        <a:pt x="274" y="42"/>
                      </a:cubicBezTo>
                      <a:cubicBezTo>
                        <a:pt x="214" y="42"/>
                        <a:pt x="153" y="73"/>
                        <a:pt x="122" y="133"/>
                      </a:cubicBezTo>
                      <a:cubicBezTo>
                        <a:pt x="92" y="133"/>
                        <a:pt x="92" y="164"/>
                        <a:pt x="62" y="194"/>
                      </a:cubicBezTo>
                      <a:cubicBezTo>
                        <a:pt x="1" y="285"/>
                        <a:pt x="1" y="437"/>
                        <a:pt x="62" y="529"/>
                      </a:cubicBezTo>
                      <a:cubicBezTo>
                        <a:pt x="92" y="559"/>
                        <a:pt x="92" y="559"/>
                        <a:pt x="122" y="589"/>
                      </a:cubicBezTo>
                      <a:cubicBezTo>
                        <a:pt x="153" y="620"/>
                        <a:pt x="214" y="650"/>
                        <a:pt x="274" y="681"/>
                      </a:cubicBezTo>
                      <a:lnTo>
                        <a:pt x="305" y="681"/>
                      </a:lnTo>
                      <a:lnTo>
                        <a:pt x="396" y="711"/>
                      </a:lnTo>
                      <a:cubicBezTo>
                        <a:pt x="426" y="719"/>
                        <a:pt x="459" y="722"/>
                        <a:pt x="491" y="722"/>
                      </a:cubicBezTo>
                      <a:cubicBezTo>
                        <a:pt x="590" y="722"/>
                        <a:pt x="692" y="688"/>
                        <a:pt x="761" y="620"/>
                      </a:cubicBezTo>
                      <a:cubicBezTo>
                        <a:pt x="821" y="559"/>
                        <a:pt x="852" y="468"/>
                        <a:pt x="852" y="346"/>
                      </a:cubicBezTo>
                      <a:cubicBezTo>
                        <a:pt x="852" y="255"/>
                        <a:pt x="821" y="164"/>
                        <a:pt x="761" y="103"/>
                      </a:cubicBezTo>
                      <a:cubicBezTo>
                        <a:pt x="692" y="35"/>
                        <a:pt x="590" y="0"/>
                        <a:pt x="49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7" name="Google Shape;6247;p39"/>
                <p:cNvSpPr/>
                <p:nvPr/>
              </p:nvSpPr>
              <p:spPr>
                <a:xfrm>
                  <a:off x="1464575" y="4210850"/>
                  <a:ext cx="15975" cy="1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608" extrusionOk="0">
                      <a:moveTo>
                        <a:pt x="433" y="52"/>
                      </a:moveTo>
                      <a:cubicBezTo>
                        <a:pt x="438" y="52"/>
                        <a:pt x="446" y="56"/>
                        <a:pt x="453" y="61"/>
                      </a:cubicBezTo>
                      <a:lnTo>
                        <a:pt x="426" y="61"/>
                      </a:lnTo>
                      <a:cubicBezTo>
                        <a:pt x="426" y="54"/>
                        <a:pt x="429" y="52"/>
                        <a:pt x="433" y="52"/>
                      </a:cubicBezTo>
                      <a:close/>
                      <a:moveTo>
                        <a:pt x="305" y="0"/>
                      </a:moveTo>
                      <a:cubicBezTo>
                        <a:pt x="274" y="0"/>
                        <a:pt x="213" y="0"/>
                        <a:pt x="183" y="61"/>
                      </a:cubicBezTo>
                      <a:cubicBezTo>
                        <a:pt x="61" y="122"/>
                        <a:pt x="1" y="274"/>
                        <a:pt x="31" y="395"/>
                      </a:cubicBezTo>
                      <a:cubicBezTo>
                        <a:pt x="61" y="517"/>
                        <a:pt x="183" y="608"/>
                        <a:pt x="305" y="608"/>
                      </a:cubicBezTo>
                      <a:cubicBezTo>
                        <a:pt x="426" y="608"/>
                        <a:pt x="548" y="547"/>
                        <a:pt x="578" y="426"/>
                      </a:cubicBezTo>
                      <a:cubicBezTo>
                        <a:pt x="639" y="304"/>
                        <a:pt x="578" y="152"/>
                        <a:pt x="457" y="61"/>
                      </a:cubicBezTo>
                      <a:cubicBezTo>
                        <a:pt x="426" y="30"/>
                        <a:pt x="365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8" name="Google Shape;6248;p39"/>
                <p:cNvSpPr/>
                <p:nvPr/>
              </p:nvSpPr>
              <p:spPr>
                <a:xfrm>
                  <a:off x="1466850" y="4112050"/>
                  <a:ext cx="19800" cy="1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791" extrusionOk="0">
                      <a:moveTo>
                        <a:pt x="396" y="1"/>
                      </a:moveTo>
                      <a:cubicBezTo>
                        <a:pt x="335" y="1"/>
                        <a:pt x="274" y="31"/>
                        <a:pt x="214" y="92"/>
                      </a:cubicBezTo>
                      <a:cubicBezTo>
                        <a:pt x="153" y="122"/>
                        <a:pt x="122" y="183"/>
                        <a:pt x="92" y="244"/>
                      </a:cubicBezTo>
                      <a:cubicBezTo>
                        <a:pt x="31" y="365"/>
                        <a:pt x="1" y="517"/>
                        <a:pt x="92" y="609"/>
                      </a:cubicBezTo>
                      <a:cubicBezTo>
                        <a:pt x="153" y="730"/>
                        <a:pt x="274" y="791"/>
                        <a:pt x="396" y="791"/>
                      </a:cubicBezTo>
                      <a:cubicBezTo>
                        <a:pt x="548" y="791"/>
                        <a:pt x="670" y="730"/>
                        <a:pt x="730" y="609"/>
                      </a:cubicBezTo>
                      <a:cubicBezTo>
                        <a:pt x="791" y="517"/>
                        <a:pt x="791" y="365"/>
                        <a:pt x="730" y="244"/>
                      </a:cubicBezTo>
                      <a:cubicBezTo>
                        <a:pt x="700" y="183"/>
                        <a:pt x="670" y="122"/>
                        <a:pt x="609" y="92"/>
                      </a:cubicBezTo>
                      <a:cubicBezTo>
                        <a:pt x="548" y="31"/>
                        <a:pt x="487" y="1"/>
                        <a:pt x="3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9" name="Google Shape;6249;p39"/>
                <p:cNvSpPr/>
                <p:nvPr/>
              </p:nvSpPr>
              <p:spPr>
                <a:xfrm>
                  <a:off x="1364275" y="4180450"/>
                  <a:ext cx="6100" cy="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" h="365" extrusionOk="0">
                      <a:moveTo>
                        <a:pt x="122" y="0"/>
                      </a:moveTo>
                      <a:cubicBezTo>
                        <a:pt x="61" y="0"/>
                        <a:pt x="31" y="61"/>
                        <a:pt x="31" y="122"/>
                      </a:cubicBezTo>
                      <a:cubicBezTo>
                        <a:pt x="31" y="152"/>
                        <a:pt x="31" y="213"/>
                        <a:pt x="0" y="243"/>
                      </a:cubicBezTo>
                      <a:cubicBezTo>
                        <a:pt x="0" y="304"/>
                        <a:pt x="61" y="365"/>
                        <a:pt x="122" y="365"/>
                      </a:cubicBezTo>
                      <a:cubicBezTo>
                        <a:pt x="183" y="365"/>
                        <a:pt x="244" y="304"/>
                        <a:pt x="244" y="243"/>
                      </a:cubicBezTo>
                      <a:lnTo>
                        <a:pt x="244" y="122"/>
                      </a:lnTo>
                      <a:cubicBezTo>
                        <a:pt x="213" y="61"/>
                        <a:pt x="213" y="0"/>
                        <a:pt x="12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0" name="Google Shape;6250;p39"/>
                <p:cNvSpPr/>
                <p:nvPr/>
              </p:nvSpPr>
              <p:spPr>
                <a:xfrm>
                  <a:off x="1332350" y="4094200"/>
                  <a:ext cx="16000" cy="1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" h="715" extrusionOk="0">
                      <a:moveTo>
                        <a:pt x="320" y="0"/>
                      </a:moveTo>
                      <a:cubicBezTo>
                        <a:pt x="229" y="0"/>
                        <a:pt x="138" y="46"/>
                        <a:pt x="92" y="137"/>
                      </a:cubicBezTo>
                      <a:cubicBezTo>
                        <a:pt x="62" y="198"/>
                        <a:pt x="31" y="259"/>
                        <a:pt x="31" y="350"/>
                      </a:cubicBezTo>
                      <a:cubicBezTo>
                        <a:pt x="1" y="441"/>
                        <a:pt x="1" y="563"/>
                        <a:pt x="92" y="623"/>
                      </a:cubicBezTo>
                      <a:cubicBezTo>
                        <a:pt x="153" y="684"/>
                        <a:pt x="214" y="715"/>
                        <a:pt x="305" y="715"/>
                      </a:cubicBezTo>
                      <a:cubicBezTo>
                        <a:pt x="396" y="715"/>
                        <a:pt x="487" y="684"/>
                        <a:pt x="518" y="623"/>
                      </a:cubicBezTo>
                      <a:cubicBezTo>
                        <a:pt x="609" y="563"/>
                        <a:pt x="639" y="441"/>
                        <a:pt x="609" y="350"/>
                      </a:cubicBezTo>
                      <a:cubicBezTo>
                        <a:pt x="609" y="259"/>
                        <a:pt x="578" y="198"/>
                        <a:pt x="548" y="137"/>
                      </a:cubicBezTo>
                      <a:cubicBezTo>
                        <a:pt x="502" y="46"/>
                        <a:pt x="411" y="0"/>
                        <a:pt x="3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1" name="Google Shape;6251;p39"/>
                <p:cNvSpPr/>
                <p:nvPr/>
              </p:nvSpPr>
              <p:spPr>
                <a:xfrm>
                  <a:off x="1436475" y="4036825"/>
                  <a:ext cx="1825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670" extrusionOk="0">
                      <a:moveTo>
                        <a:pt x="395" y="0"/>
                      </a:moveTo>
                      <a:cubicBezTo>
                        <a:pt x="274" y="0"/>
                        <a:pt x="152" y="31"/>
                        <a:pt x="91" y="152"/>
                      </a:cubicBezTo>
                      <a:cubicBezTo>
                        <a:pt x="0" y="244"/>
                        <a:pt x="0" y="365"/>
                        <a:pt x="30" y="487"/>
                      </a:cubicBezTo>
                      <a:cubicBezTo>
                        <a:pt x="91" y="578"/>
                        <a:pt x="182" y="669"/>
                        <a:pt x="304" y="669"/>
                      </a:cubicBezTo>
                      <a:lnTo>
                        <a:pt x="486" y="669"/>
                      </a:lnTo>
                      <a:cubicBezTo>
                        <a:pt x="547" y="639"/>
                        <a:pt x="608" y="578"/>
                        <a:pt x="638" y="517"/>
                      </a:cubicBezTo>
                      <a:cubicBezTo>
                        <a:pt x="638" y="487"/>
                        <a:pt x="669" y="456"/>
                        <a:pt x="669" y="426"/>
                      </a:cubicBezTo>
                      <a:cubicBezTo>
                        <a:pt x="730" y="396"/>
                        <a:pt x="730" y="304"/>
                        <a:pt x="669" y="244"/>
                      </a:cubicBezTo>
                      <a:cubicBezTo>
                        <a:pt x="669" y="244"/>
                        <a:pt x="669" y="213"/>
                        <a:pt x="638" y="213"/>
                      </a:cubicBezTo>
                      <a:cubicBezTo>
                        <a:pt x="608" y="92"/>
                        <a:pt x="517" y="31"/>
                        <a:pt x="3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2" name="Google Shape;6252;p39"/>
                <p:cNvSpPr/>
                <p:nvPr/>
              </p:nvSpPr>
              <p:spPr>
                <a:xfrm>
                  <a:off x="1380225" y="4238200"/>
                  <a:ext cx="20550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39" extrusionOk="0">
                      <a:moveTo>
                        <a:pt x="396" y="0"/>
                      </a:moveTo>
                      <a:cubicBezTo>
                        <a:pt x="1" y="0"/>
                        <a:pt x="1" y="639"/>
                        <a:pt x="396" y="639"/>
                      </a:cubicBezTo>
                      <a:cubicBezTo>
                        <a:pt x="821" y="639"/>
                        <a:pt x="821" y="0"/>
                        <a:pt x="39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3" name="Google Shape;6253;p39"/>
                <p:cNvSpPr/>
                <p:nvPr/>
              </p:nvSpPr>
              <p:spPr>
                <a:xfrm>
                  <a:off x="1239650" y="4210850"/>
                  <a:ext cx="19025" cy="1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608" extrusionOk="0">
                      <a:moveTo>
                        <a:pt x="365" y="0"/>
                      </a:moveTo>
                      <a:cubicBezTo>
                        <a:pt x="1" y="0"/>
                        <a:pt x="1" y="608"/>
                        <a:pt x="365" y="608"/>
                      </a:cubicBezTo>
                      <a:cubicBezTo>
                        <a:pt x="760" y="608"/>
                        <a:pt x="760" y="0"/>
                        <a:pt x="3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4" name="Google Shape;6254;p39"/>
                <p:cNvSpPr/>
                <p:nvPr/>
              </p:nvSpPr>
              <p:spPr>
                <a:xfrm>
                  <a:off x="1238125" y="4104450"/>
                  <a:ext cx="12200" cy="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396" extrusionOk="0">
                      <a:moveTo>
                        <a:pt x="244" y="1"/>
                      </a:moveTo>
                      <a:cubicBezTo>
                        <a:pt x="1" y="1"/>
                        <a:pt x="1" y="396"/>
                        <a:pt x="244" y="396"/>
                      </a:cubicBezTo>
                      <a:cubicBezTo>
                        <a:pt x="487" y="396"/>
                        <a:pt x="487" y="1"/>
                        <a:pt x="24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5" name="Google Shape;6255;p39"/>
                <p:cNvSpPr/>
                <p:nvPr/>
              </p:nvSpPr>
              <p:spPr>
                <a:xfrm>
                  <a:off x="1130975" y="4248075"/>
                  <a:ext cx="17525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" h="548" extrusionOk="0">
                      <a:moveTo>
                        <a:pt x="335" y="0"/>
                      </a:moveTo>
                      <a:cubicBezTo>
                        <a:pt x="1" y="0"/>
                        <a:pt x="1" y="548"/>
                        <a:pt x="335" y="548"/>
                      </a:cubicBezTo>
                      <a:cubicBezTo>
                        <a:pt x="700" y="548"/>
                        <a:pt x="700" y="0"/>
                        <a:pt x="33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6" name="Google Shape;6256;p39"/>
                <p:cNvSpPr/>
                <p:nvPr/>
              </p:nvSpPr>
              <p:spPr>
                <a:xfrm>
                  <a:off x="1232800" y="4240475"/>
                  <a:ext cx="13725" cy="1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" h="426" extrusionOk="0">
                      <a:moveTo>
                        <a:pt x="275" y="0"/>
                      </a:moveTo>
                      <a:cubicBezTo>
                        <a:pt x="1" y="0"/>
                        <a:pt x="1" y="426"/>
                        <a:pt x="275" y="426"/>
                      </a:cubicBezTo>
                      <a:cubicBezTo>
                        <a:pt x="548" y="426"/>
                        <a:pt x="548" y="0"/>
                        <a:pt x="27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7" name="Google Shape;6257;p39"/>
                <p:cNvSpPr/>
                <p:nvPr/>
              </p:nvSpPr>
              <p:spPr>
                <a:xfrm>
                  <a:off x="1152275" y="4297475"/>
                  <a:ext cx="1977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5" y="0"/>
                      </a:moveTo>
                      <a:cubicBezTo>
                        <a:pt x="0" y="0"/>
                        <a:pt x="0" y="608"/>
                        <a:pt x="395" y="608"/>
                      </a:cubicBezTo>
                      <a:cubicBezTo>
                        <a:pt x="790" y="608"/>
                        <a:pt x="790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8" name="Google Shape;6258;p39"/>
                <p:cNvSpPr/>
                <p:nvPr/>
              </p:nvSpPr>
              <p:spPr>
                <a:xfrm>
                  <a:off x="1052725" y="4302775"/>
                  <a:ext cx="19025" cy="1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579" extrusionOk="0">
                      <a:moveTo>
                        <a:pt x="365" y="1"/>
                      </a:moveTo>
                      <a:cubicBezTo>
                        <a:pt x="0" y="1"/>
                        <a:pt x="0" y="578"/>
                        <a:pt x="365" y="578"/>
                      </a:cubicBezTo>
                      <a:cubicBezTo>
                        <a:pt x="760" y="578"/>
                        <a:pt x="760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9" name="Google Shape;6259;p39"/>
                <p:cNvSpPr/>
                <p:nvPr/>
              </p:nvSpPr>
              <p:spPr>
                <a:xfrm>
                  <a:off x="1102100" y="4360975"/>
                  <a:ext cx="18275" cy="1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" h="645" extrusionOk="0">
                      <a:moveTo>
                        <a:pt x="425" y="1"/>
                      </a:moveTo>
                      <a:cubicBezTo>
                        <a:pt x="404" y="1"/>
                        <a:pt x="383" y="4"/>
                        <a:pt x="366" y="13"/>
                      </a:cubicBezTo>
                      <a:cubicBezTo>
                        <a:pt x="305" y="13"/>
                        <a:pt x="214" y="44"/>
                        <a:pt x="183" y="105"/>
                      </a:cubicBezTo>
                      <a:lnTo>
                        <a:pt x="122" y="165"/>
                      </a:lnTo>
                      <a:cubicBezTo>
                        <a:pt x="1" y="226"/>
                        <a:pt x="1" y="408"/>
                        <a:pt x="122" y="500"/>
                      </a:cubicBezTo>
                      <a:cubicBezTo>
                        <a:pt x="153" y="500"/>
                        <a:pt x="153" y="500"/>
                        <a:pt x="183" y="530"/>
                      </a:cubicBezTo>
                      <a:lnTo>
                        <a:pt x="122" y="500"/>
                      </a:lnTo>
                      <a:lnTo>
                        <a:pt x="183" y="560"/>
                      </a:lnTo>
                      <a:lnTo>
                        <a:pt x="244" y="591"/>
                      </a:lnTo>
                      <a:lnTo>
                        <a:pt x="335" y="621"/>
                      </a:lnTo>
                      <a:cubicBezTo>
                        <a:pt x="366" y="636"/>
                        <a:pt x="396" y="644"/>
                        <a:pt x="426" y="644"/>
                      </a:cubicBezTo>
                      <a:cubicBezTo>
                        <a:pt x="457" y="644"/>
                        <a:pt x="487" y="636"/>
                        <a:pt x="518" y="621"/>
                      </a:cubicBezTo>
                      <a:cubicBezTo>
                        <a:pt x="639" y="560"/>
                        <a:pt x="730" y="439"/>
                        <a:pt x="730" y="317"/>
                      </a:cubicBezTo>
                      <a:cubicBezTo>
                        <a:pt x="730" y="226"/>
                        <a:pt x="670" y="105"/>
                        <a:pt x="578" y="44"/>
                      </a:cubicBezTo>
                      <a:cubicBezTo>
                        <a:pt x="535" y="22"/>
                        <a:pt x="477" y="1"/>
                        <a:pt x="42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0" name="Google Shape;6260;p39"/>
                <p:cNvSpPr/>
                <p:nvPr/>
              </p:nvSpPr>
              <p:spPr>
                <a:xfrm>
                  <a:off x="1041325" y="4397900"/>
                  <a:ext cx="16725" cy="1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9" h="612" extrusionOk="0">
                      <a:moveTo>
                        <a:pt x="279" y="1"/>
                      </a:moveTo>
                      <a:cubicBezTo>
                        <a:pt x="205" y="1"/>
                        <a:pt x="126" y="44"/>
                        <a:pt x="61" y="87"/>
                      </a:cubicBezTo>
                      <a:cubicBezTo>
                        <a:pt x="31" y="147"/>
                        <a:pt x="0" y="208"/>
                        <a:pt x="0" y="299"/>
                      </a:cubicBezTo>
                      <a:cubicBezTo>
                        <a:pt x="0" y="390"/>
                        <a:pt x="31" y="451"/>
                        <a:pt x="61" y="512"/>
                      </a:cubicBezTo>
                      <a:cubicBezTo>
                        <a:pt x="136" y="562"/>
                        <a:pt x="230" y="611"/>
                        <a:pt x="312" y="611"/>
                      </a:cubicBezTo>
                      <a:cubicBezTo>
                        <a:pt x="331" y="611"/>
                        <a:pt x="348" y="609"/>
                        <a:pt x="365" y="603"/>
                      </a:cubicBezTo>
                      <a:lnTo>
                        <a:pt x="487" y="542"/>
                      </a:lnTo>
                      <a:cubicBezTo>
                        <a:pt x="547" y="512"/>
                        <a:pt x="578" y="512"/>
                        <a:pt x="608" y="451"/>
                      </a:cubicBezTo>
                      <a:cubicBezTo>
                        <a:pt x="639" y="421"/>
                        <a:pt x="669" y="360"/>
                        <a:pt x="669" y="299"/>
                      </a:cubicBezTo>
                      <a:cubicBezTo>
                        <a:pt x="669" y="269"/>
                        <a:pt x="669" y="208"/>
                        <a:pt x="639" y="178"/>
                      </a:cubicBezTo>
                      <a:cubicBezTo>
                        <a:pt x="608" y="117"/>
                        <a:pt x="547" y="87"/>
                        <a:pt x="487" y="56"/>
                      </a:cubicBezTo>
                      <a:lnTo>
                        <a:pt x="365" y="26"/>
                      </a:lnTo>
                      <a:cubicBezTo>
                        <a:pt x="338" y="8"/>
                        <a:pt x="309" y="1"/>
                        <a:pt x="27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1" name="Google Shape;6261;p39"/>
                <p:cNvSpPr/>
                <p:nvPr/>
              </p:nvSpPr>
              <p:spPr>
                <a:xfrm>
                  <a:off x="1077025" y="4421325"/>
                  <a:ext cx="6125" cy="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" h="183" extrusionOk="0">
                      <a:moveTo>
                        <a:pt x="122" y="1"/>
                      </a:moveTo>
                      <a:cubicBezTo>
                        <a:pt x="1" y="1"/>
                        <a:pt x="1" y="183"/>
                        <a:pt x="122" y="183"/>
                      </a:cubicBezTo>
                      <a:cubicBezTo>
                        <a:pt x="244" y="183"/>
                        <a:pt x="244" y="1"/>
                        <a:pt x="12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2" name="Google Shape;6262;p39"/>
                <p:cNvSpPr/>
                <p:nvPr/>
              </p:nvSpPr>
              <p:spPr>
                <a:xfrm>
                  <a:off x="1198625" y="4435000"/>
                  <a:ext cx="18250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548" extrusionOk="0">
                      <a:moveTo>
                        <a:pt x="365" y="1"/>
                      </a:moveTo>
                      <a:cubicBezTo>
                        <a:pt x="0" y="1"/>
                        <a:pt x="0" y="548"/>
                        <a:pt x="365" y="548"/>
                      </a:cubicBezTo>
                      <a:cubicBezTo>
                        <a:pt x="730" y="548"/>
                        <a:pt x="730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3" name="Google Shape;6263;p39"/>
                <p:cNvSpPr/>
                <p:nvPr/>
              </p:nvSpPr>
              <p:spPr>
                <a:xfrm>
                  <a:off x="1455450" y="4427400"/>
                  <a:ext cx="15225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457" extrusionOk="0">
                      <a:moveTo>
                        <a:pt x="305" y="1"/>
                      </a:moveTo>
                      <a:cubicBezTo>
                        <a:pt x="1" y="1"/>
                        <a:pt x="1" y="457"/>
                        <a:pt x="305" y="457"/>
                      </a:cubicBezTo>
                      <a:cubicBezTo>
                        <a:pt x="609" y="457"/>
                        <a:pt x="609" y="1"/>
                        <a:pt x="30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4" name="Google Shape;6264;p39"/>
                <p:cNvSpPr/>
                <p:nvPr/>
              </p:nvSpPr>
              <p:spPr>
                <a:xfrm>
                  <a:off x="1594525" y="4429675"/>
                  <a:ext cx="20550" cy="1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40" extrusionOk="0">
                      <a:moveTo>
                        <a:pt x="395" y="1"/>
                      </a:moveTo>
                      <a:cubicBezTo>
                        <a:pt x="0" y="1"/>
                        <a:pt x="0" y="639"/>
                        <a:pt x="395" y="639"/>
                      </a:cubicBezTo>
                      <a:cubicBezTo>
                        <a:pt x="821" y="639"/>
                        <a:pt x="821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5" name="Google Shape;6265;p39"/>
                <p:cNvSpPr/>
                <p:nvPr/>
              </p:nvSpPr>
              <p:spPr>
                <a:xfrm>
                  <a:off x="1768525" y="4433475"/>
                  <a:ext cx="21325" cy="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3" h="709" extrusionOk="0">
                      <a:moveTo>
                        <a:pt x="366" y="1"/>
                      </a:moveTo>
                      <a:cubicBezTo>
                        <a:pt x="275" y="1"/>
                        <a:pt x="183" y="31"/>
                        <a:pt x="123" y="92"/>
                      </a:cubicBezTo>
                      <a:cubicBezTo>
                        <a:pt x="62" y="153"/>
                        <a:pt x="1" y="274"/>
                        <a:pt x="1" y="366"/>
                      </a:cubicBezTo>
                      <a:cubicBezTo>
                        <a:pt x="31" y="457"/>
                        <a:pt x="62" y="548"/>
                        <a:pt x="123" y="609"/>
                      </a:cubicBezTo>
                      <a:cubicBezTo>
                        <a:pt x="172" y="658"/>
                        <a:pt x="242" y="708"/>
                        <a:pt x="316" y="708"/>
                      </a:cubicBezTo>
                      <a:cubicBezTo>
                        <a:pt x="332" y="708"/>
                        <a:pt x="349" y="706"/>
                        <a:pt x="366" y="700"/>
                      </a:cubicBezTo>
                      <a:lnTo>
                        <a:pt x="487" y="700"/>
                      </a:lnTo>
                      <a:cubicBezTo>
                        <a:pt x="609" y="700"/>
                        <a:pt x="670" y="670"/>
                        <a:pt x="761" y="609"/>
                      </a:cubicBezTo>
                      <a:cubicBezTo>
                        <a:pt x="822" y="548"/>
                        <a:pt x="852" y="426"/>
                        <a:pt x="852" y="335"/>
                      </a:cubicBezTo>
                      <a:cubicBezTo>
                        <a:pt x="852" y="274"/>
                        <a:pt x="822" y="153"/>
                        <a:pt x="761" y="92"/>
                      </a:cubicBezTo>
                      <a:cubicBezTo>
                        <a:pt x="670" y="31"/>
                        <a:pt x="609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6" name="Google Shape;6266;p39"/>
                <p:cNvSpPr/>
                <p:nvPr/>
              </p:nvSpPr>
              <p:spPr>
                <a:xfrm>
                  <a:off x="1961550" y="4438425"/>
                  <a:ext cx="18250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639" extrusionOk="0">
                      <a:moveTo>
                        <a:pt x="308" y="1"/>
                      </a:moveTo>
                      <a:cubicBezTo>
                        <a:pt x="251" y="1"/>
                        <a:pt x="198" y="16"/>
                        <a:pt x="152" y="46"/>
                      </a:cubicBezTo>
                      <a:cubicBezTo>
                        <a:pt x="61" y="107"/>
                        <a:pt x="0" y="228"/>
                        <a:pt x="0" y="320"/>
                      </a:cubicBezTo>
                      <a:cubicBezTo>
                        <a:pt x="0" y="441"/>
                        <a:pt x="61" y="563"/>
                        <a:pt x="152" y="593"/>
                      </a:cubicBezTo>
                      <a:cubicBezTo>
                        <a:pt x="198" y="624"/>
                        <a:pt x="251" y="639"/>
                        <a:pt x="308" y="639"/>
                      </a:cubicBezTo>
                      <a:cubicBezTo>
                        <a:pt x="365" y="639"/>
                        <a:pt x="426" y="624"/>
                        <a:pt x="487" y="593"/>
                      </a:cubicBezTo>
                      <a:cubicBezTo>
                        <a:pt x="487" y="593"/>
                        <a:pt x="517" y="593"/>
                        <a:pt x="548" y="563"/>
                      </a:cubicBezTo>
                      <a:cubicBezTo>
                        <a:pt x="730" y="472"/>
                        <a:pt x="730" y="198"/>
                        <a:pt x="548" y="76"/>
                      </a:cubicBezTo>
                      <a:cubicBezTo>
                        <a:pt x="517" y="76"/>
                        <a:pt x="487" y="76"/>
                        <a:pt x="487" y="46"/>
                      </a:cubicBezTo>
                      <a:cubicBezTo>
                        <a:pt x="426" y="16"/>
                        <a:pt x="365" y="1"/>
                        <a:pt x="30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7" name="Google Shape;6267;p39"/>
                <p:cNvSpPr/>
                <p:nvPr/>
              </p:nvSpPr>
              <p:spPr>
                <a:xfrm>
                  <a:off x="1988900" y="4250350"/>
                  <a:ext cx="25100" cy="1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" h="761" extrusionOk="0">
                      <a:moveTo>
                        <a:pt x="487" y="1"/>
                      </a:moveTo>
                      <a:cubicBezTo>
                        <a:pt x="1" y="1"/>
                        <a:pt x="1" y="760"/>
                        <a:pt x="487" y="760"/>
                      </a:cubicBezTo>
                      <a:cubicBezTo>
                        <a:pt x="1004" y="760"/>
                        <a:pt x="1004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8" name="Google Shape;6268;p39"/>
                <p:cNvSpPr/>
                <p:nvPr/>
              </p:nvSpPr>
              <p:spPr>
                <a:xfrm>
                  <a:off x="1912150" y="4195650"/>
                  <a:ext cx="23575" cy="1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3" h="730" extrusionOk="0">
                      <a:moveTo>
                        <a:pt x="457" y="0"/>
                      </a:moveTo>
                      <a:cubicBezTo>
                        <a:pt x="1" y="0"/>
                        <a:pt x="1" y="730"/>
                        <a:pt x="457" y="730"/>
                      </a:cubicBezTo>
                      <a:cubicBezTo>
                        <a:pt x="943" y="730"/>
                        <a:pt x="943" y="0"/>
                        <a:pt x="4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9" name="Google Shape;6269;p39"/>
                <p:cNvSpPr/>
                <p:nvPr/>
              </p:nvSpPr>
              <p:spPr>
                <a:xfrm>
                  <a:off x="1995750" y="4183475"/>
                  <a:ext cx="1977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5" y="1"/>
                      </a:moveTo>
                      <a:cubicBezTo>
                        <a:pt x="0" y="1"/>
                        <a:pt x="0" y="609"/>
                        <a:pt x="395" y="609"/>
                      </a:cubicBezTo>
                      <a:cubicBezTo>
                        <a:pt x="791" y="609"/>
                        <a:pt x="791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0" name="Google Shape;6270;p39"/>
                <p:cNvSpPr/>
                <p:nvPr/>
              </p:nvSpPr>
              <p:spPr>
                <a:xfrm>
                  <a:off x="1900000" y="4133325"/>
                  <a:ext cx="1977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6" y="1"/>
                      </a:moveTo>
                      <a:cubicBezTo>
                        <a:pt x="0" y="1"/>
                        <a:pt x="0" y="609"/>
                        <a:pt x="396" y="609"/>
                      </a:cubicBezTo>
                      <a:cubicBezTo>
                        <a:pt x="791" y="609"/>
                        <a:pt x="791" y="1"/>
                        <a:pt x="3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1" name="Google Shape;6271;p39"/>
                <p:cNvSpPr/>
                <p:nvPr/>
              </p:nvSpPr>
              <p:spPr>
                <a:xfrm>
                  <a:off x="1792100" y="4112800"/>
                  <a:ext cx="25850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822" extrusionOk="0">
                      <a:moveTo>
                        <a:pt x="517" y="1"/>
                      </a:moveTo>
                      <a:cubicBezTo>
                        <a:pt x="0" y="1"/>
                        <a:pt x="0" y="822"/>
                        <a:pt x="517" y="822"/>
                      </a:cubicBezTo>
                      <a:cubicBezTo>
                        <a:pt x="1034" y="822"/>
                        <a:pt x="1034" y="1"/>
                        <a:pt x="51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2" name="Google Shape;6272;p39"/>
                <p:cNvSpPr/>
                <p:nvPr/>
              </p:nvSpPr>
              <p:spPr>
                <a:xfrm>
                  <a:off x="1659100" y="4109150"/>
                  <a:ext cx="20550" cy="1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733" extrusionOk="0">
                      <a:moveTo>
                        <a:pt x="373" y="1"/>
                      </a:moveTo>
                      <a:cubicBezTo>
                        <a:pt x="189" y="1"/>
                        <a:pt x="1" y="155"/>
                        <a:pt x="1" y="360"/>
                      </a:cubicBezTo>
                      <a:cubicBezTo>
                        <a:pt x="1" y="574"/>
                        <a:pt x="206" y="733"/>
                        <a:pt x="398" y="733"/>
                      </a:cubicBezTo>
                      <a:cubicBezTo>
                        <a:pt x="450" y="733"/>
                        <a:pt x="502" y="720"/>
                        <a:pt x="548" y="694"/>
                      </a:cubicBezTo>
                      <a:lnTo>
                        <a:pt x="639" y="633"/>
                      </a:lnTo>
                      <a:cubicBezTo>
                        <a:pt x="730" y="573"/>
                        <a:pt x="822" y="481"/>
                        <a:pt x="822" y="360"/>
                      </a:cubicBezTo>
                      <a:cubicBezTo>
                        <a:pt x="822" y="238"/>
                        <a:pt x="730" y="147"/>
                        <a:pt x="639" y="117"/>
                      </a:cubicBezTo>
                      <a:lnTo>
                        <a:pt x="548" y="56"/>
                      </a:lnTo>
                      <a:cubicBezTo>
                        <a:pt x="495" y="18"/>
                        <a:pt x="434" y="1"/>
                        <a:pt x="37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3" name="Google Shape;6273;p39"/>
                <p:cNvSpPr/>
                <p:nvPr/>
              </p:nvSpPr>
              <p:spPr>
                <a:xfrm>
                  <a:off x="1631000" y="4060375"/>
                  <a:ext cx="20550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39" extrusionOk="0">
                      <a:moveTo>
                        <a:pt x="395" y="1"/>
                      </a:moveTo>
                      <a:cubicBezTo>
                        <a:pt x="0" y="1"/>
                        <a:pt x="0" y="639"/>
                        <a:pt x="395" y="639"/>
                      </a:cubicBezTo>
                      <a:cubicBezTo>
                        <a:pt x="821" y="639"/>
                        <a:pt x="821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4" name="Google Shape;6274;p39"/>
                <p:cNvSpPr/>
                <p:nvPr/>
              </p:nvSpPr>
              <p:spPr>
                <a:xfrm>
                  <a:off x="1527650" y="4117375"/>
                  <a:ext cx="25850" cy="1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791" extrusionOk="0">
                      <a:moveTo>
                        <a:pt x="517" y="0"/>
                      </a:moveTo>
                      <a:cubicBezTo>
                        <a:pt x="1" y="0"/>
                        <a:pt x="1" y="791"/>
                        <a:pt x="517" y="791"/>
                      </a:cubicBezTo>
                      <a:cubicBezTo>
                        <a:pt x="1034" y="791"/>
                        <a:pt x="1034" y="0"/>
                        <a:pt x="5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5" name="Google Shape;6275;p39"/>
                <p:cNvSpPr/>
                <p:nvPr/>
              </p:nvSpPr>
              <p:spPr>
                <a:xfrm>
                  <a:off x="1508650" y="4223750"/>
                  <a:ext cx="9900" cy="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336" extrusionOk="0">
                      <a:moveTo>
                        <a:pt x="183" y="1"/>
                      </a:moveTo>
                      <a:cubicBezTo>
                        <a:pt x="1" y="1"/>
                        <a:pt x="1" y="335"/>
                        <a:pt x="183" y="335"/>
                      </a:cubicBezTo>
                      <a:cubicBezTo>
                        <a:pt x="396" y="335"/>
                        <a:pt x="396" y="1"/>
                        <a:pt x="18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6" name="Google Shape;6276;p39"/>
                <p:cNvSpPr/>
                <p:nvPr/>
              </p:nvSpPr>
              <p:spPr>
                <a:xfrm>
                  <a:off x="1590725" y="4143200"/>
                  <a:ext cx="18250" cy="1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579" extrusionOk="0">
                      <a:moveTo>
                        <a:pt x="365" y="1"/>
                      </a:moveTo>
                      <a:cubicBezTo>
                        <a:pt x="0" y="1"/>
                        <a:pt x="0" y="578"/>
                        <a:pt x="365" y="578"/>
                      </a:cubicBezTo>
                      <a:cubicBezTo>
                        <a:pt x="730" y="578"/>
                        <a:pt x="730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7" name="Google Shape;6277;p39"/>
                <p:cNvSpPr/>
                <p:nvPr/>
              </p:nvSpPr>
              <p:spPr>
                <a:xfrm>
                  <a:off x="1551200" y="4055825"/>
                  <a:ext cx="1902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609" extrusionOk="0">
                      <a:moveTo>
                        <a:pt x="244" y="0"/>
                      </a:moveTo>
                      <a:cubicBezTo>
                        <a:pt x="183" y="31"/>
                        <a:pt x="122" y="61"/>
                        <a:pt x="92" y="92"/>
                      </a:cubicBezTo>
                      <a:cubicBezTo>
                        <a:pt x="31" y="152"/>
                        <a:pt x="1" y="213"/>
                        <a:pt x="1" y="304"/>
                      </a:cubicBezTo>
                      <a:cubicBezTo>
                        <a:pt x="1" y="395"/>
                        <a:pt x="31" y="456"/>
                        <a:pt x="92" y="517"/>
                      </a:cubicBezTo>
                      <a:cubicBezTo>
                        <a:pt x="122" y="578"/>
                        <a:pt x="183" y="578"/>
                        <a:pt x="244" y="608"/>
                      </a:cubicBezTo>
                      <a:lnTo>
                        <a:pt x="396" y="608"/>
                      </a:lnTo>
                      <a:lnTo>
                        <a:pt x="548" y="578"/>
                      </a:lnTo>
                      <a:lnTo>
                        <a:pt x="639" y="547"/>
                      </a:lnTo>
                      <a:cubicBezTo>
                        <a:pt x="669" y="547"/>
                        <a:pt x="700" y="517"/>
                        <a:pt x="700" y="487"/>
                      </a:cubicBezTo>
                      <a:cubicBezTo>
                        <a:pt x="730" y="426"/>
                        <a:pt x="761" y="365"/>
                        <a:pt x="761" y="304"/>
                      </a:cubicBezTo>
                      <a:cubicBezTo>
                        <a:pt x="761" y="274"/>
                        <a:pt x="761" y="213"/>
                        <a:pt x="730" y="152"/>
                      </a:cubicBezTo>
                      <a:cubicBezTo>
                        <a:pt x="700" y="122"/>
                        <a:pt x="609" y="31"/>
                        <a:pt x="548" y="31"/>
                      </a:cubicBezTo>
                      <a:lnTo>
                        <a:pt x="39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8" name="Google Shape;6278;p39"/>
                <p:cNvSpPr/>
                <p:nvPr/>
              </p:nvSpPr>
              <p:spPr>
                <a:xfrm>
                  <a:off x="1744225" y="3967675"/>
                  <a:ext cx="12950" cy="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396" extrusionOk="0">
                      <a:moveTo>
                        <a:pt x="243" y="0"/>
                      </a:moveTo>
                      <a:cubicBezTo>
                        <a:pt x="0" y="0"/>
                        <a:pt x="0" y="396"/>
                        <a:pt x="243" y="396"/>
                      </a:cubicBezTo>
                      <a:cubicBezTo>
                        <a:pt x="517" y="396"/>
                        <a:pt x="517" y="0"/>
                        <a:pt x="24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9" name="Google Shape;6279;p39"/>
                <p:cNvSpPr/>
                <p:nvPr/>
              </p:nvSpPr>
              <p:spPr>
                <a:xfrm>
                  <a:off x="1864275" y="4079375"/>
                  <a:ext cx="18275" cy="1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" h="579" extrusionOk="0">
                      <a:moveTo>
                        <a:pt x="366" y="1"/>
                      </a:moveTo>
                      <a:cubicBezTo>
                        <a:pt x="1" y="1"/>
                        <a:pt x="1" y="578"/>
                        <a:pt x="366" y="578"/>
                      </a:cubicBezTo>
                      <a:cubicBezTo>
                        <a:pt x="730" y="578"/>
                        <a:pt x="730" y="1"/>
                        <a:pt x="36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280" name="Google Shape;6280;p39"/>
              <p:cNvSpPr/>
              <p:nvPr/>
            </p:nvSpPr>
            <p:spPr>
              <a:xfrm flipH="1">
                <a:off x="86399" y="4729027"/>
                <a:ext cx="805382" cy="831308"/>
              </a:xfrm>
              <a:custGeom>
                <a:avLst/>
                <a:gdLst/>
                <a:ahLst/>
                <a:cxnLst/>
                <a:rect l="l" t="t" r="r" b="b"/>
                <a:pathLst>
                  <a:path w="46628" h="48129" extrusionOk="0">
                    <a:moveTo>
                      <a:pt x="26272" y="1"/>
                    </a:moveTo>
                    <a:cubicBezTo>
                      <a:pt x="19508" y="1"/>
                      <a:pt x="12739" y="1936"/>
                      <a:pt x="7053" y="5590"/>
                    </a:cubicBezTo>
                    <a:cubicBezTo>
                      <a:pt x="1642" y="9085"/>
                      <a:pt x="4043" y="10423"/>
                      <a:pt x="3527" y="15772"/>
                    </a:cubicBezTo>
                    <a:cubicBezTo>
                      <a:pt x="3131" y="19997"/>
                      <a:pt x="1" y="25347"/>
                      <a:pt x="3101" y="29238"/>
                    </a:cubicBezTo>
                    <a:lnTo>
                      <a:pt x="3131" y="29238"/>
                    </a:lnTo>
                    <a:cubicBezTo>
                      <a:pt x="4317" y="30727"/>
                      <a:pt x="6262" y="31517"/>
                      <a:pt x="7205" y="33189"/>
                    </a:cubicBezTo>
                    <a:cubicBezTo>
                      <a:pt x="7843" y="34344"/>
                      <a:pt x="7904" y="35712"/>
                      <a:pt x="8086" y="37019"/>
                    </a:cubicBezTo>
                    <a:cubicBezTo>
                      <a:pt x="8542" y="40119"/>
                      <a:pt x="9788" y="43189"/>
                      <a:pt x="12068" y="45347"/>
                    </a:cubicBezTo>
                    <a:cubicBezTo>
                      <a:pt x="13805" y="46992"/>
                      <a:pt x="16179" y="48037"/>
                      <a:pt x="18542" y="48037"/>
                    </a:cubicBezTo>
                    <a:cubicBezTo>
                      <a:pt x="19279" y="48037"/>
                      <a:pt x="20015" y="47935"/>
                      <a:pt x="20731" y="47718"/>
                    </a:cubicBezTo>
                    <a:cubicBezTo>
                      <a:pt x="23567" y="46850"/>
                      <a:pt x="25990" y="44355"/>
                      <a:pt x="28892" y="44355"/>
                    </a:cubicBezTo>
                    <a:cubicBezTo>
                      <a:pt x="29038" y="44355"/>
                      <a:pt x="29185" y="44362"/>
                      <a:pt x="29333" y="44375"/>
                    </a:cubicBezTo>
                    <a:cubicBezTo>
                      <a:pt x="32403" y="44679"/>
                      <a:pt x="34591" y="47840"/>
                      <a:pt x="37661" y="48113"/>
                    </a:cubicBezTo>
                    <a:cubicBezTo>
                      <a:pt x="37787" y="48124"/>
                      <a:pt x="37912" y="48129"/>
                      <a:pt x="38037" y="48129"/>
                    </a:cubicBezTo>
                    <a:cubicBezTo>
                      <a:pt x="40115" y="48129"/>
                      <a:pt x="42044" y="46730"/>
                      <a:pt x="43163" y="44952"/>
                    </a:cubicBezTo>
                    <a:cubicBezTo>
                      <a:pt x="44348" y="43098"/>
                      <a:pt x="44804" y="40849"/>
                      <a:pt x="45138" y="38660"/>
                    </a:cubicBezTo>
                    <a:cubicBezTo>
                      <a:pt x="46324" y="31001"/>
                      <a:pt x="46628" y="23189"/>
                      <a:pt x="46050" y="15468"/>
                    </a:cubicBezTo>
                    <a:cubicBezTo>
                      <a:pt x="45777" y="11821"/>
                      <a:pt x="45199" y="7930"/>
                      <a:pt x="42737" y="5195"/>
                    </a:cubicBezTo>
                    <a:cubicBezTo>
                      <a:pt x="40974" y="3219"/>
                      <a:pt x="38421" y="2125"/>
                      <a:pt x="35898" y="1365"/>
                    </a:cubicBezTo>
                    <a:cubicBezTo>
                      <a:pt x="32771" y="447"/>
                      <a:pt x="29522" y="1"/>
                      <a:pt x="262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1" name="Google Shape;6281;p39"/>
              <p:cNvSpPr/>
              <p:nvPr/>
            </p:nvSpPr>
            <p:spPr>
              <a:xfrm flipH="1">
                <a:off x="141852" y="4656997"/>
                <a:ext cx="615868" cy="673265"/>
              </a:xfrm>
              <a:custGeom>
                <a:avLst/>
                <a:gdLst/>
                <a:ahLst/>
                <a:cxnLst/>
                <a:rect l="l" t="t" r="r" b="b"/>
                <a:pathLst>
                  <a:path w="35656" h="38979" extrusionOk="0">
                    <a:moveTo>
                      <a:pt x="20065" y="0"/>
                    </a:moveTo>
                    <a:cubicBezTo>
                      <a:pt x="18350" y="0"/>
                      <a:pt x="16674" y="196"/>
                      <a:pt x="15199" y="679"/>
                    </a:cubicBezTo>
                    <a:cubicBezTo>
                      <a:pt x="7296" y="3293"/>
                      <a:pt x="1" y="14661"/>
                      <a:pt x="2949" y="22746"/>
                    </a:cubicBezTo>
                    <a:cubicBezTo>
                      <a:pt x="3284" y="23628"/>
                      <a:pt x="3709" y="24479"/>
                      <a:pt x="3892" y="25391"/>
                    </a:cubicBezTo>
                    <a:cubicBezTo>
                      <a:pt x="4074" y="26333"/>
                      <a:pt x="4013" y="27275"/>
                      <a:pt x="4135" y="28187"/>
                    </a:cubicBezTo>
                    <a:cubicBezTo>
                      <a:pt x="4530" y="31530"/>
                      <a:pt x="7296" y="34448"/>
                      <a:pt x="10609" y="34965"/>
                    </a:cubicBezTo>
                    <a:cubicBezTo>
                      <a:pt x="11104" y="35045"/>
                      <a:pt x="11604" y="35077"/>
                      <a:pt x="12105" y="35077"/>
                    </a:cubicBezTo>
                    <a:cubicBezTo>
                      <a:pt x="14157" y="35077"/>
                      <a:pt x="16246" y="34542"/>
                      <a:pt x="18264" y="34542"/>
                    </a:cubicBezTo>
                    <a:cubicBezTo>
                      <a:pt x="19143" y="34542"/>
                      <a:pt x="20009" y="34643"/>
                      <a:pt x="20852" y="34935"/>
                    </a:cubicBezTo>
                    <a:cubicBezTo>
                      <a:pt x="23712" y="35928"/>
                      <a:pt x="25826" y="38978"/>
                      <a:pt x="28849" y="38978"/>
                    </a:cubicBezTo>
                    <a:cubicBezTo>
                      <a:pt x="28878" y="38978"/>
                      <a:pt x="28908" y="38978"/>
                      <a:pt x="28938" y="38977"/>
                    </a:cubicBezTo>
                    <a:cubicBezTo>
                      <a:pt x="30944" y="38947"/>
                      <a:pt x="32676" y="37458"/>
                      <a:pt x="33619" y="35664"/>
                    </a:cubicBezTo>
                    <a:cubicBezTo>
                      <a:pt x="34530" y="33901"/>
                      <a:pt x="34743" y="31865"/>
                      <a:pt x="34926" y="29859"/>
                    </a:cubicBezTo>
                    <a:cubicBezTo>
                      <a:pt x="35473" y="24084"/>
                      <a:pt x="35655" y="18278"/>
                      <a:pt x="35534" y="12472"/>
                    </a:cubicBezTo>
                    <a:cubicBezTo>
                      <a:pt x="35412" y="6454"/>
                      <a:pt x="33345" y="2442"/>
                      <a:pt x="27266" y="953"/>
                    </a:cubicBezTo>
                    <a:cubicBezTo>
                      <a:pt x="25124" y="412"/>
                      <a:pt x="22555" y="0"/>
                      <a:pt x="200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2" name="Google Shape;6282;p39"/>
              <p:cNvSpPr/>
              <p:nvPr/>
            </p:nvSpPr>
            <p:spPr>
              <a:xfrm flipH="1">
                <a:off x="-139870" y="4406820"/>
                <a:ext cx="1031652" cy="1173649"/>
              </a:xfrm>
              <a:custGeom>
                <a:avLst/>
                <a:gdLst/>
                <a:ahLst/>
                <a:cxnLst/>
                <a:rect l="l" t="t" r="r" b="b"/>
                <a:pathLst>
                  <a:path w="59728" h="67949" extrusionOk="0">
                    <a:moveTo>
                      <a:pt x="30526" y="3294"/>
                    </a:moveTo>
                    <a:cubicBezTo>
                      <a:pt x="30655" y="3294"/>
                      <a:pt x="30784" y="3295"/>
                      <a:pt x="30913" y="3298"/>
                    </a:cubicBezTo>
                    <a:cubicBezTo>
                      <a:pt x="40214" y="3450"/>
                      <a:pt x="47722" y="10532"/>
                      <a:pt x="51521" y="18557"/>
                    </a:cubicBezTo>
                    <a:cubicBezTo>
                      <a:pt x="55868" y="27736"/>
                      <a:pt x="55564" y="38557"/>
                      <a:pt x="52889" y="48162"/>
                    </a:cubicBezTo>
                    <a:cubicBezTo>
                      <a:pt x="52190" y="50655"/>
                      <a:pt x="51339" y="53117"/>
                      <a:pt x="50427" y="55548"/>
                    </a:cubicBezTo>
                    <a:cubicBezTo>
                      <a:pt x="49576" y="57798"/>
                      <a:pt x="48542" y="60168"/>
                      <a:pt x="46688" y="61749"/>
                    </a:cubicBezTo>
                    <a:cubicBezTo>
                      <a:pt x="45117" y="63114"/>
                      <a:pt x="43327" y="63590"/>
                      <a:pt x="41472" y="63590"/>
                    </a:cubicBezTo>
                    <a:cubicBezTo>
                      <a:pt x="38949" y="63590"/>
                      <a:pt x="36304" y="62710"/>
                      <a:pt x="33922" y="61992"/>
                    </a:cubicBezTo>
                    <a:cubicBezTo>
                      <a:pt x="32615" y="61627"/>
                      <a:pt x="31278" y="61658"/>
                      <a:pt x="29971" y="61384"/>
                    </a:cubicBezTo>
                    <a:cubicBezTo>
                      <a:pt x="28633" y="61080"/>
                      <a:pt x="27448" y="60533"/>
                      <a:pt x="26171" y="60199"/>
                    </a:cubicBezTo>
                    <a:cubicBezTo>
                      <a:pt x="23375" y="59500"/>
                      <a:pt x="20639" y="59682"/>
                      <a:pt x="17812" y="59621"/>
                    </a:cubicBezTo>
                    <a:cubicBezTo>
                      <a:pt x="12159" y="59469"/>
                      <a:pt x="7599" y="55670"/>
                      <a:pt x="8025" y="49743"/>
                    </a:cubicBezTo>
                    <a:cubicBezTo>
                      <a:pt x="8083" y="48962"/>
                      <a:pt x="7314" y="48125"/>
                      <a:pt x="6532" y="48125"/>
                    </a:cubicBezTo>
                    <a:cubicBezTo>
                      <a:pt x="6493" y="48125"/>
                      <a:pt x="6453" y="48127"/>
                      <a:pt x="6414" y="48132"/>
                    </a:cubicBezTo>
                    <a:cubicBezTo>
                      <a:pt x="6328" y="48141"/>
                      <a:pt x="6245" y="48145"/>
                      <a:pt x="6166" y="48145"/>
                    </a:cubicBezTo>
                    <a:cubicBezTo>
                      <a:pt x="3561" y="48145"/>
                      <a:pt x="4628" y="43407"/>
                      <a:pt x="4864" y="41961"/>
                    </a:cubicBezTo>
                    <a:cubicBezTo>
                      <a:pt x="5411" y="38679"/>
                      <a:pt x="4469" y="36156"/>
                      <a:pt x="3192" y="33147"/>
                    </a:cubicBezTo>
                    <a:cubicBezTo>
                      <a:pt x="2706" y="31961"/>
                      <a:pt x="2037" y="30715"/>
                      <a:pt x="1703" y="29469"/>
                    </a:cubicBezTo>
                    <a:cubicBezTo>
                      <a:pt x="1338" y="28071"/>
                      <a:pt x="1794" y="26369"/>
                      <a:pt x="2250" y="25001"/>
                    </a:cubicBezTo>
                    <a:cubicBezTo>
                      <a:pt x="2944" y="22804"/>
                      <a:pt x="4185" y="21021"/>
                      <a:pt x="5799" y="19505"/>
                    </a:cubicBezTo>
                    <a:lnTo>
                      <a:pt x="5799" y="19505"/>
                    </a:lnTo>
                    <a:cubicBezTo>
                      <a:pt x="6299" y="19428"/>
                      <a:pt x="6768" y="19099"/>
                      <a:pt x="6935" y="18528"/>
                    </a:cubicBezTo>
                    <a:lnTo>
                      <a:pt x="6935" y="18528"/>
                    </a:lnTo>
                    <a:cubicBezTo>
                      <a:pt x="7171" y="18341"/>
                      <a:pt x="7413" y="18158"/>
                      <a:pt x="7660" y="17979"/>
                    </a:cubicBezTo>
                    <a:cubicBezTo>
                      <a:pt x="8039" y="17701"/>
                      <a:pt x="7809" y="17108"/>
                      <a:pt x="7424" y="17108"/>
                    </a:cubicBezTo>
                    <a:cubicBezTo>
                      <a:pt x="7361" y="17108"/>
                      <a:pt x="7294" y="17124"/>
                      <a:pt x="7225" y="17159"/>
                    </a:cubicBezTo>
                    <a:lnTo>
                      <a:pt x="7225" y="17159"/>
                    </a:lnTo>
                    <a:cubicBezTo>
                      <a:pt x="7891" y="15343"/>
                      <a:pt x="9776" y="13991"/>
                      <a:pt x="11186" y="12812"/>
                    </a:cubicBezTo>
                    <a:cubicBezTo>
                      <a:pt x="13192" y="11171"/>
                      <a:pt x="15229" y="9590"/>
                      <a:pt x="17387" y="8131"/>
                    </a:cubicBezTo>
                    <a:cubicBezTo>
                      <a:pt x="21325" y="5496"/>
                      <a:pt x="25695" y="3294"/>
                      <a:pt x="30526" y="3294"/>
                    </a:cubicBezTo>
                    <a:close/>
                    <a:moveTo>
                      <a:pt x="30528" y="0"/>
                    </a:moveTo>
                    <a:cubicBezTo>
                      <a:pt x="25174" y="0"/>
                      <a:pt x="20120" y="2157"/>
                      <a:pt x="15685" y="5244"/>
                    </a:cubicBezTo>
                    <a:cubicBezTo>
                      <a:pt x="13162" y="6976"/>
                      <a:pt x="10791" y="8952"/>
                      <a:pt x="8450" y="10958"/>
                    </a:cubicBezTo>
                    <a:cubicBezTo>
                      <a:pt x="6110" y="12964"/>
                      <a:pt x="4195" y="15061"/>
                      <a:pt x="4256" y="18223"/>
                    </a:cubicBezTo>
                    <a:cubicBezTo>
                      <a:pt x="4271" y="18679"/>
                      <a:pt x="4452" y="19013"/>
                      <a:pt x="4714" y="19228"/>
                    </a:cubicBezTo>
                    <a:lnTo>
                      <a:pt x="4714" y="19228"/>
                    </a:lnTo>
                    <a:cubicBezTo>
                      <a:pt x="3371" y="20680"/>
                      <a:pt x="2352" y="22446"/>
                      <a:pt x="1642" y="24302"/>
                    </a:cubicBezTo>
                    <a:cubicBezTo>
                      <a:pt x="1034" y="25943"/>
                      <a:pt x="973" y="27554"/>
                      <a:pt x="608" y="29226"/>
                    </a:cubicBezTo>
                    <a:cubicBezTo>
                      <a:pt x="274" y="30928"/>
                      <a:pt x="0" y="32356"/>
                      <a:pt x="456" y="34089"/>
                    </a:cubicBezTo>
                    <a:cubicBezTo>
                      <a:pt x="699" y="35092"/>
                      <a:pt x="1064" y="36034"/>
                      <a:pt x="1247" y="37037"/>
                    </a:cubicBezTo>
                    <a:cubicBezTo>
                      <a:pt x="1459" y="38314"/>
                      <a:pt x="1247" y="39317"/>
                      <a:pt x="973" y="40563"/>
                    </a:cubicBezTo>
                    <a:cubicBezTo>
                      <a:pt x="608" y="42357"/>
                      <a:pt x="31" y="44302"/>
                      <a:pt x="304" y="46156"/>
                    </a:cubicBezTo>
                    <a:cubicBezTo>
                      <a:pt x="665" y="48587"/>
                      <a:pt x="2571" y="50790"/>
                      <a:pt x="4918" y="51284"/>
                    </a:cubicBezTo>
                    <a:lnTo>
                      <a:pt x="4918" y="51284"/>
                    </a:lnTo>
                    <a:cubicBezTo>
                      <a:pt x="5568" y="55299"/>
                      <a:pt x="8291" y="58979"/>
                      <a:pt x="12067" y="60624"/>
                    </a:cubicBezTo>
                    <a:cubicBezTo>
                      <a:pt x="14077" y="61510"/>
                      <a:pt x="16205" y="61666"/>
                      <a:pt x="18356" y="61666"/>
                    </a:cubicBezTo>
                    <a:cubicBezTo>
                      <a:pt x="19531" y="61666"/>
                      <a:pt x="20713" y="61620"/>
                      <a:pt x="21886" y="61620"/>
                    </a:cubicBezTo>
                    <a:cubicBezTo>
                      <a:pt x="24611" y="61620"/>
                      <a:pt x="27289" y="61871"/>
                      <a:pt x="29727" y="63542"/>
                    </a:cubicBezTo>
                    <a:cubicBezTo>
                      <a:pt x="31004" y="64393"/>
                      <a:pt x="31916" y="65305"/>
                      <a:pt x="33314" y="65944"/>
                    </a:cubicBezTo>
                    <a:cubicBezTo>
                      <a:pt x="34591" y="66521"/>
                      <a:pt x="35837" y="67038"/>
                      <a:pt x="37205" y="67372"/>
                    </a:cubicBezTo>
                    <a:cubicBezTo>
                      <a:pt x="38663" y="67728"/>
                      <a:pt x="40183" y="67948"/>
                      <a:pt x="41705" y="67948"/>
                    </a:cubicBezTo>
                    <a:cubicBezTo>
                      <a:pt x="42785" y="67948"/>
                      <a:pt x="43866" y="67837"/>
                      <a:pt x="44925" y="67585"/>
                    </a:cubicBezTo>
                    <a:cubicBezTo>
                      <a:pt x="50761" y="66187"/>
                      <a:pt x="52585" y="60594"/>
                      <a:pt x="54165" y="55487"/>
                    </a:cubicBezTo>
                    <a:cubicBezTo>
                      <a:pt x="57722" y="44089"/>
                      <a:pt x="59728" y="31171"/>
                      <a:pt x="55351" y="19712"/>
                    </a:cubicBezTo>
                    <a:cubicBezTo>
                      <a:pt x="51703" y="10168"/>
                      <a:pt x="43831" y="1687"/>
                      <a:pt x="33314" y="198"/>
                    </a:cubicBezTo>
                    <a:cubicBezTo>
                      <a:pt x="32377" y="64"/>
                      <a:pt x="31448" y="0"/>
                      <a:pt x="305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3" name="Google Shape;6283;p39"/>
              <p:cNvSpPr/>
              <p:nvPr/>
            </p:nvSpPr>
            <p:spPr>
              <a:xfrm rot="6817983">
                <a:off x="2128619" y="4429538"/>
                <a:ext cx="850525" cy="1151674"/>
              </a:xfrm>
              <a:custGeom>
                <a:avLst/>
                <a:gdLst/>
                <a:ahLst/>
                <a:cxnLst/>
                <a:rect l="l" t="t" r="r" b="b"/>
                <a:pathLst>
                  <a:path w="31739" h="42977" extrusionOk="0">
                    <a:moveTo>
                      <a:pt x="2341" y="25"/>
                    </a:moveTo>
                    <a:cubicBezTo>
                      <a:pt x="1031" y="25"/>
                      <a:pt x="1" y="1830"/>
                      <a:pt x="826" y="2949"/>
                    </a:cubicBezTo>
                    <a:cubicBezTo>
                      <a:pt x="1950" y="4469"/>
                      <a:pt x="2771" y="5380"/>
                      <a:pt x="4686" y="6019"/>
                    </a:cubicBezTo>
                    <a:cubicBezTo>
                      <a:pt x="6115" y="6475"/>
                      <a:pt x="7725" y="6687"/>
                      <a:pt x="9245" y="6748"/>
                    </a:cubicBezTo>
                    <a:cubicBezTo>
                      <a:pt x="9368" y="6753"/>
                      <a:pt x="9492" y="6755"/>
                      <a:pt x="9617" y="6755"/>
                    </a:cubicBezTo>
                    <a:cubicBezTo>
                      <a:pt x="11270" y="6755"/>
                      <a:pt x="13089" y="6354"/>
                      <a:pt x="14830" y="6354"/>
                    </a:cubicBezTo>
                    <a:cubicBezTo>
                      <a:pt x="16208" y="6354"/>
                      <a:pt x="17538" y="6606"/>
                      <a:pt x="18698" y="7508"/>
                    </a:cubicBezTo>
                    <a:cubicBezTo>
                      <a:pt x="19701" y="8298"/>
                      <a:pt x="20340" y="9545"/>
                      <a:pt x="21282" y="10426"/>
                    </a:cubicBezTo>
                    <a:cubicBezTo>
                      <a:pt x="22376" y="11429"/>
                      <a:pt x="23835" y="11429"/>
                      <a:pt x="24960" y="12371"/>
                    </a:cubicBezTo>
                    <a:cubicBezTo>
                      <a:pt x="27452" y="14408"/>
                      <a:pt x="27665" y="18359"/>
                      <a:pt x="27726" y="21308"/>
                    </a:cubicBezTo>
                    <a:cubicBezTo>
                      <a:pt x="27817" y="24773"/>
                      <a:pt x="25963" y="27053"/>
                      <a:pt x="24777" y="30092"/>
                    </a:cubicBezTo>
                    <a:cubicBezTo>
                      <a:pt x="24170" y="31673"/>
                      <a:pt x="24078" y="33162"/>
                      <a:pt x="22741" y="34347"/>
                    </a:cubicBezTo>
                    <a:cubicBezTo>
                      <a:pt x="21677" y="35259"/>
                      <a:pt x="20340" y="35989"/>
                      <a:pt x="19063" y="36536"/>
                    </a:cubicBezTo>
                    <a:cubicBezTo>
                      <a:pt x="17665" y="37113"/>
                      <a:pt x="16206" y="37569"/>
                      <a:pt x="14777" y="38086"/>
                    </a:cubicBezTo>
                    <a:cubicBezTo>
                      <a:pt x="13258" y="38633"/>
                      <a:pt x="11616" y="39332"/>
                      <a:pt x="10005" y="39424"/>
                    </a:cubicBezTo>
                    <a:cubicBezTo>
                      <a:pt x="7786" y="39575"/>
                      <a:pt x="5689" y="39940"/>
                      <a:pt x="4382" y="41946"/>
                    </a:cubicBezTo>
                    <a:cubicBezTo>
                      <a:pt x="4060" y="42453"/>
                      <a:pt x="4539" y="42977"/>
                      <a:pt x="5029" y="42977"/>
                    </a:cubicBezTo>
                    <a:cubicBezTo>
                      <a:pt x="5186" y="42977"/>
                      <a:pt x="5343" y="42923"/>
                      <a:pt x="5476" y="42797"/>
                    </a:cubicBezTo>
                    <a:cubicBezTo>
                      <a:pt x="6449" y="41886"/>
                      <a:pt x="7695" y="41673"/>
                      <a:pt x="8941" y="41642"/>
                    </a:cubicBezTo>
                    <a:cubicBezTo>
                      <a:pt x="9108" y="41642"/>
                      <a:pt x="9279" y="41640"/>
                      <a:pt x="9452" y="41640"/>
                    </a:cubicBezTo>
                    <a:cubicBezTo>
                      <a:pt x="9969" y="41640"/>
                      <a:pt x="10499" y="41658"/>
                      <a:pt x="10978" y="41794"/>
                    </a:cubicBezTo>
                    <a:cubicBezTo>
                      <a:pt x="11677" y="41977"/>
                      <a:pt x="12224" y="42341"/>
                      <a:pt x="12923" y="42493"/>
                    </a:cubicBezTo>
                    <a:cubicBezTo>
                      <a:pt x="13928" y="42697"/>
                      <a:pt x="14926" y="42798"/>
                      <a:pt x="15914" y="42798"/>
                    </a:cubicBezTo>
                    <a:cubicBezTo>
                      <a:pt x="17733" y="42798"/>
                      <a:pt x="19518" y="42453"/>
                      <a:pt x="21252" y="41764"/>
                    </a:cubicBezTo>
                    <a:cubicBezTo>
                      <a:pt x="23714" y="40791"/>
                      <a:pt x="26753" y="39424"/>
                      <a:pt x="28182" y="37113"/>
                    </a:cubicBezTo>
                    <a:cubicBezTo>
                      <a:pt x="28881" y="35958"/>
                      <a:pt x="29154" y="34651"/>
                      <a:pt x="29246" y="33344"/>
                    </a:cubicBezTo>
                    <a:cubicBezTo>
                      <a:pt x="29367" y="31794"/>
                      <a:pt x="29641" y="30518"/>
                      <a:pt x="30127" y="29059"/>
                    </a:cubicBezTo>
                    <a:cubicBezTo>
                      <a:pt x="31738" y="24074"/>
                      <a:pt x="31525" y="18481"/>
                      <a:pt x="28486" y="14074"/>
                    </a:cubicBezTo>
                    <a:cubicBezTo>
                      <a:pt x="27209" y="12250"/>
                      <a:pt x="25781" y="11034"/>
                      <a:pt x="23774" y="10031"/>
                    </a:cubicBezTo>
                    <a:cubicBezTo>
                      <a:pt x="21799" y="9058"/>
                      <a:pt x="20005" y="6809"/>
                      <a:pt x="19002" y="4833"/>
                    </a:cubicBezTo>
                    <a:cubicBezTo>
                      <a:pt x="17665" y="2189"/>
                      <a:pt x="14717" y="1277"/>
                      <a:pt x="11890" y="1216"/>
                    </a:cubicBezTo>
                    <a:cubicBezTo>
                      <a:pt x="11668" y="1212"/>
                      <a:pt x="11449" y="1211"/>
                      <a:pt x="11232" y="1211"/>
                    </a:cubicBezTo>
                    <a:cubicBezTo>
                      <a:pt x="10943" y="1211"/>
                      <a:pt x="10657" y="1213"/>
                      <a:pt x="10373" y="1213"/>
                    </a:cubicBezTo>
                    <a:cubicBezTo>
                      <a:pt x="9380" y="1213"/>
                      <a:pt x="8414" y="1186"/>
                      <a:pt x="7422" y="943"/>
                    </a:cubicBezTo>
                    <a:cubicBezTo>
                      <a:pt x="6570" y="730"/>
                      <a:pt x="5780" y="396"/>
                      <a:pt x="4929" y="213"/>
                    </a:cubicBezTo>
                    <a:cubicBezTo>
                      <a:pt x="4108" y="0"/>
                      <a:pt x="3318" y="122"/>
                      <a:pt x="2467" y="31"/>
                    </a:cubicBezTo>
                    <a:cubicBezTo>
                      <a:pt x="2425" y="27"/>
                      <a:pt x="2383" y="25"/>
                      <a:pt x="2341" y="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4" name="Google Shape;6284;p39"/>
              <p:cNvSpPr/>
              <p:nvPr/>
            </p:nvSpPr>
            <p:spPr>
              <a:xfrm rot="4219206" flipH="1">
                <a:off x="4248843" y="4553237"/>
                <a:ext cx="818185" cy="904322"/>
              </a:xfrm>
              <a:custGeom>
                <a:avLst/>
                <a:gdLst/>
                <a:ahLst/>
                <a:cxnLst/>
                <a:rect l="l" t="t" r="r" b="b"/>
                <a:pathLst>
                  <a:path w="37539" h="41491" extrusionOk="0">
                    <a:moveTo>
                      <a:pt x="25521" y="0"/>
                    </a:moveTo>
                    <a:cubicBezTo>
                      <a:pt x="20655" y="0"/>
                      <a:pt x="16565" y="3657"/>
                      <a:pt x="12158" y="5875"/>
                    </a:cubicBezTo>
                    <a:cubicBezTo>
                      <a:pt x="10608" y="6665"/>
                      <a:pt x="8876" y="7395"/>
                      <a:pt x="7933" y="8854"/>
                    </a:cubicBezTo>
                    <a:cubicBezTo>
                      <a:pt x="7204" y="10039"/>
                      <a:pt x="7113" y="11498"/>
                      <a:pt x="7022" y="12866"/>
                    </a:cubicBezTo>
                    <a:cubicBezTo>
                      <a:pt x="6870" y="16209"/>
                      <a:pt x="6687" y="19553"/>
                      <a:pt x="6505" y="22927"/>
                    </a:cubicBezTo>
                    <a:cubicBezTo>
                      <a:pt x="6444" y="24447"/>
                      <a:pt x="6292" y="26088"/>
                      <a:pt x="5259" y="27213"/>
                    </a:cubicBezTo>
                    <a:cubicBezTo>
                      <a:pt x="4499" y="28003"/>
                      <a:pt x="3374" y="28398"/>
                      <a:pt x="2736" y="29280"/>
                    </a:cubicBezTo>
                    <a:cubicBezTo>
                      <a:pt x="0" y="33049"/>
                      <a:pt x="8997" y="38581"/>
                      <a:pt x="11794" y="40070"/>
                    </a:cubicBezTo>
                    <a:cubicBezTo>
                      <a:pt x="13632" y="41042"/>
                      <a:pt x="15805" y="41491"/>
                      <a:pt x="18028" y="41491"/>
                    </a:cubicBezTo>
                    <a:cubicBezTo>
                      <a:pt x="21575" y="41491"/>
                      <a:pt x="25250" y="40348"/>
                      <a:pt x="27903" y="38368"/>
                    </a:cubicBezTo>
                    <a:cubicBezTo>
                      <a:pt x="31125" y="35997"/>
                      <a:pt x="32554" y="31985"/>
                      <a:pt x="33861" y="28216"/>
                    </a:cubicBezTo>
                    <a:cubicBezTo>
                      <a:pt x="35685" y="22805"/>
                      <a:pt x="37539" y="17152"/>
                      <a:pt x="36749" y="11498"/>
                    </a:cubicBezTo>
                    <a:cubicBezTo>
                      <a:pt x="35958" y="5845"/>
                      <a:pt x="31642" y="252"/>
                      <a:pt x="25928" y="9"/>
                    </a:cubicBezTo>
                    <a:cubicBezTo>
                      <a:pt x="25791" y="3"/>
                      <a:pt x="25656" y="0"/>
                      <a:pt x="2552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85" name="Google Shape;6285;p39"/>
              <p:cNvGrpSpPr/>
              <p:nvPr/>
            </p:nvGrpSpPr>
            <p:grpSpPr>
              <a:xfrm rot="10800000" flipH="1">
                <a:off x="5368899" y="4945262"/>
                <a:ext cx="1378006" cy="704067"/>
                <a:chOff x="1041325" y="3967675"/>
                <a:chExt cx="974200" cy="497750"/>
              </a:xfrm>
            </p:grpSpPr>
            <p:sp>
              <p:nvSpPr>
                <p:cNvPr id="6286" name="Google Shape;6286;p39"/>
                <p:cNvSpPr/>
                <p:nvPr/>
              </p:nvSpPr>
              <p:spPr>
                <a:xfrm>
                  <a:off x="1901525" y="4241225"/>
                  <a:ext cx="19025" cy="1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579" extrusionOk="0">
                      <a:moveTo>
                        <a:pt x="395" y="1"/>
                      </a:moveTo>
                      <a:cubicBezTo>
                        <a:pt x="0" y="1"/>
                        <a:pt x="0" y="578"/>
                        <a:pt x="395" y="578"/>
                      </a:cubicBezTo>
                      <a:cubicBezTo>
                        <a:pt x="760" y="578"/>
                        <a:pt x="760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7" name="Google Shape;6287;p39"/>
                <p:cNvSpPr/>
                <p:nvPr/>
              </p:nvSpPr>
              <p:spPr>
                <a:xfrm>
                  <a:off x="1801975" y="4314175"/>
                  <a:ext cx="41050" cy="3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" h="1594" extrusionOk="0">
                      <a:moveTo>
                        <a:pt x="669" y="1"/>
                      </a:moveTo>
                      <a:cubicBezTo>
                        <a:pt x="517" y="1"/>
                        <a:pt x="335" y="62"/>
                        <a:pt x="213" y="183"/>
                      </a:cubicBezTo>
                      <a:cubicBezTo>
                        <a:pt x="92" y="305"/>
                        <a:pt x="0" y="487"/>
                        <a:pt x="31" y="639"/>
                      </a:cubicBezTo>
                      <a:lnTo>
                        <a:pt x="61" y="822"/>
                      </a:lnTo>
                      <a:cubicBezTo>
                        <a:pt x="92" y="943"/>
                        <a:pt x="122" y="1034"/>
                        <a:pt x="213" y="1125"/>
                      </a:cubicBezTo>
                      <a:cubicBezTo>
                        <a:pt x="277" y="1190"/>
                        <a:pt x="357" y="1239"/>
                        <a:pt x="441" y="1273"/>
                      </a:cubicBezTo>
                      <a:lnTo>
                        <a:pt x="441" y="1273"/>
                      </a:lnTo>
                      <a:cubicBezTo>
                        <a:pt x="474" y="1295"/>
                        <a:pt x="495" y="1317"/>
                        <a:pt x="517" y="1338"/>
                      </a:cubicBezTo>
                      <a:cubicBezTo>
                        <a:pt x="568" y="1372"/>
                        <a:pt x="619" y="1397"/>
                        <a:pt x="670" y="1417"/>
                      </a:cubicBezTo>
                      <a:lnTo>
                        <a:pt x="670" y="1417"/>
                      </a:lnTo>
                      <a:cubicBezTo>
                        <a:pt x="720" y="1449"/>
                        <a:pt x="771" y="1495"/>
                        <a:pt x="821" y="1521"/>
                      </a:cubicBezTo>
                      <a:cubicBezTo>
                        <a:pt x="894" y="1569"/>
                        <a:pt x="986" y="1594"/>
                        <a:pt x="1081" y="1594"/>
                      </a:cubicBezTo>
                      <a:cubicBezTo>
                        <a:pt x="1222" y="1594"/>
                        <a:pt x="1368" y="1539"/>
                        <a:pt x="1459" y="1429"/>
                      </a:cubicBezTo>
                      <a:cubicBezTo>
                        <a:pt x="1520" y="1369"/>
                        <a:pt x="1581" y="1277"/>
                        <a:pt x="1611" y="1217"/>
                      </a:cubicBezTo>
                      <a:cubicBezTo>
                        <a:pt x="1642" y="1095"/>
                        <a:pt x="1611" y="882"/>
                        <a:pt x="1551" y="791"/>
                      </a:cubicBezTo>
                      <a:cubicBezTo>
                        <a:pt x="1525" y="741"/>
                        <a:pt x="1479" y="690"/>
                        <a:pt x="1447" y="640"/>
                      </a:cubicBezTo>
                      <a:lnTo>
                        <a:pt x="1447" y="640"/>
                      </a:lnTo>
                      <a:cubicBezTo>
                        <a:pt x="1427" y="589"/>
                        <a:pt x="1402" y="538"/>
                        <a:pt x="1368" y="487"/>
                      </a:cubicBezTo>
                      <a:cubicBezTo>
                        <a:pt x="1346" y="465"/>
                        <a:pt x="1325" y="444"/>
                        <a:pt x="1303" y="411"/>
                      </a:cubicBezTo>
                      <a:lnTo>
                        <a:pt x="1303" y="411"/>
                      </a:lnTo>
                      <a:cubicBezTo>
                        <a:pt x="1269" y="327"/>
                        <a:pt x="1220" y="248"/>
                        <a:pt x="1155" y="183"/>
                      </a:cubicBezTo>
                      <a:cubicBezTo>
                        <a:pt x="1003" y="62"/>
                        <a:pt x="882" y="1"/>
                        <a:pt x="66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8" name="Google Shape;6288;p39"/>
                <p:cNvSpPr/>
                <p:nvPr/>
              </p:nvSpPr>
              <p:spPr>
                <a:xfrm>
                  <a:off x="1731300" y="4183425"/>
                  <a:ext cx="387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" h="1098" extrusionOk="0">
                      <a:moveTo>
                        <a:pt x="654" y="0"/>
                      </a:moveTo>
                      <a:cubicBezTo>
                        <a:pt x="553" y="0"/>
                        <a:pt x="459" y="26"/>
                        <a:pt x="365" y="64"/>
                      </a:cubicBezTo>
                      <a:cubicBezTo>
                        <a:pt x="1" y="246"/>
                        <a:pt x="1" y="854"/>
                        <a:pt x="365" y="1006"/>
                      </a:cubicBezTo>
                      <a:cubicBezTo>
                        <a:pt x="473" y="1049"/>
                        <a:pt x="580" y="1092"/>
                        <a:pt x="698" y="1092"/>
                      </a:cubicBezTo>
                      <a:cubicBezTo>
                        <a:pt x="709" y="1092"/>
                        <a:pt x="720" y="1091"/>
                        <a:pt x="731" y="1091"/>
                      </a:cubicBezTo>
                      <a:lnTo>
                        <a:pt x="731" y="1091"/>
                      </a:lnTo>
                      <a:lnTo>
                        <a:pt x="700" y="1097"/>
                      </a:lnTo>
                      <a:lnTo>
                        <a:pt x="700" y="1097"/>
                      </a:lnTo>
                      <a:lnTo>
                        <a:pt x="737" y="1090"/>
                      </a:lnTo>
                      <a:lnTo>
                        <a:pt x="737" y="1090"/>
                      </a:lnTo>
                      <a:cubicBezTo>
                        <a:pt x="767" y="1088"/>
                        <a:pt x="798" y="1082"/>
                        <a:pt x="830" y="1073"/>
                      </a:cubicBezTo>
                      <a:lnTo>
                        <a:pt x="830" y="1073"/>
                      </a:lnTo>
                      <a:lnTo>
                        <a:pt x="1034" y="1036"/>
                      </a:lnTo>
                      <a:cubicBezTo>
                        <a:pt x="1186" y="1036"/>
                        <a:pt x="1308" y="1006"/>
                        <a:pt x="1399" y="915"/>
                      </a:cubicBezTo>
                      <a:cubicBezTo>
                        <a:pt x="1490" y="823"/>
                        <a:pt x="1551" y="671"/>
                        <a:pt x="1551" y="550"/>
                      </a:cubicBezTo>
                      <a:cubicBezTo>
                        <a:pt x="1551" y="428"/>
                        <a:pt x="1490" y="276"/>
                        <a:pt x="1399" y="185"/>
                      </a:cubicBezTo>
                      <a:cubicBezTo>
                        <a:pt x="1308" y="94"/>
                        <a:pt x="1186" y="64"/>
                        <a:pt x="1034" y="33"/>
                      </a:cubicBezTo>
                      <a:lnTo>
                        <a:pt x="742" y="7"/>
                      </a:lnTo>
                      <a:lnTo>
                        <a:pt x="742" y="7"/>
                      </a:lnTo>
                      <a:cubicBezTo>
                        <a:pt x="712" y="2"/>
                        <a:pt x="683" y="0"/>
                        <a:pt x="65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9" name="Google Shape;6289;p39"/>
                <p:cNvSpPr/>
                <p:nvPr/>
              </p:nvSpPr>
              <p:spPr>
                <a:xfrm>
                  <a:off x="1722175" y="4257200"/>
                  <a:ext cx="28900" cy="2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" h="913" extrusionOk="0">
                      <a:moveTo>
                        <a:pt x="578" y="0"/>
                      </a:moveTo>
                      <a:cubicBezTo>
                        <a:pt x="1" y="0"/>
                        <a:pt x="1" y="912"/>
                        <a:pt x="578" y="912"/>
                      </a:cubicBezTo>
                      <a:cubicBezTo>
                        <a:pt x="1156" y="912"/>
                        <a:pt x="1156" y="0"/>
                        <a:pt x="57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0" name="Google Shape;6290;p39"/>
                <p:cNvSpPr/>
                <p:nvPr/>
              </p:nvSpPr>
              <p:spPr>
                <a:xfrm>
                  <a:off x="1638600" y="4324675"/>
                  <a:ext cx="41050" cy="3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" h="1259" extrusionOk="0">
                      <a:moveTo>
                        <a:pt x="851" y="37"/>
                      </a:moveTo>
                      <a:cubicBezTo>
                        <a:pt x="865" y="37"/>
                        <a:pt x="879" y="38"/>
                        <a:pt x="892" y="41"/>
                      </a:cubicBezTo>
                      <a:lnTo>
                        <a:pt x="892" y="41"/>
                      </a:lnTo>
                      <a:lnTo>
                        <a:pt x="882" y="37"/>
                      </a:lnTo>
                      <a:close/>
                      <a:moveTo>
                        <a:pt x="926" y="1204"/>
                      </a:moveTo>
                      <a:lnTo>
                        <a:pt x="882" y="1222"/>
                      </a:lnTo>
                      <a:lnTo>
                        <a:pt x="730" y="1222"/>
                      </a:lnTo>
                      <a:lnTo>
                        <a:pt x="926" y="1204"/>
                      </a:lnTo>
                      <a:close/>
                      <a:moveTo>
                        <a:pt x="577" y="0"/>
                      </a:moveTo>
                      <a:cubicBezTo>
                        <a:pt x="440" y="0"/>
                        <a:pt x="292" y="83"/>
                        <a:pt x="213" y="189"/>
                      </a:cubicBezTo>
                      <a:cubicBezTo>
                        <a:pt x="91" y="280"/>
                        <a:pt x="0" y="462"/>
                        <a:pt x="0" y="645"/>
                      </a:cubicBezTo>
                      <a:cubicBezTo>
                        <a:pt x="31" y="797"/>
                        <a:pt x="61" y="979"/>
                        <a:pt x="213" y="1070"/>
                      </a:cubicBezTo>
                      <a:cubicBezTo>
                        <a:pt x="319" y="1176"/>
                        <a:pt x="447" y="1258"/>
                        <a:pt x="579" y="1258"/>
                      </a:cubicBezTo>
                      <a:cubicBezTo>
                        <a:pt x="599" y="1258"/>
                        <a:pt x="619" y="1257"/>
                        <a:pt x="639" y="1253"/>
                      </a:cubicBezTo>
                      <a:lnTo>
                        <a:pt x="851" y="1253"/>
                      </a:lnTo>
                      <a:cubicBezTo>
                        <a:pt x="885" y="1236"/>
                        <a:pt x="919" y="1219"/>
                        <a:pt x="953" y="1202"/>
                      </a:cubicBezTo>
                      <a:lnTo>
                        <a:pt x="953" y="1202"/>
                      </a:lnTo>
                      <a:lnTo>
                        <a:pt x="1064" y="1192"/>
                      </a:lnTo>
                      <a:cubicBezTo>
                        <a:pt x="1216" y="1192"/>
                        <a:pt x="1338" y="1161"/>
                        <a:pt x="1459" y="1040"/>
                      </a:cubicBezTo>
                      <a:cubicBezTo>
                        <a:pt x="1581" y="949"/>
                        <a:pt x="1642" y="766"/>
                        <a:pt x="1642" y="614"/>
                      </a:cubicBezTo>
                      <a:cubicBezTo>
                        <a:pt x="1642" y="493"/>
                        <a:pt x="1581" y="310"/>
                        <a:pt x="1459" y="219"/>
                      </a:cubicBezTo>
                      <a:cubicBezTo>
                        <a:pt x="1338" y="98"/>
                        <a:pt x="1216" y="67"/>
                        <a:pt x="1064" y="37"/>
                      </a:cubicBezTo>
                      <a:lnTo>
                        <a:pt x="1064" y="67"/>
                      </a:lnTo>
                      <a:lnTo>
                        <a:pt x="944" y="56"/>
                      </a:lnTo>
                      <a:lnTo>
                        <a:pt x="944" y="56"/>
                      </a:lnTo>
                      <a:cubicBezTo>
                        <a:pt x="927" y="50"/>
                        <a:pt x="910" y="44"/>
                        <a:pt x="892" y="41"/>
                      </a:cubicBezTo>
                      <a:lnTo>
                        <a:pt x="892" y="41"/>
                      </a:lnTo>
                      <a:lnTo>
                        <a:pt x="926" y="55"/>
                      </a:lnTo>
                      <a:lnTo>
                        <a:pt x="926" y="55"/>
                      </a:lnTo>
                      <a:lnTo>
                        <a:pt x="730" y="37"/>
                      </a:lnTo>
                      <a:lnTo>
                        <a:pt x="851" y="37"/>
                      </a:lnTo>
                      <a:cubicBezTo>
                        <a:pt x="791" y="6"/>
                        <a:pt x="730" y="6"/>
                        <a:pt x="639" y="6"/>
                      </a:cubicBezTo>
                      <a:cubicBezTo>
                        <a:pt x="619" y="2"/>
                        <a:pt x="598" y="0"/>
                        <a:pt x="57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1" name="Google Shape;6291;p39"/>
                <p:cNvSpPr/>
                <p:nvPr/>
              </p:nvSpPr>
              <p:spPr>
                <a:xfrm>
                  <a:off x="1579325" y="4214650"/>
                  <a:ext cx="28150" cy="3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1490" extrusionOk="0">
                      <a:moveTo>
                        <a:pt x="548" y="0"/>
                      </a:moveTo>
                      <a:cubicBezTo>
                        <a:pt x="244" y="0"/>
                        <a:pt x="31" y="243"/>
                        <a:pt x="0" y="547"/>
                      </a:cubicBezTo>
                      <a:cubicBezTo>
                        <a:pt x="0" y="699"/>
                        <a:pt x="0" y="821"/>
                        <a:pt x="31" y="942"/>
                      </a:cubicBezTo>
                      <a:cubicBezTo>
                        <a:pt x="31" y="1094"/>
                        <a:pt x="61" y="1216"/>
                        <a:pt x="183" y="1307"/>
                      </a:cubicBezTo>
                      <a:cubicBezTo>
                        <a:pt x="274" y="1429"/>
                        <a:pt x="426" y="1489"/>
                        <a:pt x="548" y="1489"/>
                      </a:cubicBezTo>
                      <a:cubicBezTo>
                        <a:pt x="882" y="1459"/>
                        <a:pt x="1064" y="1246"/>
                        <a:pt x="1095" y="942"/>
                      </a:cubicBezTo>
                      <a:cubicBezTo>
                        <a:pt x="1095" y="821"/>
                        <a:pt x="1125" y="669"/>
                        <a:pt x="1125" y="547"/>
                      </a:cubicBezTo>
                      <a:cubicBezTo>
                        <a:pt x="1095" y="395"/>
                        <a:pt x="1064" y="274"/>
                        <a:pt x="943" y="152"/>
                      </a:cubicBezTo>
                      <a:cubicBezTo>
                        <a:pt x="851" y="61"/>
                        <a:pt x="700" y="0"/>
                        <a:pt x="54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2" name="Google Shape;6292;p39"/>
                <p:cNvSpPr/>
                <p:nvPr/>
              </p:nvSpPr>
              <p:spPr>
                <a:xfrm>
                  <a:off x="1644675" y="4281500"/>
                  <a:ext cx="20550" cy="1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40" extrusionOk="0">
                      <a:moveTo>
                        <a:pt x="396" y="1"/>
                      </a:moveTo>
                      <a:cubicBezTo>
                        <a:pt x="0" y="1"/>
                        <a:pt x="0" y="639"/>
                        <a:pt x="396" y="639"/>
                      </a:cubicBezTo>
                      <a:cubicBezTo>
                        <a:pt x="821" y="639"/>
                        <a:pt x="821" y="1"/>
                        <a:pt x="39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3" name="Google Shape;6293;p39"/>
                <p:cNvSpPr/>
                <p:nvPr/>
              </p:nvSpPr>
              <p:spPr>
                <a:xfrm>
                  <a:off x="1647725" y="4152325"/>
                  <a:ext cx="34975" cy="2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095" extrusionOk="0">
                      <a:moveTo>
                        <a:pt x="699" y="1"/>
                      </a:moveTo>
                      <a:cubicBezTo>
                        <a:pt x="0" y="1"/>
                        <a:pt x="0" y="1095"/>
                        <a:pt x="699" y="1095"/>
                      </a:cubicBezTo>
                      <a:cubicBezTo>
                        <a:pt x="1398" y="1095"/>
                        <a:pt x="1398" y="1"/>
                        <a:pt x="69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4" name="Google Shape;6294;p39"/>
                <p:cNvSpPr/>
                <p:nvPr/>
              </p:nvSpPr>
              <p:spPr>
                <a:xfrm>
                  <a:off x="1537525" y="4326900"/>
                  <a:ext cx="29675" cy="3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498" extrusionOk="0">
                      <a:moveTo>
                        <a:pt x="593" y="1"/>
                      </a:moveTo>
                      <a:cubicBezTo>
                        <a:pt x="457" y="1"/>
                        <a:pt x="320" y="54"/>
                        <a:pt x="213" y="161"/>
                      </a:cubicBezTo>
                      <a:lnTo>
                        <a:pt x="183" y="161"/>
                      </a:lnTo>
                      <a:cubicBezTo>
                        <a:pt x="31" y="313"/>
                        <a:pt x="1" y="525"/>
                        <a:pt x="31" y="738"/>
                      </a:cubicBezTo>
                      <a:lnTo>
                        <a:pt x="31" y="616"/>
                      </a:lnTo>
                      <a:lnTo>
                        <a:pt x="61" y="951"/>
                      </a:lnTo>
                      <a:cubicBezTo>
                        <a:pt x="61" y="1103"/>
                        <a:pt x="122" y="1224"/>
                        <a:pt x="213" y="1346"/>
                      </a:cubicBezTo>
                      <a:cubicBezTo>
                        <a:pt x="305" y="1437"/>
                        <a:pt x="457" y="1498"/>
                        <a:pt x="609" y="1498"/>
                      </a:cubicBezTo>
                      <a:cubicBezTo>
                        <a:pt x="730" y="1498"/>
                        <a:pt x="882" y="1437"/>
                        <a:pt x="973" y="1346"/>
                      </a:cubicBezTo>
                      <a:cubicBezTo>
                        <a:pt x="1065" y="1224"/>
                        <a:pt x="1125" y="1103"/>
                        <a:pt x="1125" y="951"/>
                      </a:cubicBezTo>
                      <a:lnTo>
                        <a:pt x="1144" y="750"/>
                      </a:lnTo>
                      <a:lnTo>
                        <a:pt x="1144" y="750"/>
                      </a:lnTo>
                      <a:lnTo>
                        <a:pt x="1156" y="738"/>
                      </a:lnTo>
                      <a:cubicBezTo>
                        <a:pt x="1186" y="556"/>
                        <a:pt x="1156" y="313"/>
                        <a:pt x="1004" y="161"/>
                      </a:cubicBezTo>
                      <a:lnTo>
                        <a:pt x="973" y="161"/>
                      </a:lnTo>
                      <a:cubicBezTo>
                        <a:pt x="867" y="54"/>
                        <a:pt x="730" y="1"/>
                        <a:pt x="59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5" name="Google Shape;6295;p39"/>
                <p:cNvSpPr/>
                <p:nvPr/>
              </p:nvSpPr>
              <p:spPr>
                <a:xfrm>
                  <a:off x="1704700" y="4362050"/>
                  <a:ext cx="22825" cy="1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" h="731" extrusionOk="0">
                      <a:moveTo>
                        <a:pt x="457" y="1"/>
                      </a:moveTo>
                      <a:cubicBezTo>
                        <a:pt x="1" y="1"/>
                        <a:pt x="1" y="730"/>
                        <a:pt x="457" y="730"/>
                      </a:cubicBezTo>
                      <a:cubicBezTo>
                        <a:pt x="913" y="730"/>
                        <a:pt x="913" y="1"/>
                        <a:pt x="45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6" name="Google Shape;6296;p39"/>
                <p:cNvSpPr/>
                <p:nvPr/>
              </p:nvSpPr>
              <p:spPr>
                <a:xfrm>
                  <a:off x="1862000" y="4406125"/>
                  <a:ext cx="16750" cy="1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518" extrusionOk="0">
                      <a:moveTo>
                        <a:pt x="335" y="1"/>
                      </a:moveTo>
                      <a:cubicBezTo>
                        <a:pt x="1" y="1"/>
                        <a:pt x="1" y="517"/>
                        <a:pt x="335" y="517"/>
                      </a:cubicBezTo>
                      <a:cubicBezTo>
                        <a:pt x="669" y="517"/>
                        <a:pt x="669" y="1"/>
                        <a:pt x="33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7" name="Google Shape;6297;p39"/>
                <p:cNvSpPr/>
                <p:nvPr/>
              </p:nvSpPr>
              <p:spPr>
                <a:xfrm>
                  <a:off x="1889350" y="4228700"/>
                  <a:ext cx="23600" cy="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" h="1234" extrusionOk="0">
                      <a:moveTo>
                        <a:pt x="472" y="0"/>
                      </a:moveTo>
                      <a:cubicBezTo>
                        <a:pt x="312" y="0"/>
                        <a:pt x="153" y="76"/>
                        <a:pt x="92" y="228"/>
                      </a:cubicBezTo>
                      <a:cubicBezTo>
                        <a:pt x="31" y="289"/>
                        <a:pt x="31" y="380"/>
                        <a:pt x="1" y="471"/>
                      </a:cubicBezTo>
                      <a:cubicBezTo>
                        <a:pt x="1" y="502"/>
                        <a:pt x="1" y="532"/>
                        <a:pt x="1" y="593"/>
                      </a:cubicBezTo>
                      <a:cubicBezTo>
                        <a:pt x="1" y="654"/>
                        <a:pt x="1" y="715"/>
                        <a:pt x="1" y="775"/>
                      </a:cubicBezTo>
                      <a:cubicBezTo>
                        <a:pt x="30" y="1005"/>
                        <a:pt x="193" y="1234"/>
                        <a:pt x="441" y="1234"/>
                      </a:cubicBezTo>
                      <a:cubicBezTo>
                        <a:pt x="456" y="1234"/>
                        <a:pt x="472" y="1233"/>
                        <a:pt x="487" y="1231"/>
                      </a:cubicBezTo>
                      <a:cubicBezTo>
                        <a:pt x="730" y="1231"/>
                        <a:pt x="913" y="1049"/>
                        <a:pt x="943" y="775"/>
                      </a:cubicBezTo>
                      <a:lnTo>
                        <a:pt x="913" y="775"/>
                      </a:lnTo>
                      <a:cubicBezTo>
                        <a:pt x="913" y="715"/>
                        <a:pt x="943" y="654"/>
                        <a:pt x="943" y="593"/>
                      </a:cubicBezTo>
                      <a:cubicBezTo>
                        <a:pt x="943" y="563"/>
                        <a:pt x="943" y="502"/>
                        <a:pt x="913" y="471"/>
                      </a:cubicBezTo>
                      <a:cubicBezTo>
                        <a:pt x="913" y="380"/>
                        <a:pt x="882" y="319"/>
                        <a:pt x="852" y="228"/>
                      </a:cubicBezTo>
                      <a:cubicBezTo>
                        <a:pt x="791" y="76"/>
                        <a:pt x="632" y="0"/>
                        <a:pt x="4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8" name="Google Shape;6298;p39"/>
                <p:cNvSpPr/>
                <p:nvPr/>
              </p:nvSpPr>
              <p:spPr>
                <a:xfrm>
                  <a:off x="1948625" y="4338500"/>
                  <a:ext cx="27375" cy="3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" h="1399" extrusionOk="0">
                      <a:moveTo>
                        <a:pt x="548" y="0"/>
                      </a:moveTo>
                      <a:cubicBezTo>
                        <a:pt x="335" y="31"/>
                        <a:pt x="122" y="183"/>
                        <a:pt x="62" y="396"/>
                      </a:cubicBezTo>
                      <a:cubicBezTo>
                        <a:pt x="1" y="548"/>
                        <a:pt x="31" y="730"/>
                        <a:pt x="62" y="912"/>
                      </a:cubicBezTo>
                      <a:cubicBezTo>
                        <a:pt x="62" y="1034"/>
                        <a:pt x="92" y="1156"/>
                        <a:pt x="214" y="1277"/>
                      </a:cubicBezTo>
                      <a:cubicBezTo>
                        <a:pt x="305" y="1338"/>
                        <a:pt x="426" y="1399"/>
                        <a:pt x="548" y="1399"/>
                      </a:cubicBezTo>
                      <a:cubicBezTo>
                        <a:pt x="852" y="1399"/>
                        <a:pt x="1034" y="1186"/>
                        <a:pt x="1065" y="912"/>
                      </a:cubicBezTo>
                      <a:cubicBezTo>
                        <a:pt x="1065" y="730"/>
                        <a:pt x="1095" y="548"/>
                        <a:pt x="1065" y="396"/>
                      </a:cubicBezTo>
                      <a:cubicBezTo>
                        <a:pt x="973" y="183"/>
                        <a:pt x="791" y="0"/>
                        <a:pt x="54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9" name="Google Shape;6299;p39"/>
                <p:cNvSpPr/>
                <p:nvPr/>
              </p:nvSpPr>
              <p:spPr>
                <a:xfrm>
                  <a:off x="1886325" y="4441850"/>
                  <a:ext cx="29650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943" extrusionOk="0">
                      <a:moveTo>
                        <a:pt x="578" y="0"/>
                      </a:moveTo>
                      <a:cubicBezTo>
                        <a:pt x="0" y="0"/>
                        <a:pt x="0" y="943"/>
                        <a:pt x="578" y="943"/>
                      </a:cubicBezTo>
                      <a:cubicBezTo>
                        <a:pt x="1186" y="943"/>
                        <a:pt x="1186" y="0"/>
                        <a:pt x="57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0" name="Google Shape;6300;p39"/>
                <p:cNvSpPr/>
                <p:nvPr/>
              </p:nvSpPr>
              <p:spPr>
                <a:xfrm>
                  <a:off x="1745750" y="4380475"/>
                  <a:ext cx="25100" cy="2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" h="898" extrusionOk="0">
                      <a:moveTo>
                        <a:pt x="559" y="1"/>
                      </a:moveTo>
                      <a:cubicBezTo>
                        <a:pt x="517" y="1"/>
                        <a:pt x="471" y="8"/>
                        <a:pt x="426" y="24"/>
                      </a:cubicBezTo>
                      <a:lnTo>
                        <a:pt x="334" y="54"/>
                      </a:lnTo>
                      <a:cubicBezTo>
                        <a:pt x="243" y="84"/>
                        <a:pt x="182" y="115"/>
                        <a:pt x="122" y="145"/>
                      </a:cubicBezTo>
                      <a:cubicBezTo>
                        <a:pt x="91" y="206"/>
                        <a:pt x="61" y="267"/>
                        <a:pt x="30" y="358"/>
                      </a:cubicBezTo>
                      <a:cubicBezTo>
                        <a:pt x="0" y="449"/>
                        <a:pt x="0" y="449"/>
                        <a:pt x="30" y="571"/>
                      </a:cubicBezTo>
                      <a:cubicBezTo>
                        <a:pt x="61" y="632"/>
                        <a:pt x="91" y="692"/>
                        <a:pt x="122" y="753"/>
                      </a:cubicBezTo>
                      <a:cubicBezTo>
                        <a:pt x="182" y="814"/>
                        <a:pt x="243" y="844"/>
                        <a:pt x="334" y="844"/>
                      </a:cubicBezTo>
                      <a:lnTo>
                        <a:pt x="426" y="875"/>
                      </a:lnTo>
                      <a:cubicBezTo>
                        <a:pt x="471" y="890"/>
                        <a:pt x="517" y="898"/>
                        <a:pt x="559" y="898"/>
                      </a:cubicBezTo>
                      <a:cubicBezTo>
                        <a:pt x="600" y="898"/>
                        <a:pt x="638" y="890"/>
                        <a:pt x="669" y="875"/>
                      </a:cubicBezTo>
                      <a:cubicBezTo>
                        <a:pt x="760" y="844"/>
                        <a:pt x="821" y="814"/>
                        <a:pt x="882" y="753"/>
                      </a:cubicBezTo>
                      <a:cubicBezTo>
                        <a:pt x="942" y="692"/>
                        <a:pt x="1003" y="571"/>
                        <a:pt x="1003" y="449"/>
                      </a:cubicBezTo>
                      <a:cubicBezTo>
                        <a:pt x="1003" y="328"/>
                        <a:pt x="942" y="206"/>
                        <a:pt x="882" y="145"/>
                      </a:cubicBezTo>
                      <a:cubicBezTo>
                        <a:pt x="821" y="84"/>
                        <a:pt x="760" y="54"/>
                        <a:pt x="669" y="24"/>
                      </a:cubicBezTo>
                      <a:cubicBezTo>
                        <a:pt x="638" y="8"/>
                        <a:pt x="600" y="1"/>
                        <a:pt x="55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1" name="Google Shape;6301;p39"/>
                <p:cNvSpPr/>
                <p:nvPr/>
              </p:nvSpPr>
              <p:spPr>
                <a:xfrm>
                  <a:off x="1786775" y="4239725"/>
                  <a:ext cx="28150" cy="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852" extrusionOk="0">
                      <a:moveTo>
                        <a:pt x="548" y="0"/>
                      </a:moveTo>
                      <a:cubicBezTo>
                        <a:pt x="0" y="0"/>
                        <a:pt x="0" y="851"/>
                        <a:pt x="548" y="851"/>
                      </a:cubicBezTo>
                      <a:cubicBezTo>
                        <a:pt x="1125" y="851"/>
                        <a:pt x="1125" y="0"/>
                        <a:pt x="54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2" name="Google Shape;6302;p39"/>
                <p:cNvSpPr/>
                <p:nvPr/>
              </p:nvSpPr>
              <p:spPr>
                <a:xfrm>
                  <a:off x="1842250" y="4155375"/>
                  <a:ext cx="26625" cy="2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" h="1064" extrusionOk="0">
                      <a:moveTo>
                        <a:pt x="517" y="0"/>
                      </a:moveTo>
                      <a:cubicBezTo>
                        <a:pt x="395" y="0"/>
                        <a:pt x="243" y="61"/>
                        <a:pt x="152" y="152"/>
                      </a:cubicBezTo>
                      <a:cubicBezTo>
                        <a:pt x="92" y="213"/>
                        <a:pt x="61" y="243"/>
                        <a:pt x="31" y="335"/>
                      </a:cubicBezTo>
                      <a:cubicBezTo>
                        <a:pt x="0" y="395"/>
                        <a:pt x="0" y="456"/>
                        <a:pt x="0" y="517"/>
                      </a:cubicBezTo>
                      <a:cubicBezTo>
                        <a:pt x="0" y="669"/>
                        <a:pt x="61" y="790"/>
                        <a:pt x="152" y="882"/>
                      </a:cubicBezTo>
                      <a:cubicBezTo>
                        <a:pt x="274" y="1003"/>
                        <a:pt x="395" y="1064"/>
                        <a:pt x="517" y="1064"/>
                      </a:cubicBezTo>
                      <a:cubicBezTo>
                        <a:pt x="669" y="1064"/>
                        <a:pt x="791" y="1003"/>
                        <a:pt x="882" y="882"/>
                      </a:cubicBezTo>
                      <a:cubicBezTo>
                        <a:pt x="943" y="851"/>
                        <a:pt x="973" y="790"/>
                        <a:pt x="1003" y="730"/>
                      </a:cubicBezTo>
                      <a:cubicBezTo>
                        <a:pt x="1034" y="669"/>
                        <a:pt x="1064" y="608"/>
                        <a:pt x="1064" y="517"/>
                      </a:cubicBezTo>
                      <a:cubicBezTo>
                        <a:pt x="1034" y="395"/>
                        <a:pt x="1003" y="243"/>
                        <a:pt x="882" y="152"/>
                      </a:cubicBezTo>
                      <a:cubicBezTo>
                        <a:pt x="791" y="61"/>
                        <a:pt x="669" y="0"/>
                        <a:pt x="51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3" name="Google Shape;6303;p39"/>
                <p:cNvSpPr/>
                <p:nvPr/>
              </p:nvSpPr>
              <p:spPr>
                <a:xfrm>
                  <a:off x="1740425" y="4040625"/>
                  <a:ext cx="47900" cy="3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6" h="1490" extrusionOk="0">
                      <a:moveTo>
                        <a:pt x="943" y="0"/>
                      </a:moveTo>
                      <a:cubicBezTo>
                        <a:pt x="0" y="0"/>
                        <a:pt x="0" y="1490"/>
                        <a:pt x="943" y="1490"/>
                      </a:cubicBezTo>
                      <a:cubicBezTo>
                        <a:pt x="1915" y="1490"/>
                        <a:pt x="1915" y="0"/>
                        <a:pt x="94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4" name="Google Shape;6304;p39"/>
                <p:cNvSpPr/>
                <p:nvPr/>
              </p:nvSpPr>
              <p:spPr>
                <a:xfrm>
                  <a:off x="1673550" y="4226800"/>
                  <a:ext cx="25850" cy="1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791" extrusionOk="0">
                      <a:moveTo>
                        <a:pt x="517" y="0"/>
                      </a:moveTo>
                      <a:cubicBezTo>
                        <a:pt x="0" y="0"/>
                        <a:pt x="0" y="791"/>
                        <a:pt x="517" y="791"/>
                      </a:cubicBezTo>
                      <a:cubicBezTo>
                        <a:pt x="1034" y="791"/>
                        <a:pt x="1034" y="0"/>
                        <a:pt x="51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5" name="Google Shape;6305;p39"/>
                <p:cNvSpPr/>
                <p:nvPr/>
              </p:nvSpPr>
              <p:spPr>
                <a:xfrm>
                  <a:off x="1740425" y="4324825"/>
                  <a:ext cx="20525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639" extrusionOk="0">
                      <a:moveTo>
                        <a:pt x="395" y="0"/>
                      </a:moveTo>
                      <a:cubicBezTo>
                        <a:pt x="0" y="0"/>
                        <a:pt x="0" y="639"/>
                        <a:pt x="395" y="639"/>
                      </a:cubicBezTo>
                      <a:cubicBezTo>
                        <a:pt x="821" y="639"/>
                        <a:pt x="821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6" name="Google Shape;6306;p39"/>
                <p:cNvSpPr/>
                <p:nvPr/>
              </p:nvSpPr>
              <p:spPr>
                <a:xfrm>
                  <a:off x="1908350" y="4286150"/>
                  <a:ext cx="20550" cy="1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796" extrusionOk="0">
                      <a:moveTo>
                        <a:pt x="409" y="0"/>
                      </a:moveTo>
                      <a:cubicBezTo>
                        <a:pt x="345" y="0"/>
                        <a:pt x="285" y="17"/>
                        <a:pt x="244" y="58"/>
                      </a:cubicBezTo>
                      <a:cubicBezTo>
                        <a:pt x="214" y="88"/>
                        <a:pt x="214" y="88"/>
                        <a:pt x="183" y="88"/>
                      </a:cubicBezTo>
                      <a:cubicBezTo>
                        <a:pt x="122" y="119"/>
                        <a:pt x="92" y="180"/>
                        <a:pt x="62" y="240"/>
                      </a:cubicBezTo>
                      <a:cubicBezTo>
                        <a:pt x="31" y="271"/>
                        <a:pt x="1" y="332"/>
                        <a:pt x="1" y="392"/>
                      </a:cubicBezTo>
                      <a:cubicBezTo>
                        <a:pt x="1" y="453"/>
                        <a:pt x="31" y="514"/>
                        <a:pt x="62" y="575"/>
                      </a:cubicBezTo>
                      <a:cubicBezTo>
                        <a:pt x="92" y="635"/>
                        <a:pt x="122" y="666"/>
                        <a:pt x="183" y="696"/>
                      </a:cubicBezTo>
                      <a:cubicBezTo>
                        <a:pt x="183" y="727"/>
                        <a:pt x="214" y="727"/>
                        <a:pt x="244" y="727"/>
                      </a:cubicBezTo>
                      <a:cubicBezTo>
                        <a:pt x="305" y="772"/>
                        <a:pt x="373" y="795"/>
                        <a:pt x="441" y="795"/>
                      </a:cubicBezTo>
                      <a:cubicBezTo>
                        <a:pt x="510" y="795"/>
                        <a:pt x="578" y="772"/>
                        <a:pt x="639" y="727"/>
                      </a:cubicBezTo>
                      <a:cubicBezTo>
                        <a:pt x="761" y="666"/>
                        <a:pt x="821" y="544"/>
                        <a:pt x="821" y="392"/>
                      </a:cubicBezTo>
                      <a:cubicBezTo>
                        <a:pt x="821" y="271"/>
                        <a:pt x="761" y="119"/>
                        <a:pt x="639" y="58"/>
                      </a:cubicBezTo>
                      <a:cubicBezTo>
                        <a:pt x="572" y="25"/>
                        <a:pt x="487" y="0"/>
                        <a:pt x="4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7" name="Google Shape;6307;p39"/>
                <p:cNvSpPr/>
                <p:nvPr/>
              </p:nvSpPr>
              <p:spPr>
                <a:xfrm>
                  <a:off x="1878725" y="4359025"/>
                  <a:ext cx="25850" cy="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821" extrusionOk="0">
                      <a:moveTo>
                        <a:pt x="517" y="0"/>
                      </a:moveTo>
                      <a:cubicBezTo>
                        <a:pt x="0" y="0"/>
                        <a:pt x="0" y="821"/>
                        <a:pt x="517" y="821"/>
                      </a:cubicBezTo>
                      <a:cubicBezTo>
                        <a:pt x="1034" y="821"/>
                        <a:pt x="1034" y="0"/>
                        <a:pt x="51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8" name="Google Shape;6308;p39"/>
                <p:cNvSpPr/>
                <p:nvPr/>
              </p:nvSpPr>
              <p:spPr>
                <a:xfrm>
                  <a:off x="1822500" y="4356725"/>
                  <a:ext cx="1977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5" y="1"/>
                      </a:moveTo>
                      <a:cubicBezTo>
                        <a:pt x="0" y="1"/>
                        <a:pt x="0" y="609"/>
                        <a:pt x="395" y="609"/>
                      </a:cubicBezTo>
                      <a:cubicBezTo>
                        <a:pt x="790" y="609"/>
                        <a:pt x="790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9" name="Google Shape;6309;p39"/>
                <p:cNvSpPr/>
                <p:nvPr/>
              </p:nvSpPr>
              <p:spPr>
                <a:xfrm>
                  <a:off x="1796650" y="4400050"/>
                  <a:ext cx="25875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" h="822" extrusionOk="0">
                      <a:moveTo>
                        <a:pt x="517" y="1"/>
                      </a:moveTo>
                      <a:cubicBezTo>
                        <a:pt x="1" y="1"/>
                        <a:pt x="1" y="821"/>
                        <a:pt x="517" y="821"/>
                      </a:cubicBezTo>
                      <a:cubicBezTo>
                        <a:pt x="1034" y="821"/>
                        <a:pt x="1034" y="1"/>
                        <a:pt x="51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0" name="Google Shape;6310;p39"/>
                <p:cNvSpPr/>
                <p:nvPr/>
              </p:nvSpPr>
              <p:spPr>
                <a:xfrm>
                  <a:off x="1703175" y="4423600"/>
                  <a:ext cx="12950" cy="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396" extrusionOk="0">
                      <a:moveTo>
                        <a:pt x="244" y="1"/>
                      </a:moveTo>
                      <a:cubicBezTo>
                        <a:pt x="1" y="1"/>
                        <a:pt x="1" y="396"/>
                        <a:pt x="244" y="396"/>
                      </a:cubicBezTo>
                      <a:cubicBezTo>
                        <a:pt x="518" y="396"/>
                        <a:pt x="518" y="1"/>
                        <a:pt x="24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1" name="Google Shape;6311;p39"/>
                <p:cNvSpPr/>
                <p:nvPr/>
              </p:nvSpPr>
              <p:spPr>
                <a:xfrm>
                  <a:off x="1645425" y="4391700"/>
                  <a:ext cx="19025" cy="1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730" extrusionOk="0">
                      <a:moveTo>
                        <a:pt x="366" y="0"/>
                      </a:moveTo>
                      <a:cubicBezTo>
                        <a:pt x="274" y="0"/>
                        <a:pt x="183" y="61"/>
                        <a:pt x="122" y="122"/>
                      </a:cubicBezTo>
                      <a:cubicBezTo>
                        <a:pt x="31" y="183"/>
                        <a:pt x="1" y="274"/>
                        <a:pt x="1" y="365"/>
                      </a:cubicBezTo>
                      <a:cubicBezTo>
                        <a:pt x="1" y="456"/>
                        <a:pt x="31" y="578"/>
                        <a:pt x="122" y="638"/>
                      </a:cubicBezTo>
                      <a:cubicBezTo>
                        <a:pt x="183" y="699"/>
                        <a:pt x="274" y="730"/>
                        <a:pt x="366" y="730"/>
                      </a:cubicBezTo>
                      <a:cubicBezTo>
                        <a:pt x="457" y="730"/>
                        <a:pt x="578" y="699"/>
                        <a:pt x="639" y="638"/>
                      </a:cubicBezTo>
                      <a:cubicBezTo>
                        <a:pt x="700" y="578"/>
                        <a:pt x="761" y="456"/>
                        <a:pt x="730" y="365"/>
                      </a:cubicBezTo>
                      <a:cubicBezTo>
                        <a:pt x="730" y="274"/>
                        <a:pt x="700" y="183"/>
                        <a:pt x="639" y="122"/>
                      </a:cubicBezTo>
                      <a:cubicBezTo>
                        <a:pt x="548" y="31"/>
                        <a:pt x="487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2" name="Google Shape;6312;p39"/>
                <p:cNvSpPr/>
                <p:nvPr/>
              </p:nvSpPr>
              <p:spPr>
                <a:xfrm>
                  <a:off x="1563375" y="4405375"/>
                  <a:ext cx="19000" cy="1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730" extrusionOk="0">
                      <a:moveTo>
                        <a:pt x="365" y="0"/>
                      </a:moveTo>
                      <a:cubicBezTo>
                        <a:pt x="274" y="0"/>
                        <a:pt x="182" y="61"/>
                        <a:pt x="122" y="122"/>
                      </a:cubicBezTo>
                      <a:cubicBezTo>
                        <a:pt x="31" y="183"/>
                        <a:pt x="0" y="274"/>
                        <a:pt x="0" y="365"/>
                      </a:cubicBezTo>
                      <a:cubicBezTo>
                        <a:pt x="0" y="456"/>
                        <a:pt x="31" y="578"/>
                        <a:pt x="122" y="639"/>
                      </a:cubicBezTo>
                      <a:cubicBezTo>
                        <a:pt x="182" y="699"/>
                        <a:pt x="274" y="730"/>
                        <a:pt x="365" y="730"/>
                      </a:cubicBezTo>
                      <a:cubicBezTo>
                        <a:pt x="456" y="730"/>
                        <a:pt x="578" y="699"/>
                        <a:pt x="638" y="639"/>
                      </a:cubicBezTo>
                      <a:cubicBezTo>
                        <a:pt x="699" y="578"/>
                        <a:pt x="760" y="456"/>
                        <a:pt x="730" y="365"/>
                      </a:cubicBezTo>
                      <a:cubicBezTo>
                        <a:pt x="730" y="274"/>
                        <a:pt x="699" y="183"/>
                        <a:pt x="638" y="122"/>
                      </a:cubicBezTo>
                      <a:cubicBezTo>
                        <a:pt x="578" y="31"/>
                        <a:pt x="486" y="0"/>
                        <a:pt x="36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3" name="Google Shape;6313;p39"/>
                <p:cNvSpPr/>
                <p:nvPr/>
              </p:nvSpPr>
              <p:spPr>
                <a:xfrm>
                  <a:off x="1442550" y="4379950"/>
                  <a:ext cx="27375" cy="23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" h="927" extrusionOk="0">
                      <a:moveTo>
                        <a:pt x="608" y="1"/>
                      </a:moveTo>
                      <a:cubicBezTo>
                        <a:pt x="588" y="1"/>
                        <a:pt x="568" y="4"/>
                        <a:pt x="547" y="14"/>
                      </a:cubicBezTo>
                      <a:lnTo>
                        <a:pt x="456" y="14"/>
                      </a:lnTo>
                      <a:cubicBezTo>
                        <a:pt x="395" y="14"/>
                        <a:pt x="335" y="14"/>
                        <a:pt x="304" y="45"/>
                      </a:cubicBezTo>
                      <a:cubicBezTo>
                        <a:pt x="243" y="75"/>
                        <a:pt x="183" y="105"/>
                        <a:pt x="152" y="136"/>
                      </a:cubicBezTo>
                      <a:cubicBezTo>
                        <a:pt x="61" y="227"/>
                        <a:pt x="0" y="349"/>
                        <a:pt x="31" y="470"/>
                      </a:cubicBezTo>
                      <a:cubicBezTo>
                        <a:pt x="31" y="592"/>
                        <a:pt x="61" y="713"/>
                        <a:pt x="152" y="805"/>
                      </a:cubicBezTo>
                      <a:lnTo>
                        <a:pt x="243" y="865"/>
                      </a:lnTo>
                      <a:cubicBezTo>
                        <a:pt x="304" y="896"/>
                        <a:pt x="395" y="926"/>
                        <a:pt x="456" y="926"/>
                      </a:cubicBezTo>
                      <a:lnTo>
                        <a:pt x="730" y="926"/>
                      </a:lnTo>
                      <a:lnTo>
                        <a:pt x="851" y="865"/>
                      </a:lnTo>
                      <a:cubicBezTo>
                        <a:pt x="912" y="835"/>
                        <a:pt x="942" y="805"/>
                        <a:pt x="973" y="744"/>
                      </a:cubicBezTo>
                      <a:cubicBezTo>
                        <a:pt x="1034" y="683"/>
                        <a:pt x="1094" y="561"/>
                        <a:pt x="1064" y="470"/>
                      </a:cubicBezTo>
                      <a:cubicBezTo>
                        <a:pt x="1064" y="379"/>
                        <a:pt x="1064" y="318"/>
                        <a:pt x="1003" y="227"/>
                      </a:cubicBezTo>
                      <a:cubicBezTo>
                        <a:pt x="973" y="136"/>
                        <a:pt x="851" y="75"/>
                        <a:pt x="730" y="14"/>
                      </a:cubicBezTo>
                      <a:cubicBezTo>
                        <a:pt x="689" y="14"/>
                        <a:pt x="649" y="1"/>
                        <a:pt x="60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4" name="Google Shape;6314;p39"/>
                <p:cNvSpPr/>
                <p:nvPr/>
              </p:nvSpPr>
              <p:spPr>
                <a:xfrm>
                  <a:off x="1448625" y="4254350"/>
                  <a:ext cx="26625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" h="1057" extrusionOk="0">
                      <a:moveTo>
                        <a:pt x="441" y="0"/>
                      </a:moveTo>
                      <a:cubicBezTo>
                        <a:pt x="403" y="0"/>
                        <a:pt x="365" y="8"/>
                        <a:pt x="335" y="23"/>
                      </a:cubicBezTo>
                      <a:cubicBezTo>
                        <a:pt x="274" y="53"/>
                        <a:pt x="183" y="84"/>
                        <a:pt x="152" y="114"/>
                      </a:cubicBezTo>
                      <a:cubicBezTo>
                        <a:pt x="92" y="175"/>
                        <a:pt x="61" y="236"/>
                        <a:pt x="31" y="327"/>
                      </a:cubicBezTo>
                      <a:cubicBezTo>
                        <a:pt x="0" y="388"/>
                        <a:pt x="31" y="479"/>
                        <a:pt x="31" y="540"/>
                      </a:cubicBezTo>
                      <a:cubicBezTo>
                        <a:pt x="61" y="600"/>
                        <a:pt x="61" y="661"/>
                        <a:pt x="92" y="692"/>
                      </a:cubicBezTo>
                      <a:lnTo>
                        <a:pt x="183" y="813"/>
                      </a:lnTo>
                      <a:cubicBezTo>
                        <a:pt x="244" y="874"/>
                        <a:pt x="274" y="935"/>
                        <a:pt x="365" y="965"/>
                      </a:cubicBezTo>
                      <a:cubicBezTo>
                        <a:pt x="426" y="1026"/>
                        <a:pt x="517" y="1056"/>
                        <a:pt x="578" y="1056"/>
                      </a:cubicBezTo>
                      <a:cubicBezTo>
                        <a:pt x="730" y="1056"/>
                        <a:pt x="821" y="996"/>
                        <a:pt x="912" y="904"/>
                      </a:cubicBezTo>
                      <a:cubicBezTo>
                        <a:pt x="1003" y="813"/>
                        <a:pt x="1064" y="692"/>
                        <a:pt x="1064" y="570"/>
                      </a:cubicBezTo>
                      <a:cubicBezTo>
                        <a:pt x="1064" y="479"/>
                        <a:pt x="1034" y="418"/>
                        <a:pt x="1003" y="327"/>
                      </a:cubicBezTo>
                      <a:cubicBezTo>
                        <a:pt x="943" y="266"/>
                        <a:pt x="882" y="205"/>
                        <a:pt x="821" y="175"/>
                      </a:cubicBezTo>
                      <a:lnTo>
                        <a:pt x="699" y="84"/>
                      </a:lnTo>
                      <a:cubicBezTo>
                        <a:pt x="699" y="84"/>
                        <a:pt x="669" y="53"/>
                        <a:pt x="639" y="53"/>
                      </a:cubicBezTo>
                      <a:cubicBezTo>
                        <a:pt x="608" y="23"/>
                        <a:pt x="578" y="23"/>
                        <a:pt x="547" y="23"/>
                      </a:cubicBezTo>
                      <a:cubicBezTo>
                        <a:pt x="517" y="8"/>
                        <a:pt x="479" y="0"/>
                        <a:pt x="44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5" name="Google Shape;6315;p39"/>
                <p:cNvSpPr/>
                <p:nvPr/>
              </p:nvSpPr>
              <p:spPr>
                <a:xfrm>
                  <a:off x="1602875" y="4293675"/>
                  <a:ext cx="30425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7" h="943" extrusionOk="0">
                      <a:moveTo>
                        <a:pt x="609" y="0"/>
                      </a:moveTo>
                      <a:cubicBezTo>
                        <a:pt x="1" y="0"/>
                        <a:pt x="1" y="942"/>
                        <a:pt x="609" y="942"/>
                      </a:cubicBezTo>
                      <a:cubicBezTo>
                        <a:pt x="1217" y="942"/>
                        <a:pt x="1217" y="0"/>
                        <a:pt x="6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6" name="Google Shape;6316;p39"/>
                <p:cNvSpPr/>
                <p:nvPr/>
              </p:nvSpPr>
              <p:spPr>
                <a:xfrm>
                  <a:off x="1483575" y="4300500"/>
                  <a:ext cx="22825" cy="1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" h="731" extrusionOk="0">
                      <a:moveTo>
                        <a:pt x="456" y="1"/>
                      </a:moveTo>
                      <a:cubicBezTo>
                        <a:pt x="1" y="1"/>
                        <a:pt x="1" y="730"/>
                        <a:pt x="456" y="730"/>
                      </a:cubicBezTo>
                      <a:cubicBezTo>
                        <a:pt x="912" y="730"/>
                        <a:pt x="912" y="1"/>
                        <a:pt x="45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7" name="Google Shape;6317;p39"/>
                <p:cNvSpPr/>
                <p:nvPr/>
              </p:nvSpPr>
              <p:spPr>
                <a:xfrm>
                  <a:off x="1498025" y="4364325"/>
                  <a:ext cx="12175" cy="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366" extrusionOk="0">
                      <a:moveTo>
                        <a:pt x="243" y="1"/>
                      </a:moveTo>
                      <a:cubicBezTo>
                        <a:pt x="0" y="1"/>
                        <a:pt x="0" y="366"/>
                        <a:pt x="243" y="366"/>
                      </a:cubicBezTo>
                      <a:cubicBezTo>
                        <a:pt x="486" y="366"/>
                        <a:pt x="486" y="1"/>
                        <a:pt x="24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8" name="Google Shape;6318;p39"/>
                <p:cNvSpPr/>
                <p:nvPr/>
              </p:nvSpPr>
              <p:spPr>
                <a:xfrm>
                  <a:off x="1504100" y="4419050"/>
                  <a:ext cx="77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cubicBezTo>
                        <a:pt x="0" y="0"/>
                        <a:pt x="3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9" name="Google Shape;6319;p39"/>
                <p:cNvSpPr/>
                <p:nvPr/>
              </p:nvSpPr>
              <p:spPr>
                <a:xfrm>
                  <a:off x="1364275" y="4404600"/>
                  <a:ext cx="24350" cy="2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65" extrusionOk="0">
                      <a:moveTo>
                        <a:pt x="487" y="1"/>
                      </a:moveTo>
                      <a:cubicBezTo>
                        <a:pt x="396" y="1"/>
                        <a:pt x="244" y="31"/>
                        <a:pt x="183" y="122"/>
                      </a:cubicBezTo>
                      <a:cubicBezTo>
                        <a:pt x="122" y="214"/>
                        <a:pt x="61" y="274"/>
                        <a:pt x="61" y="366"/>
                      </a:cubicBezTo>
                      <a:lnTo>
                        <a:pt x="31" y="457"/>
                      </a:lnTo>
                      <a:cubicBezTo>
                        <a:pt x="0" y="548"/>
                        <a:pt x="0" y="609"/>
                        <a:pt x="31" y="700"/>
                      </a:cubicBezTo>
                      <a:cubicBezTo>
                        <a:pt x="61" y="791"/>
                        <a:pt x="92" y="852"/>
                        <a:pt x="152" y="913"/>
                      </a:cubicBezTo>
                      <a:cubicBezTo>
                        <a:pt x="244" y="1004"/>
                        <a:pt x="365" y="1065"/>
                        <a:pt x="487" y="1065"/>
                      </a:cubicBezTo>
                      <a:cubicBezTo>
                        <a:pt x="608" y="1065"/>
                        <a:pt x="730" y="1004"/>
                        <a:pt x="821" y="913"/>
                      </a:cubicBezTo>
                      <a:cubicBezTo>
                        <a:pt x="882" y="852"/>
                        <a:pt x="943" y="791"/>
                        <a:pt x="943" y="700"/>
                      </a:cubicBezTo>
                      <a:cubicBezTo>
                        <a:pt x="973" y="639"/>
                        <a:pt x="973" y="548"/>
                        <a:pt x="943" y="457"/>
                      </a:cubicBezTo>
                      <a:lnTo>
                        <a:pt x="943" y="366"/>
                      </a:lnTo>
                      <a:cubicBezTo>
                        <a:pt x="912" y="274"/>
                        <a:pt x="882" y="214"/>
                        <a:pt x="821" y="122"/>
                      </a:cubicBezTo>
                      <a:cubicBezTo>
                        <a:pt x="760" y="92"/>
                        <a:pt x="730" y="62"/>
                        <a:pt x="669" y="31"/>
                      </a:cubicBezTo>
                      <a:cubicBezTo>
                        <a:pt x="608" y="1"/>
                        <a:pt x="548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0" name="Google Shape;6320;p39"/>
                <p:cNvSpPr/>
                <p:nvPr/>
              </p:nvSpPr>
              <p:spPr>
                <a:xfrm>
                  <a:off x="1339200" y="4316475"/>
                  <a:ext cx="28900" cy="2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" h="912" extrusionOk="0">
                      <a:moveTo>
                        <a:pt x="578" y="0"/>
                      </a:moveTo>
                      <a:cubicBezTo>
                        <a:pt x="0" y="0"/>
                        <a:pt x="0" y="912"/>
                        <a:pt x="578" y="912"/>
                      </a:cubicBezTo>
                      <a:cubicBezTo>
                        <a:pt x="1155" y="912"/>
                        <a:pt x="1155" y="0"/>
                        <a:pt x="57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1" name="Google Shape;6321;p39"/>
                <p:cNvSpPr/>
                <p:nvPr/>
              </p:nvSpPr>
              <p:spPr>
                <a:xfrm>
                  <a:off x="1409875" y="4352600"/>
                  <a:ext cx="24325" cy="2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940" extrusionOk="0">
                      <a:moveTo>
                        <a:pt x="487" y="0"/>
                      </a:moveTo>
                      <a:cubicBezTo>
                        <a:pt x="466" y="0"/>
                        <a:pt x="446" y="4"/>
                        <a:pt x="426" y="14"/>
                      </a:cubicBezTo>
                      <a:cubicBezTo>
                        <a:pt x="395" y="14"/>
                        <a:pt x="365" y="14"/>
                        <a:pt x="304" y="44"/>
                      </a:cubicBezTo>
                      <a:cubicBezTo>
                        <a:pt x="274" y="75"/>
                        <a:pt x="213" y="105"/>
                        <a:pt x="183" y="136"/>
                      </a:cubicBezTo>
                      <a:cubicBezTo>
                        <a:pt x="91" y="227"/>
                        <a:pt x="0" y="348"/>
                        <a:pt x="0" y="470"/>
                      </a:cubicBezTo>
                      <a:cubicBezTo>
                        <a:pt x="0" y="622"/>
                        <a:pt x="61" y="713"/>
                        <a:pt x="183" y="804"/>
                      </a:cubicBezTo>
                      <a:cubicBezTo>
                        <a:pt x="213" y="865"/>
                        <a:pt x="304" y="895"/>
                        <a:pt x="365" y="926"/>
                      </a:cubicBezTo>
                      <a:cubicBezTo>
                        <a:pt x="405" y="926"/>
                        <a:pt x="446" y="939"/>
                        <a:pt x="487" y="939"/>
                      </a:cubicBezTo>
                      <a:cubicBezTo>
                        <a:pt x="507" y="939"/>
                        <a:pt x="527" y="936"/>
                        <a:pt x="547" y="926"/>
                      </a:cubicBezTo>
                      <a:cubicBezTo>
                        <a:pt x="608" y="926"/>
                        <a:pt x="638" y="926"/>
                        <a:pt x="669" y="895"/>
                      </a:cubicBezTo>
                      <a:cubicBezTo>
                        <a:pt x="730" y="895"/>
                        <a:pt x="760" y="865"/>
                        <a:pt x="790" y="835"/>
                      </a:cubicBezTo>
                      <a:cubicBezTo>
                        <a:pt x="821" y="804"/>
                        <a:pt x="851" y="774"/>
                        <a:pt x="851" y="743"/>
                      </a:cubicBezTo>
                      <a:cubicBezTo>
                        <a:pt x="912" y="683"/>
                        <a:pt x="973" y="561"/>
                        <a:pt x="973" y="470"/>
                      </a:cubicBezTo>
                      <a:cubicBezTo>
                        <a:pt x="973" y="379"/>
                        <a:pt x="942" y="318"/>
                        <a:pt x="912" y="227"/>
                      </a:cubicBezTo>
                      <a:cubicBezTo>
                        <a:pt x="851" y="166"/>
                        <a:pt x="790" y="105"/>
                        <a:pt x="730" y="75"/>
                      </a:cubicBezTo>
                      <a:lnTo>
                        <a:pt x="608" y="14"/>
                      </a:lnTo>
                      <a:cubicBezTo>
                        <a:pt x="568" y="14"/>
                        <a:pt x="527" y="0"/>
                        <a:pt x="48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2" name="Google Shape;6322;p39"/>
                <p:cNvSpPr/>
                <p:nvPr/>
              </p:nvSpPr>
              <p:spPr>
                <a:xfrm>
                  <a:off x="1526900" y="4417525"/>
                  <a:ext cx="27375" cy="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" h="852" extrusionOk="0">
                      <a:moveTo>
                        <a:pt x="547" y="1"/>
                      </a:moveTo>
                      <a:cubicBezTo>
                        <a:pt x="0" y="1"/>
                        <a:pt x="0" y="852"/>
                        <a:pt x="547" y="852"/>
                      </a:cubicBezTo>
                      <a:cubicBezTo>
                        <a:pt x="1094" y="852"/>
                        <a:pt x="1094" y="1"/>
                        <a:pt x="5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3" name="Google Shape;6323;p39"/>
                <p:cNvSpPr/>
                <p:nvPr/>
              </p:nvSpPr>
              <p:spPr>
                <a:xfrm>
                  <a:off x="1322475" y="4389925"/>
                  <a:ext cx="22075" cy="2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3" h="973" extrusionOk="0">
                      <a:moveTo>
                        <a:pt x="355" y="1"/>
                      </a:moveTo>
                      <a:cubicBezTo>
                        <a:pt x="294" y="1"/>
                        <a:pt x="233" y="16"/>
                        <a:pt x="183" y="41"/>
                      </a:cubicBezTo>
                      <a:cubicBezTo>
                        <a:pt x="61" y="132"/>
                        <a:pt x="1" y="254"/>
                        <a:pt x="31" y="406"/>
                      </a:cubicBezTo>
                      <a:cubicBezTo>
                        <a:pt x="61" y="497"/>
                        <a:pt x="92" y="558"/>
                        <a:pt x="122" y="649"/>
                      </a:cubicBezTo>
                      <a:lnTo>
                        <a:pt x="213" y="801"/>
                      </a:lnTo>
                      <a:cubicBezTo>
                        <a:pt x="252" y="918"/>
                        <a:pt x="379" y="972"/>
                        <a:pt x="497" y="972"/>
                      </a:cubicBezTo>
                      <a:cubicBezTo>
                        <a:pt x="563" y="972"/>
                        <a:pt x="626" y="955"/>
                        <a:pt x="669" y="922"/>
                      </a:cubicBezTo>
                      <a:cubicBezTo>
                        <a:pt x="852" y="831"/>
                        <a:pt x="882" y="618"/>
                        <a:pt x="791" y="466"/>
                      </a:cubicBezTo>
                      <a:lnTo>
                        <a:pt x="821" y="466"/>
                      </a:lnTo>
                      <a:cubicBezTo>
                        <a:pt x="730" y="345"/>
                        <a:pt x="669" y="193"/>
                        <a:pt x="578" y="102"/>
                      </a:cubicBezTo>
                      <a:cubicBezTo>
                        <a:pt x="525" y="30"/>
                        <a:pt x="440" y="1"/>
                        <a:pt x="35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4" name="Google Shape;6324;p39"/>
                <p:cNvSpPr/>
                <p:nvPr/>
              </p:nvSpPr>
              <p:spPr>
                <a:xfrm>
                  <a:off x="1239650" y="4373875"/>
                  <a:ext cx="18275" cy="1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" h="700" extrusionOk="0">
                      <a:moveTo>
                        <a:pt x="235" y="1"/>
                      </a:moveTo>
                      <a:cubicBezTo>
                        <a:pt x="220" y="1"/>
                        <a:pt x="203" y="4"/>
                        <a:pt x="183" y="14"/>
                      </a:cubicBezTo>
                      <a:cubicBezTo>
                        <a:pt x="153" y="14"/>
                        <a:pt x="122" y="44"/>
                        <a:pt x="92" y="75"/>
                      </a:cubicBezTo>
                      <a:cubicBezTo>
                        <a:pt x="61" y="105"/>
                        <a:pt x="31" y="136"/>
                        <a:pt x="31" y="166"/>
                      </a:cubicBezTo>
                      <a:cubicBezTo>
                        <a:pt x="31" y="196"/>
                        <a:pt x="1" y="257"/>
                        <a:pt x="31" y="288"/>
                      </a:cubicBezTo>
                      <a:cubicBezTo>
                        <a:pt x="31" y="318"/>
                        <a:pt x="31" y="318"/>
                        <a:pt x="31" y="348"/>
                      </a:cubicBezTo>
                      <a:cubicBezTo>
                        <a:pt x="31" y="379"/>
                        <a:pt x="31" y="409"/>
                        <a:pt x="31" y="440"/>
                      </a:cubicBezTo>
                      <a:lnTo>
                        <a:pt x="92" y="531"/>
                      </a:lnTo>
                      <a:cubicBezTo>
                        <a:pt x="122" y="592"/>
                        <a:pt x="183" y="652"/>
                        <a:pt x="244" y="683"/>
                      </a:cubicBezTo>
                      <a:cubicBezTo>
                        <a:pt x="284" y="693"/>
                        <a:pt x="328" y="700"/>
                        <a:pt x="372" y="700"/>
                      </a:cubicBezTo>
                      <a:cubicBezTo>
                        <a:pt x="460" y="700"/>
                        <a:pt x="548" y="673"/>
                        <a:pt x="608" y="592"/>
                      </a:cubicBezTo>
                      <a:cubicBezTo>
                        <a:pt x="700" y="500"/>
                        <a:pt x="730" y="379"/>
                        <a:pt x="700" y="257"/>
                      </a:cubicBezTo>
                      <a:cubicBezTo>
                        <a:pt x="700" y="196"/>
                        <a:pt x="639" y="136"/>
                        <a:pt x="578" y="75"/>
                      </a:cubicBezTo>
                      <a:cubicBezTo>
                        <a:pt x="517" y="44"/>
                        <a:pt x="456" y="14"/>
                        <a:pt x="365" y="14"/>
                      </a:cubicBezTo>
                      <a:lnTo>
                        <a:pt x="304" y="14"/>
                      </a:lnTo>
                      <a:cubicBezTo>
                        <a:pt x="284" y="14"/>
                        <a:pt x="264" y="1"/>
                        <a:pt x="23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5" name="Google Shape;6325;p39"/>
                <p:cNvSpPr/>
                <p:nvPr/>
              </p:nvSpPr>
              <p:spPr>
                <a:xfrm>
                  <a:off x="1235100" y="4293675"/>
                  <a:ext cx="18250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548" extrusionOk="0">
                      <a:moveTo>
                        <a:pt x="365" y="0"/>
                      </a:moveTo>
                      <a:cubicBezTo>
                        <a:pt x="0" y="0"/>
                        <a:pt x="0" y="547"/>
                        <a:pt x="365" y="547"/>
                      </a:cubicBezTo>
                      <a:cubicBezTo>
                        <a:pt x="730" y="547"/>
                        <a:pt x="730" y="0"/>
                        <a:pt x="36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6" name="Google Shape;6326;p39"/>
                <p:cNvSpPr/>
                <p:nvPr/>
              </p:nvSpPr>
              <p:spPr>
                <a:xfrm>
                  <a:off x="1268525" y="4340775"/>
                  <a:ext cx="25100" cy="1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" h="791" extrusionOk="0">
                      <a:moveTo>
                        <a:pt x="487" y="1"/>
                      </a:moveTo>
                      <a:cubicBezTo>
                        <a:pt x="1" y="1"/>
                        <a:pt x="1" y="791"/>
                        <a:pt x="487" y="791"/>
                      </a:cubicBezTo>
                      <a:cubicBezTo>
                        <a:pt x="1004" y="791"/>
                        <a:pt x="1004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7" name="Google Shape;6327;p39"/>
                <p:cNvSpPr/>
                <p:nvPr/>
              </p:nvSpPr>
              <p:spPr>
                <a:xfrm>
                  <a:off x="1162150" y="4359775"/>
                  <a:ext cx="22050" cy="1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" h="731" extrusionOk="0">
                      <a:moveTo>
                        <a:pt x="365" y="1"/>
                      </a:moveTo>
                      <a:cubicBezTo>
                        <a:pt x="274" y="1"/>
                        <a:pt x="183" y="61"/>
                        <a:pt x="122" y="122"/>
                      </a:cubicBezTo>
                      <a:cubicBezTo>
                        <a:pt x="61" y="183"/>
                        <a:pt x="0" y="274"/>
                        <a:pt x="0" y="365"/>
                      </a:cubicBezTo>
                      <a:cubicBezTo>
                        <a:pt x="31" y="456"/>
                        <a:pt x="61" y="578"/>
                        <a:pt x="122" y="639"/>
                      </a:cubicBezTo>
                      <a:cubicBezTo>
                        <a:pt x="183" y="700"/>
                        <a:pt x="274" y="730"/>
                        <a:pt x="365" y="730"/>
                      </a:cubicBezTo>
                      <a:cubicBezTo>
                        <a:pt x="487" y="730"/>
                        <a:pt x="608" y="730"/>
                        <a:pt x="699" y="669"/>
                      </a:cubicBezTo>
                      <a:cubicBezTo>
                        <a:pt x="760" y="639"/>
                        <a:pt x="790" y="608"/>
                        <a:pt x="821" y="548"/>
                      </a:cubicBezTo>
                      <a:cubicBezTo>
                        <a:pt x="851" y="487"/>
                        <a:pt x="882" y="426"/>
                        <a:pt x="882" y="365"/>
                      </a:cubicBezTo>
                      <a:cubicBezTo>
                        <a:pt x="882" y="305"/>
                        <a:pt x="851" y="244"/>
                        <a:pt x="821" y="213"/>
                      </a:cubicBezTo>
                      <a:cubicBezTo>
                        <a:pt x="790" y="153"/>
                        <a:pt x="760" y="122"/>
                        <a:pt x="699" y="92"/>
                      </a:cubicBezTo>
                      <a:cubicBezTo>
                        <a:pt x="608" y="31"/>
                        <a:pt x="487" y="31"/>
                        <a:pt x="36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8" name="Google Shape;6328;p39"/>
                <p:cNvSpPr/>
                <p:nvPr/>
              </p:nvSpPr>
              <p:spPr>
                <a:xfrm>
                  <a:off x="1117300" y="4402325"/>
                  <a:ext cx="26625" cy="3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" h="1217" extrusionOk="0">
                      <a:moveTo>
                        <a:pt x="518" y="1"/>
                      </a:moveTo>
                      <a:cubicBezTo>
                        <a:pt x="396" y="1"/>
                        <a:pt x="244" y="62"/>
                        <a:pt x="153" y="153"/>
                      </a:cubicBezTo>
                      <a:lnTo>
                        <a:pt x="92" y="274"/>
                      </a:lnTo>
                      <a:cubicBezTo>
                        <a:pt x="31" y="335"/>
                        <a:pt x="31" y="426"/>
                        <a:pt x="1" y="517"/>
                      </a:cubicBezTo>
                      <a:lnTo>
                        <a:pt x="1" y="669"/>
                      </a:lnTo>
                      <a:cubicBezTo>
                        <a:pt x="1" y="761"/>
                        <a:pt x="31" y="821"/>
                        <a:pt x="62" y="882"/>
                      </a:cubicBezTo>
                      <a:cubicBezTo>
                        <a:pt x="62" y="943"/>
                        <a:pt x="122" y="1004"/>
                        <a:pt x="153" y="1065"/>
                      </a:cubicBezTo>
                      <a:cubicBezTo>
                        <a:pt x="214" y="1095"/>
                        <a:pt x="274" y="1125"/>
                        <a:pt x="335" y="1156"/>
                      </a:cubicBezTo>
                      <a:cubicBezTo>
                        <a:pt x="396" y="1186"/>
                        <a:pt x="457" y="1217"/>
                        <a:pt x="548" y="1217"/>
                      </a:cubicBezTo>
                      <a:cubicBezTo>
                        <a:pt x="670" y="1217"/>
                        <a:pt x="822" y="1156"/>
                        <a:pt x="913" y="1065"/>
                      </a:cubicBezTo>
                      <a:cubicBezTo>
                        <a:pt x="1004" y="943"/>
                        <a:pt x="1065" y="821"/>
                        <a:pt x="1065" y="669"/>
                      </a:cubicBezTo>
                      <a:lnTo>
                        <a:pt x="1034" y="517"/>
                      </a:lnTo>
                      <a:cubicBezTo>
                        <a:pt x="1034" y="396"/>
                        <a:pt x="1004" y="244"/>
                        <a:pt x="882" y="153"/>
                      </a:cubicBezTo>
                      <a:cubicBezTo>
                        <a:pt x="852" y="122"/>
                        <a:pt x="791" y="62"/>
                        <a:pt x="730" y="62"/>
                      </a:cubicBezTo>
                      <a:cubicBezTo>
                        <a:pt x="670" y="31"/>
                        <a:pt x="609" y="1"/>
                        <a:pt x="51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9" name="Google Shape;6329;p39"/>
                <p:cNvSpPr/>
                <p:nvPr/>
              </p:nvSpPr>
              <p:spPr>
                <a:xfrm>
                  <a:off x="1246500" y="4413725"/>
                  <a:ext cx="13700" cy="1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" h="427" extrusionOk="0">
                      <a:moveTo>
                        <a:pt x="274" y="1"/>
                      </a:moveTo>
                      <a:cubicBezTo>
                        <a:pt x="0" y="1"/>
                        <a:pt x="0" y="426"/>
                        <a:pt x="274" y="426"/>
                      </a:cubicBezTo>
                      <a:cubicBezTo>
                        <a:pt x="547" y="426"/>
                        <a:pt x="547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0" name="Google Shape;6330;p39"/>
                <p:cNvSpPr/>
                <p:nvPr/>
              </p:nvSpPr>
              <p:spPr>
                <a:xfrm>
                  <a:off x="1307275" y="4412975"/>
                  <a:ext cx="19800" cy="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821" extrusionOk="0">
                      <a:moveTo>
                        <a:pt x="396" y="0"/>
                      </a:moveTo>
                      <a:lnTo>
                        <a:pt x="335" y="31"/>
                      </a:lnTo>
                      <a:cubicBezTo>
                        <a:pt x="274" y="31"/>
                        <a:pt x="244" y="61"/>
                        <a:pt x="183" y="91"/>
                      </a:cubicBezTo>
                      <a:cubicBezTo>
                        <a:pt x="153" y="122"/>
                        <a:pt x="122" y="183"/>
                        <a:pt x="92" y="243"/>
                      </a:cubicBezTo>
                      <a:cubicBezTo>
                        <a:pt x="1" y="365"/>
                        <a:pt x="31" y="517"/>
                        <a:pt x="92" y="608"/>
                      </a:cubicBezTo>
                      <a:cubicBezTo>
                        <a:pt x="153" y="730"/>
                        <a:pt x="274" y="821"/>
                        <a:pt x="396" y="821"/>
                      </a:cubicBezTo>
                      <a:cubicBezTo>
                        <a:pt x="548" y="821"/>
                        <a:pt x="669" y="730"/>
                        <a:pt x="730" y="608"/>
                      </a:cubicBezTo>
                      <a:cubicBezTo>
                        <a:pt x="791" y="517"/>
                        <a:pt x="791" y="365"/>
                        <a:pt x="730" y="243"/>
                      </a:cubicBezTo>
                      <a:cubicBezTo>
                        <a:pt x="700" y="183"/>
                        <a:pt x="669" y="152"/>
                        <a:pt x="609" y="91"/>
                      </a:cubicBezTo>
                      <a:cubicBezTo>
                        <a:pt x="548" y="61"/>
                        <a:pt x="487" y="0"/>
                        <a:pt x="39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1" name="Google Shape;6331;p39"/>
                <p:cNvSpPr/>
                <p:nvPr/>
              </p:nvSpPr>
              <p:spPr>
                <a:xfrm>
                  <a:off x="1170500" y="4397775"/>
                  <a:ext cx="20550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39" extrusionOk="0">
                      <a:moveTo>
                        <a:pt x="396" y="0"/>
                      </a:moveTo>
                      <a:cubicBezTo>
                        <a:pt x="1" y="0"/>
                        <a:pt x="1" y="639"/>
                        <a:pt x="396" y="639"/>
                      </a:cubicBezTo>
                      <a:cubicBezTo>
                        <a:pt x="821" y="639"/>
                        <a:pt x="821" y="0"/>
                        <a:pt x="39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2" name="Google Shape;6332;p39"/>
                <p:cNvSpPr/>
                <p:nvPr/>
              </p:nvSpPr>
              <p:spPr>
                <a:xfrm>
                  <a:off x="1332350" y="4273625"/>
                  <a:ext cx="21300" cy="1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" h="723" extrusionOk="0">
                      <a:moveTo>
                        <a:pt x="491" y="0"/>
                      </a:moveTo>
                      <a:cubicBezTo>
                        <a:pt x="459" y="0"/>
                        <a:pt x="426" y="4"/>
                        <a:pt x="396" y="12"/>
                      </a:cubicBezTo>
                      <a:lnTo>
                        <a:pt x="305" y="12"/>
                      </a:lnTo>
                      <a:cubicBezTo>
                        <a:pt x="305" y="12"/>
                        <a:pt x="274" y="42"/>
                        <a:pt x="274" y="42"/>
                      </a:cubicBezTo>
                      <a:cubicBezTo>
                        <a:pt x="214" y="42"/>
                        <a:pt x="153" y="73"/>
                        <a:pt x="122" y="133"/>
                      </a:cubicBezTo>
                      <a:cubicBezTo>
                        <a:pt x="92" y="133"/>
                        <a:pt x="92" y="164"/>
                        <a:pt x="62" y="194"/>
                      </a:cubicBezTo>
                      <a:cubicBezTo>
                        <a:pt x="1" y="285"/>
                        <a:pt x="1" y="437"/>
                        <a:pt x="62" y="529"/>
                      </a:cubicBezTo>
                      <a:cubicBezTo>
                        <a:pt x="92" y="559"/>
                        <a:pt x="92" y="559"/>
                        <a:pt x="122" y="589"/>
                      </a:cubicBezTo>
                      <a:cubicBezTo>
                        <a:pt x="153" y="620"/>
                        <a:pt x="214" y="650"/>
                        <a:pt x="274" y="681"/>
                      </a:cubicBezTo>
                      <a:lnTo>
                        <a:pt x="305" y="681"/>
                      </a:lnTo>
                      <a:lnTo>
                        <a:pt x="396" y="711"/>
                      </a:lnTo>
                      <a:cubicBezTo>
                        <a:pt x="426" y="719"/>
                        <a:pt x="459" y="722"/>
                        <a:pt x="491" y="722"/>
                      </a:cubicBezTo>
                      <a:cubicBezTo>
                        <a:pt x="590" y="722"/>
                        <a:pt x="692" y="688"/>
                        <a:pt x="761" y="620"/>
                      </a:cubicBezTo>
                      <a:cubicBezTo>
                        <a:pt x="821" y="559"/>
                        <a:pt x="852" y="468"/>
                        <a:pt x="852" y="346"/>
                      </a:cubicBezTo>
                      <a:cubicBezTo>
                        <a:pt x="852" y="255"/>
                        <a:pt x="821" y="164"/>
                        <a:pt x="761" y="103"/>
                      </a:cubicBezTo>
                      <a:cubicBezTo>
                        <a:pt x="692" y="35"/>
                        <a:pt x="590" y="0"/>
                        <a:pt x="49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3" name="Google Shape;6333;p39"/>
                <p:cNvSpPr/>
                <p:nvPr/>
              </p:nvSpPr>
              <p:spPr>
                <a:xfrm>
                  <a:off x="1464575" y="4210850"/>
                  <a:ext cx="15975" cy="1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608" extrusionOk="0">
                      <a:moveTo>
                        <a:pt x="433" y="52"/>
                      </a:moveTo>
                      <a:cubicBezTo>
                        <a:pt x="438" y="52"/>
                        <a:pt x="446" y="56"/>
                        <a:pt x="453" y="61"/>
                      </a:cubicBezTo>
                      <a:lnTo>
                        <a:pt x="426" y="61"/>
                      </a:lnTo>
                      <a:cubicBezTo>
                        <a:pt x="426" y="54"/>
                        <a:pt x="429" y="52"/>
                        <a:pt x="433" y="52"/>
                      </a:cubicBezTo>
                      <a:close/>
                      <a:moveTo>
                        <a:pt x="305" y="0"/>
                      </a:moveTo>
                      <a:cubicBezTo>
                        <a:pt x="274" y="0"/>
                        <a:pt x="213" y="0"/>
                        <a:pt x="183" y="61"/>
                      </a:cubicBezTo>
                      <a:cubicBezTo>
                        <a:pt x="61" y="122"/>
                        <a:pt x="1" y="274"/>
                        <a:pt x="31" y="395"/>
                      </a:cubicBezTo>
                      <a:cubicBezTo>
                        <a:pt x="61" y="517"/>
                        <a:pt x="183" y="608"/>
                        <a:pt x="305" y="608"/>
                      </a:cubicBezTo>
                      <a:cubicBezTo>
                        <a:pt x="426" y="608"/>
                        <a:pt x="548" y="547"/>
                        <a:pt x="578" y="426"/>
                      </a:cubicBezTo>
                      <a:cubicBezTo>
                        <a:pt x="639" y="304"/>
                        <a:pt x="578" y="152"/>
                        <a:pt x="457" y="61"/>
                      </a:cubicBezTo>
                      <a:cubicBezTo>
                        <a:pt x="426" y="30"/>
                        <a:pt x="365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4" name="Google Shape;6334;p39"/>
                <p:cNvSpPr/>
                <p:nvPr/>
              </p:nvSpPr>
              <p:spPr>
                <a:xfrm>
                  <a:off x="1466850" y="4112050"/>
                  <a:ext cx="19800" cy="1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791" extrusionOk="0">
                      <a:moveTo>
                        <a:pt x="396" y="1"/>
                      </a:moveTo>
                      <a:cubicBezTo>
                        <a:pt x="335" y="1"/>
                        <a:pt x="274" y="31"/>
                        <a:pt x="214" y="92"/>
                      </a:cubicBezTo>
                      <a:cubicBezTo>
                        <a:pt x="153" y="122"/>
                        <a:pt x="122" y="183"/>
                        <a:pt x="92" y="244"/>
                      </a:cubicBezTo>
                      <a:cubicBezTo>
                        <a:pt x="31" y="365"/>
                        <a:pt x="1" y="517"/>
                        <a:pt x="92" y="609"/>
                      </a:cubicBezTo>
                      <a:cubicBezTo>
                        <a:pt x="153" y="730"/>
                        <a:pt x="274" y="791"/>
                        <a:pt x="396" y="791"/>
                      </a:cubicBezTo>
                      <a:cubicBezTo>
                        <a:pt x="548" y="791"/>
                        <a:pt x="670" y="730"/>
                        <a:pt x="730" y="609"/>
                      </a:cubicBezTo>
                      <a:cubicBezTo>
                        <a:pt x="791" y="517"/>
                        <a:pt x="791" y="365"/>
                        <a:pt x="730" y="244"/>
                      </a:cubicBezTo>
                      <a:cubicBezTo>
                        <a:pt x="700" y="183"/>
                        <a:pt x="670" y="122"/>
                        <a:pt x="609" y="92"/>
                      </a:cubicBezTo>
                      <a:cubicBezTo>
                        <a:pt x="548" y="31"/>
                        <a:pt x="487" y="1"/>
                        <a:pt x="39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5" name="Google Shape;6335;p39"/>
                <p:cNvSpPr/>
                <p:nvPr/>
              </p:nvSpPr>
              <p:spPr>
                <a:xfrm>
                  <a:off x="1364275" y="4180450"/>
                  <a:ext cx="6100" cy="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" h="365" extrusionOk="0">
                      <a:moveTo>
                        <a:pt x="122" y="0"/>
                      </a:moveTo>
                      <a:cubicBezTo>
                        <a:pt x="61" y="0"/>
                        <a:pt x="31" y="61"/>
                        <a:pt x="31" y="122"/>
                      </a:cubicBezTo>
                      <a:cubicBezTo>
                        <a:pt x="31" y="152"/>
                        <a:pt x="31" y="213"/>
                        <a:pt x="0" y="243"/>
                      </a:cubicBezTo>
                      <a:cubicBezTo>
                        <a:pt x="0" y="304"/>
                        <a:pt x="61" y="365"/>
                        <a:pt x="122" y="365"/>
                      </a:cubicBezTo>
                      <a:cubicBezTo>
                        <a:pt x="183" y="365"/>
                        <a:pt x="244" y="304"/>
                        <a:pt x="244" y="243"/>
                      </a:cubicBezTo>
                      <a:lnTo>
                        <a:pt x="244" y="122"/>
                      </a:lnTo>
                      <a:cubicBezTo>
                        <a:pt x="213" y="61"/>
                        <a:pt x="213" y="0"/>
                        <a:pt x="12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6" name="Google Shape;6336;p39"/>
                <p:cNvSpPr/>
                <p:nvPr/>
              </p:nvSpPr>
              <p:spPr>
                <a:xfrm>
                  <a:off x="1332350" y="4094200"/>
                  <a:ext cx="16000" cy="1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" h="715" extrusionOk="0">
                      <a:moveTo>
                        <a:pt x="320" y="0"/>
                      </a:moveTo>
                      <a:cubicBezTo>
                        <a:pt x="229" y="0"/>
                        <a:pt x="138" y="46"/>
                        <a:pt x="92" y="137"/>
                      </a:cubicBezTo>
                      <a:cubicBezTo>
                        <a:pt x="62" y="198"/>
                        <a:pt x="31" y="259"/>
                        <a:pt x="31" y="350"/>
                      </a:cubicBezTo>
                      <a:cubicBezTo>
                        <a:pt x="1" y="441"/>
                        <a:pt x="1" y="563"/>
                        <a:pt x="92" y="623"/>
                      </a:cubicBezTo>
                      <a:cubicBezTo>
                        <a:pt x="153" y="684"/>
                        <a:pt x="214" y="715"/>
                        <a:pt x="305" y="715"/>
                      </a:cubicBezTo>
                      <a:cubicBezTo>
                        <a:pt x="396" y="715"/>
                        <a:pt x="487" y="684"/>
                        <a:pt x="518" y="623"/>
                      </a:cubicBezTo>
                      <a:cubicBezTo>
                        <a:pt x="609" y="563"/>
                        <a:pt x="639" y="441"/>
                        <a:pt x="609" y="350"/>
                      </a:cubicBezTo>
                      <a:cubicBezTo>
                        <a:pt x="609" y="259"/>
                        <a:pt x="578" y="198"/>
                        <a:pt x="548" y="137"/>
                      </a:cubicBezTo>
                      <a:cubicBezTo>
                        <a:pt x="502" y="46"/>
                        <a:pt x="411" y="0"/>
                        <a:pt x="32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7" name="Google Shape;6337;p39"/>
                <p:cNvSpPr/>
                <p:nvPr/>
              </p:nvSpPr>
              <p:spPr>
                <a:xfrm>
                  <a:off x="1436475" y="4036825"/>
                  <a:ext cx="18250" cy="1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670" extrusionOk="0">
                      <a:moveTo>
                        <a:pt x="395" y="0"/>
                      </a:moveTo>
                      <a:cubicBezTo>
                        <a:pt x="274" y="0"/>
                        <a:pt x="152" y="31"/>
                        <a:pt x="91" y="152"/>
                      </a:cubicBezTo>
                      <a:cubicBezTo>
                        <a:pt x="0" y="244"/>
                        <a:pt x="0" y="365"/>
                        <a:pt x="30" y="487"/>
                      </a:cubicBezTo>
                      <a:cubicBezTo>
                        <a:pt x="91" y="578"/>
                        <a:pt x="182" y="669"/>
                        <a:pt x="304" y="669"/>
                      </a:cubicBezTo>
                      <a:lnTo>
                        <a:pt x="486" y="669"/>
                      </a:lnTo>
                      <a:cubicBezTo>
                        <a:pt x="547" y="639"/>
                        <a:pt x="608" y="578"/>
                        <a:pt x="638" y="517"/>
                      </a:cubicBezTo>
                      <a:cubicBezTo>
                        <a:pt x="638" y="487"/>
                        <a:pt x="669" y="456"/>
                        <a:pt x="669" y="426"/>
                      </a:cubicBezTo>
                      <a:cubicBezTo>
                        <a:pt x="730" y="396"/>
                        <a:pt x="730" y="304"/>
                        <a:pt x="669" y="244"/>
                      </a:cubicBezTo>
                      <a:cubicBezTo>
                        <a:pt x="669" y="244"/>
                        <a:pt x="669" y="213"/>
                        <a:pt x="638" y="213"/>
                      </a:cubicBezTo>
                      <a:cubicBezTo>
                        <a:pt x="608" y="92"/>
                        <a:pt x="517" y="31"/>
                        <a:pt x="39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8" name="Google Shape;6338;p39"/>
                <p:cNvSpPr/>
                <p:nvPr/>
              </p:nvSpPr>
              <p:spPr>
                <a:xfrm>
                  <a:off x="1380225" y="4238200"/>
                  <a:ext cx="20550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39" extrusionOk="0">
                      <a:moveTo>
                        <a:pt x="396" y="0"/>
                      </a:moveTo>
                      <a:cubicBezTo>
                        <a:pt x="1" y="0"/>
                        <a:pt x="1" y="639"/>
                        <a:pt x="396" y="639"/>
                      </a:cubicBezTo>
                      <a:cubicBezTo>
                        <a:pt x="821" y="639"/>
                        <a:pt x="821" y="0"/>
                        <a:pt x="39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9" name="Google Shape;6339;p39"/>
                <p:cNvSpPr/>
                <p:nvPr/>
              </p:nvSpPr>
              <p:spPr>
                <a:xfrm>
                  <a:off x="1239650" y="4210850"/>
                  <a:ext cx="19025" cy="1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608" extrusionOk="0">
                      <a:moveTo>
                        <a:pt x="365" y="0"/>
                      </a:moveTo>
                      <a:cubicBezTo>
                        <a:pt x="1" y="0"/>
                        <a:pt x="1" y="608"/>
                        <a:pt x="365" y="608"/>
                      </a:cubicBezTo>
                      <a:cubicBezTo>
                        <a:pt x="760" y="608"/>
                        <a:pt x="760" y="0"/>
                        <a:pt x="36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0" name="Google Shape;6340;p39"/>
                <p:cNvSpPr/>
                <p:nvPr/>
              </p:nvSpPr>
              <p:spPr>
                <a:xfrm>
                  <a:off x="1238125" y="4104450"/>
                  <a:ext cx="12200" cy="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396" extrusionOk="0">
                      <a:moveTo>
                        <a:pt x="244" y="1"/>
                      </a:moveTo>
                      <a:cubicBezTo>
                        <a:pt x="1" y="1"/>
                        <a:pt x="1" y="396"/>
                        <a:pt x="244" y="396"/>
                      </a:cubicBezTo>
                      <a:cubicBezTo>
                        <a:pt x="487" y="396"/>
                        <a:pt x="487" y="1"/>
                        <a:pt x="24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1" name="Google Shape;6341;p39"/>
                <p:cNvSpPr/>
                <p:nvPr/>
              </p:nvSpPr>
              <p:spPr>
                <a:xfrm>
                  <a:off x="1130975" y="4248075"/>
                  <a:ext cx="17525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" h="548" extrusionOk="0">
                      <a:moveTo>
                        <a:pt x="335" y="0"/>
                      </a:moveTo>
                      <a:cubicBezTo>
                        <a:pt x="1" y="0"/>
                        <a:pt x="1" y="548"/>
                        <a:pt x="335" y="548"/>
                      </a:cubicBezTo>
                      <a:cubicBezTo>
                        <a:pt x="700" y="548"/>
                        <a:pt x="700" y="0"/>
                        <a:pt x="33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2" name="Google Shape;6342;p39"/>
                <p:cNvSpPr/>
                <p:nvPr/>
              </p:nvSpPr>
              <p:spPr>
                <a:xfrm>
                  <a:off x="1232800" y="4240475"/>
                  <a:ext cx="13725" cy="1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" h="426" extrusionOk="0">
                      <a:moveTo>
                        <a:pt x="275" y="0"/>
                      </a:moveTo>
                      <a:cubicBezTo>
                        <a:pt x="1" y="0"/>
                        <a:pt x="1" y="426"/>
                        <a:pt x="275" y="426"/>
                      </a:cubicBezTo>
                      <a:cubicBezTo>
                        <a:pt x="548" y="426"/>
                        <a:pt x="548" y="0"/>
                        <a:pt x="27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3" name="Google Shape;6343;p39"/>
                <p:cNvSpPr/>
                <p:nvPr/>
              </p:nvSpPr>
              <p:spPr>
                <a:xfrm>
                  <a:off x="1152275" y="4297475"/>
                  <a:ext cx="1977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5" y="0"/>
                      </a:moveTo>
                      <a:cubicBezTo>
                        <a:pt x="0" y="0"/>
                        <a:pt x="0" y="608"/>
                        <a:pt x="395" y="608"/>
                      </a:cubicBezTo>
                      <a:cubicBezTo>
                        <a:pt x="790" y="608"/>
                        <a:pt x="790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4" name="Google Shape;6344;p39"/>
                <p:cNvSpPr/>
                <p:nvPr/>
              </p:nvSpPr>
              <p:spPr>
                <a:xfrm>
                  <a:off x="1052725" y="4302775"/>
                  <a:ext cx="19025" cy="1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579" extrusionOk="0">
                      <a:moveTo>
                        <a:pt x="365" y="1"/>
                      </a:moveTo>
                      <a:cubicBezTo>
                        <a:pt x="0" y="1"/>
                        <a:pt x="0" y="578"/>
                        <a:pt x="365" y="578"/>
                      </a:cubicBezTo>
                      <a:cubicBezTo>
                        <a:pt x="760" y="578"/>
                        <a:pt x="760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5" name="Google Shape;6345;p39"/>
                <p:cNvSpPr/>
                <p:nvPr/>
              </p:nvSpPr>
              <p:spPr>
                <a:xfrm>
                  <a:off x="1102100" y="4360975"/>
                  <a:ext cx="18275" cy="1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" h="645" extrusionOk="0">
                      <a:moveTo>
                        <a:pt x="425" y="1"/>
                      </a:moveTo>
                      <a:cubicBezTo>
                        <a:pt x="404" y="1"/>
                        <a:pt x="383" y="4"/>
                        <a:pt x="366" y="13"/>
                      </a:cubicBezTo>
                      <a:cubicBezTo>
                        <a:pt x="305" y="13"/>
                        <a:pt x="214" y="44"/>
                        <a:pt x="183" y="105"/>
                      </a:cubicBezTo>
                      <a:lnTo>
                        <a:pt x="122" y="165"/>
                      </a:lnTo>
                      <a:cubicBezTo>
                        <a:pt x="1" y="226"/>
                        <a:pt x="1" y="408"/>
                        <a:pt x="122" y="500"/>
                      </a:cubicBezTo>
                      <a:cubicBezTo>
                        <a:pt x="153" y="500"/>
                        <a:pt x="153" y="500"/>
                        <a:pt x="183" y="530"/>
                      </a:cubicBezTo>
                      <a:lnTo>
                        <a:pt x="122" y="500"/>
                      </a:lnTo>
                      <a:lnTo>
                        <a:pt x="183" y="560"/>
                      </a:lnTo>
                      <a:lnTo>
                        <a:pt x="244" y="591"/>
                      </a:lnTo>
                      <a:lnTo>
                        <a:pt x="335" y="621"/>
                      </a:lnTo>
                      <a:cubicBezTo>
                        <a:pt x="366" y="636"/>
                        <a:pt x="396" y="644"/>
                        <a:pt x="426" y="644"/>
                      </a:cubicBezTo>
                      <a:cubicBezTo>
                        <a:pt x="457" y="644"/>
                        <a:pt x="487" y="636"/>
                        <a:pt x="518" y="621"/>
                      </a:cubicBezTo>
                      <a:cubicBezTo>
                        <a:pt x="639" y="560"/>
                        <a:pt x="730" y="439"/>
                        <a:pt x="730" y="317"/>
                      </a:cubicBezTo>
                      <a:cubicBezTo>
                        <a:pt x="730" y="226"/>
                        <a:pt x="670" y="105"/>
                        <a:pt x="578" y="44"/>
                      </a:cubicBezTo>
                      <a:cubicBezTo>
                        <a:pt x="535" y="22"/>
                        <a:pt x="477" y="1"/>
                        <a:pt x="42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6" name="Google Shape;6346;p39"/>
                <p:cNvSpPr/>
                <p:nvPr/>
              </p:nvSpPr>
              <p:spPr>
                <a:xfrm>
                  <a:off x="1041325" y="4397900"/>
                  <a:ext cx="16725" cy="1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9" h="612" extrusionOk="0">
                      <a:moveTo>
                        <a:pt x="279" y="1"/>
                      </a:moveTo>
                      <a:cubicBezTo>
                        <a:pt x="205" y="1"/>
                        <a:pt x="126" y="44"/>
                        <a:pt x="61" y="87"/>
                      </a:cubicBezTo>
                      <a:cubicBezTo>
                        <a:pt x="31" y="147"/>
                        <a:pt x="0" y="208"/>
                        <a:pt x="0" y="299"/>
                      </a:cubicBezTo>
                      <a:cubicBezTo>
                        <a:pt x="0" y="390"/>
                        <a:pt x="31" y="451"/>
                        <a:pt x="61" y="512"/>
                      </a:cubicBezTo>
                      <a:cubicBezTo>
                        <a:pt x="136" y="562"/>
                        <a:pt x="230" y="611"/>
                        <a:pt x="312" y="611"/>
                      </a:cubicBezTo>
                      <a:cubicBezTo>
                        <a:pt x="331" y="611"/>
                        <a:pt x="348" y="609"/>
                        <a:pt x="365" y="603"/>
                      </a:cubicBezTo>
                      <a:lnTo>
                        <a:pt x="487" y="542"/>
                      </a:lnTo>
                      <a:cubicBezTo>
                        <a:pt x="547" y="512"/>
                        <a:pt x="578" y="512"/>
                        <a:pt x="608" y="451"/>
                      </a:cubicBezTo>
                      <a:cubicBezTo>
                        <a:pt x="639" y="421"/>
                        <a:pt x="669" y="360"/>
                        <a:pt x="669" y="299"/>
                      </a:cubicBezTo>
                      <a:cubicBezTo>
                        <a:pt x="669" y="269"/>
                        <a:pt x="669" y="208"/>
                        <a:pt x="639" y="178"/>
                      </a:cubicBezTo>
                      <a:cubicBezTo>
                        <a:pt x="608" y="117"/>
                        <a:pt x="547" y="87"/>
                        <a:pt x="487" y="56"/>
                      </a:cubicBezTo>
                      <a:lnTo>
                        <a:pt x="365" y="26"/>
                      </a:lnTo>
                      <a:cubicBezTo>
                        <a:pt x="338" y="8"/>
                        <a:pt x="309" y="1"/>
                        <a:pt x="27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7" name="Google Shape;6347;p39"/>
                <p:cNvSpPr/>
                <p:nvPr/>
              </p:nvSpPr>
              <p:spPr>
                <a:xfrm>
                  <a:off x="1077025" y="4421325"/>
                  <a:ext cx="6125" cy="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" h="183" extrusionOk="0">
                      <a:moveTo>
                        <a:pt x="122" y="1"/>
                      </a:moveTo>
                      <a:cubicBezTo>
                        <a:pt x="1" y="1"/>
                        <a:pt x="1" y="183"/>
                        <a:pt x="122" y="183"/>
                      </a:cubicBezTo>
                      <a:cubicBezTo>
                        <a:pt x="244" y="183"/>
                        <a:pt x="244" y="1"/>
                        <a:pt x="12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8" name="Google Shape;6348;p39"/>
                <p:cNvSpPr/>
                <p:nvPr/>
              </p:nvSpPr>
              <p:spPr>
                <a:xfrm>
                  <a:off x="1198625" y="4435000"/>
                  <a:ext cx="18250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548" extrusionOk="0">
                      <a:moveTo>
                        <a:pt x="365" y="1"/>
                      </a:moveTo>
                      <a:cubicBezTo>
                        <a:pt x="0" y="1"/>
                        <a:pt x="0" y="548"/>
                        <a:pt x="365" y="548"/>
                      </a:cubicBezTo>
                      <a:cubicBezTo>
                        <a:pt x="730" y="548"/>
                        <a:pt x="730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9" name="Google Shape;6349;p39"/>
                <p:cNvSpPr/>
                <p:nvPr/>
              </p:nvSpPr>
              <p:spPr>
                <a:xfrm>
                  <a:off x="1455450" y="4427400"/>
                  <a:ext cx="15225" cy="1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" h="457" extrusionOk="0">
                      <a:moveTo>
                        <a:pt x="305" y="1"/>
                      </a:moveTo>
                      <a:cubicBezTo>
                        <a:pt x="1" y="1"/>
                        <a:pt x="1" y="457"/>
                        <a:pt x="305" y="457"/>
                      </a:cubicBezTo>
                      <a:cubicBezTo>
                        <a:pt x="609" y="457"/>
                        <a:pt x="609" y="1"/>
                        <a:pt x="30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0" name="Google Shape;6350;p39"/>
                <p:cNvSpPr/>
                <p:nvPr/>
              </p:nvSpPr>
              <p:spPr>
                <a:xfrm>
                  <a:off x="1594525" y="4429675"/>
                  <a:ext cx="20550" cy="1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40" extrusionOk="0">
                      <a:moveTo>
                        <a:pt x="395" y="1"/>
                      </a:moveTo>
                      <a:cubicBezTo>
                        <a:pt x="0" y="1"/>
                        <a:pt x="0" y="639"/>
                        <a:pt x="395" y="639"/>
                      </a:cubicBezTo>
                      <a:cubicBezTo>
                        <a:pt x="821" y="639"/>
                        <a:pt x="821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1" name="Google Shape;6351;p39"/>
                <p:cNvSpPr/>
                <p:nvPr/>
              </p:nvSpPr>
              <p:spPr>
                <a:xfrm>
                  <a:off x="1768525" y="4433475"/>
                  <a:ext cx="21325" cy="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3" h="709" extrusionOk="0">
                      <a:moveTo>
                        <a:pt x="366" y="1"/>
                      </a:moveTo>
                      <a:cubicBezTo>
                        <a:pt x="275" y="1"/>
                        <a:pt x="183" y="31"/>
                        <a:pt x="123" y="92"/>
                      </a:cubicBezTo>
                      <a:cubicBezTo>
                        <a:pt x="62" y="153"/>
                        <a:pt x="1" y="274"/>
                        <a:pt x="1" y="366"/>
                      </a:cubicBezTo>
                      <a:cubicBezTo>
                        <a:pt x="31" y="457"/>
                        <a:pt x="62" y="548"/>
                        <a:pt x="123" y="609"/>
                      </a:cubicBezTo>
                      <a:cubicBezTo>
                        <a:pt x="172" y="658"/>
                        <a:pt x="242" y="708"/>
                        <a:pt x="316" y="708"/>
                      </a:cubicBezTo>
                      <a:cubicBezTo>
                        <a:pt x="332" y="708"/>
                        <a:pt x="349" y="706"/>
                        <a:pt x="366" y="700"/>
                      </a:cubicBezTo>
                      <a:lnTo>
                        <a:pt x="487" y="700"/>
                      </a:lnTo>
                      <a:cubicBezTo>
                        <a:pt x="609" y="700"/>
                        <a:pt x="670" y="670"/>
                        <a:pt x="761" y="609"/>
                      </a:cubicBezTo>
                      <a:cubicBezTo>
                        <a:pt x="822" y="548"/>
                        <a:pt x="852" y="426"/>
                        <a:pt x="852" y="335"/>
                      </a:cubicBezTo>
                      <a:cubicBezTo>
                        <a:pt x="852" y="274"/>
                        <a:pt x="822" y="153"/>
                        <a:pt x="761" y="92"/>
                      </a:cubicBezTo>
                      <a:cubicBezTo>
                        <a:pt x="670" y="31"/>
                        <a:pt x="609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2" name="Google Shape;6352;p39"/>
                <p:cNvSpPr/>
                <p:nvPr/>
              </p:nvSpPr>
              <p:spPr>
                <a:xfrm>
                  <a:off x="1961550" y="4438425"/>
                  <a:ext cx="18250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639" extrusionOk="0">
                      <a:moveTo>
                        <a:pt x="308" y="1"/>
                      </a:moveTo>
                      <a:cubicBezTo>
                        <a:pt x="251" y="1"/>
                        <a:pt x="198" y="16"/>
                        <a:pt x="152" y="46"/>
                      </a:cubicBezTo>
                      <a:cubicBezTo>
                        <a:pt x="61" y="107"/>
                        <a:pt x="0" y="228"/>
                        <a:pt x="0" y="320"/>
                      </a:cubicBezTo>
                      <a:cubicBezTo>
                        <a:pt x="0" y="441"/>
                        <a:pt x="61" y="563"/>
                        <a:pt x="152" y="593"/>
                      </a:cubicBezTo>
                      <a:cubicBezTo>
                        <a:pt x="198" y="624"/>
                        <a:pt x="251" y="639"/>
                        <a:pt x="308" y="639"/>
                      </a:cubicBezTo>
                      <a:cubicBezTo>
                        <a:pt x="365" y="639"/>
                        <a:pt x="426" y="624"/>
                        <a:pt x="487" y="593"/>
                      </a:cubicBezTo>
                      <a:cubicBezTo>
                        <a:pt x="487" y="593"/>
                        <a:pt x="517" y="593"/>
                        <a:pt x="548" y="563"/>
                      </a:cubicBezTo>
                      <a:cubicBezTo>
                        <a:pt x="730" y="472"/>
                        <a:pt x="730" y="198"/>
                        <a:pt x="548" y="76"/>
                      </a:cubicBezTo>
                      <a:cubicBezTo>
                        <a:pt x="517" y="76"/>
                        <a:pt x="487" y="76"/>
                        <a:pt x="487" y="46"/>
                      </a:cubicBezTo>
                      <a:cubicBezTo>
                        <a:pt x="426" y="16"/>
                        <a:pt x="365" y="1"/>
                        <a:pt x="30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3" name="Google Shape;6353;p39"/>
                <p:cNvSpPr/>
                <p:nvPr/>
              </p:nvSpPr>
              <p:spPr>
                <a:xfrm>
                  <a:off x="1988900" y="4250350"/>
                  <a:ext cx="25100" cy="1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" h="761" extrusionOk="0">
                      <a:moveTo>
                        <a:pt x="487" y="1"/>
                      </a:moveTo>
                      <a:cubicBezTo>
                        <a:pt x="1" y="1"/>
                        <a:pt x="1" y="760"/>
                        <a:pt x="487" y="760"/>
                      </a:cubicBezTo>
                      <a:cubicBezTo>
                        <a:pt x="1004" y="760"/>
                        <a:pt x="1004" y="1"/>
                        <a:pt x="48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4" name="Google Shape;6354;p39"/>
                <p:cNvSpPr/>
                <p:nvPr/>
              </p:nvSpPr>
              <p:spPr>
                <a:xfrm>
                  <a:off x="1912150" y="4195650"/>
                  <a:ext cx="23575" cy="1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3" h="730" extrusionOk="0">
                      <a:moveTo>
                        <a:pt x="457" y="0"/>
                      </a:moveTo>
                      <a:cubicBezTo>
                        <a:pt x="1" y="0"/>
                        <a:pt x="1" y="730"/>
                        <a:pt x="457" y="730"/>
                      </a:cubicBezTo>
                      <a:cubicBezTo>
                        <a:pt x="943" y="730"/>
                        <a:pt x="943" y="0"/>
                        <a:pt x="45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5" name="Google Shape;6355;p39"/>
                <p:cNvSpPr/>
                <p:nvPr/>
              </p:nvSpPr>
              <p:spPr>
                <a:xfrm>
                  <a:off x="1995750" y="4183475"/>
                  <a:ext cx="1977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5" y="1"/>
                      </a:moveTo>
                      <a:cubicBezTo>
                        <a:pt x="0" y="1"/>
                        <a:pt x="0" y="609"/>
                        <a:pt x="395" y="609"/>
                      </a:cubicBezTo>
                      <a:cubicBezTo>
                        <a:pt x="791" y="609"/>
                        <a:pt x="791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6" name="Google Shape;6356;p39"/>
                <p:cNvSpPr/>
                <p:nvPr/>
              </p:nvSpPr>
              <p:spPr>
                <a:xfrm>
                  <a:off x="1900000" y="4133325"/>
                  <a:ext cx="1977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609" extrusionOk="0">
                      <a:moveTo>
                        <a:pt x="396" y="1"/>
                      </a:moveTo>
                      <a:cubicBezTo>
                        <a:pt x="0" y="1"/>
                        <a:pt x="0" y="609"/>
                        <a:pt x="396" y="609"/>
                      </a:cubicBezTo>
                      <a:cubicBezTo>
                        <a:pt x="791" y="609"/>
                        <a:pt x="791" y="1"/>
                        <a:pt x="39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7" name="Google Shape;6357;p39"/>
                <p:cNvSpPr/>
                <p:nvPr/>
              </p:nvSpPr>
              <p:spPr>
                <a:xfrm>
                  <a:off x="1792100" y="4112800"/>
                  <a:ext cx="25850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822" extrusionOk="0">
                      <a:moveTo>
                        <a:pt x="517" y="1"/>
                      </a:moveTo>
                      <a:cubicBezTo>
                        <a:pt x="0" y="1"/>
                        <a:pt x="0" y="822"/>
                        <a:pt x="517" y="822"/>
                      </a:cubicBezTo>
                      <a:cubicBezTo>
                        <a:pt x="1034" y="822"/>
                        <a:pt x="1034" y="1"/>
                        <a:pt x="51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8" name="Google Shape;6358;p39"/>
                <p:cNvSpPr/>
                <p:nvPr/>
              </p:nvSpPr>
              <p:spPr>
                <a:xfrm>
                  <a:off x="1659100" y="4109150"/>
                  <a:ext cx="20550" cy="1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733" extrusionOk="0">
                      <a:moveTo>
                        <a:pt x="373" y="1"/>
                      </a:moveTo>
                      <a:cubicBezTo>
                        <a:pt x="189" y="1"/>
                        <a:pt x="1" y="155"/>
                        <a:pt x="1" y="360"/>
                      </a:cubicBezTo>
                      <a:cubicBezTo>
                        <a:pt x="1" y="574"/>
                        <a:pt x="206" y="733"/>
                        <a:pt x="398" y="733"/>
                      </a:cubicBezTo>
                      <a:cubicBezTo>
                        <a:pt x="450" y="733"/>
                        <a:pt x="502" y="720"/>
                        <a:pt x="548" y="694"/>
                      </a:cubicBezTo>
                      <a:lnTo>
                        <a:pt x="639" y="633"/>
                      </a:lnTo>
                      <a:cubicBezTo>
                        <a:pt x="730" y="573"/>
                        <a:pt x="822" y="481"/>
                        <a:pt x="822" y="360"/>
                      </a:cubicBezTo>
                      <a:cubicBezTo>
                        <a:pt x="822" y="238"/>
                        <a:pt x="730" y="147"/>
                        <a:pt x="639" y="117"/>
                      </a:cubicBezTo>
                      <a:lnTo>
                        <a:pt x="548" y="56"/>
                      </a:lnTo>
                      <a:cubicBezTo>
                        <a:pt x="495" y="18"/>
                        <a:pt x="434" y="1"/>
                        <a:pt x="37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9" name="Google Shape;6359;p39"/>
                <p:cNvSpPr/>
                <p:nvPr/>
              </p:nvSpPr>
              <p:spPr>
                <a:xfrm>
                  <a:off x="1631000" y="4060375"/>
                  <a:ext cx="20550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39" extrusionOk="0">
                      <a:moveTo>
                        <a:pt x="395" y="1"/>
                      </a:moveTo>
                      <a:cubicBezTo>
                        <a:pt x="0" y="1"/>
                        <a:pt x="0" y="639"/>
                        <a:pt x="395" y="639"/>
                      </a:cubicBezTo>
                      <a:cubicBezTo>
                        <a:pt x="821" y="639"/>
                        <a:pt x="821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0" name="Google Shape;6360;p39"/>
                <p:cNvSpPr/>
                <p:nvPr/>
              </p:nvSpPr>
              <p:spPr>
                <a:xfrm>
                  <a:off x="1527650" y="4117375"/>
                  <a:ext cx="25850" cy="1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791" extrusionOk="0">
                      <a:moveTo>
                        <a:pt x="517" y="0"/>
                      </a:moveTo>
                      <a:cubicBezTo>
                        <a:pt x="1" y="0"/>
                        <a:pt x="1" y="791"/>
                        <a:pt x="517" y="791"/>
                      </a:cubicBezTo>
                      <a:cubicBezTo>
                        <a:pt x="1034" y="791"/>
                        <a:pt x="1034" y="0"/>
                        <a:pt x="51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1" name="Google Shape;6361;p39"/>
                <p:cNvSpPr/>
                <p:nvPr/>
              </p:nvSpPr>
              <p:spPr>
                <a:xfrm>
                  <a:off x="1508650" y="4223750"/>
                  <a:ext cx="9900" cy="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336" extrusionOk="0">
                      <a:moveTo>
                        <a:pt x="183" y="1"/>
                      </a:moveTo>
                      <a:cubicBezTo>
                        <a:pt x="1" y="1"/>
                        <a:pt x="1" y="335"/>
                        <a:pt x="183" y="335"/>
                      </a:cubicBezTo>
                      <a:cubicBezTo>
                        <a:pt x="396" y="335"/>
                        <a:pt x="396" y="1"/>
                        <a:pt x="18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2" name="Google Shape;6362;p39"/>
                <p:cNvSpPr/>
                <p:nvPr/>
              </p:nvSpPr>
              <p:spPr>
                <a:xfrm>
                  <a:off x="1590725" y="4143200"/>
                  <a:ext cx="18250" cy="1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" h="579" extrusionOk="0">
                      <a:moveTo>
                        <a:pt x="365" y="1"/>
                      </a:moveTo>
                      <a:cubicBezTo>
                        <a:pt x="0" y="1"/>
                        <a:pt x="0" y="578"/>
                        <a:pt x="365" y="578"/>
                      </a:cubicBezTo>
                      <a:cubicBezTo>
                        <a:pt x="730" y="578"/>
                        <a:pt x="730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3" name="Google Shape;6363;p39"/>
                <p:cNvSpPr/>
                <p:nvPr/>
              </p:nvSpPr>
              <p:spPr>
                <a:xfrm>
                  <a:off x="1551200" y="4055825"/>
                  <a:ext cx="19025" cy="1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609" extrusionOk="0">
                      <a:moveTo>
                        <a:pt x="244" y="0"/>
                      </a:moveTo>
                      <a:cubicBezTo>
                        <a:pt x="183" y="31"/>
                        <a:pt x="122" y="61"/>
                        <a:pt x="92" y="92"/>
                      </a:cubicBezTo>
                      <a:cubicBezTo>
                        <a:pt x="31" y="152"/>
                        <a:pt x="1" y="213"/>
                        <a:pt x="1" y="304"/>
                      </a:cubicBezTo>
                      <a:cubicBezTo>
                        <a:pt x="1" y="395"/>
                        <a:pt x="31" y="456"/>
                        <a:pt x="92" y="517"/>
                      </a:cubicBezTo>
                      <a:cubicBezTo>
                        <a:pt x="122" y="578"/>
                        <a:pt x="183" y="578"/>
                        <a:pt x="244" y="608"/>
                      </a:cubicBezTo>
                      <a:lnTo>
                        <a:pt x="396" y="608"/>
                      </a:lnTo>
                      <a:lnTo>
                        <a:pt x="548" y="578"/>
                      </a:lnTo>
                      <a:lnTo>
                        <a:pt x="639" y="547"/>
                      </a:lnTo>
                      <a:cubicBezTo>
                        <a:pt x="669" y="547"/>
                        <a:pt x="700" y="517"/>
                        <a:pt x="700" y="487"/>
                      </a:cubicBezTo>
                      <a:cubicBezTo>
                        <a:pt x="730" y="426"/>
                        <a:pt x="761" y="365"/>
                        <a:pt x="761" y="304"/>
                      </a:cubicBezTo>
                      <a:cubicBezTo>
                        <a:pt x="761" y="274"/>
                        <a:pt x="761" y="213"/>
                        <a:pt x="730" y="152"/>
                      </a:cubicBezTo>
                      <a:cubicBezTo>
                        <a:pt x="700" y="122"/>
                        <a:pt x="609" y="31"/>
                        <a:pt x="548" y="31"/>
                      </a:cubicBezTo>
                      <a:lnTo>
                        <a:pt x="39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4" name="Google Shape;6364;p39"/>
                <p:cNvSpPr/>
                <p:nvPr/>
              </p:nvSpPr>
              <p:spPr>
                <a:xfrm>
                  <a:off x="1744225" y="3967675"/>
                  <a:ext cx="12950" cy="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396" extrusionOk="0">
                      <a:moveTo>
                        <a:pt x="243" y="0"/>
                      </a:moveTo>
                      <a:cubicBezTo>
                        <a:pt x="0" y="0"/>
                        <a:pt x="0" y="396"/>
                        <a:pt x="243" y="396"/>
                      </a:cubicBezTo>
                      <a:cubicBezTo>
                        <a:pt x="517" y="396"/>
                        <a:pt x="517" y="0"/>
                        <a:pt x="24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5" name="Google Shape;6365;p39"/>
                <p:cNvSpPr/>
                <p:nvPr/>
              </p:nvSpPr>
              <p:spPr>
                <a:xfrm>
                  <a:off x="1864275" y="4079375"/>
                  <a:ext cx="18275" cy="1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" h="579" extrusionOk="0">
                      <a:moveTo>
                        <a:pt x="366" y="1"/>
                      </a:moveTo>
                      <a:cubicBezTo>
                        <a:pt x="1" y="1"/>
                        <a:pt x="1" y="578"/>
                        <a:pt x="366" y="578"/>
                      </a:cubicBezTo>
                      <a:cubicBezTo>
                        <a:pt x="730" y="578"/>
                        <a:pt x="730" y="1"/>
                        <a:pt x="36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366" name="Google Shape;6366;p39"/>
              <p:cNvSpPr/>
              <p:nvPr/>
            </p:nvSpPr>
            <p:spPr>
              <a:xfrm rot="6817983">
                <a:off x="5202758" y="4429530"/>
                <a:ext cx="850525" cy="1151674"/>
              </a:xfrm>
              <a:custGeom>
                <a:avLst/>
                <a:gdLst/>
                <a:ahLst/>
                <a:cxnLst/>
                <a:rect l="l" t="t" r="r" b="b"/>
                <a:pathLst>
                  <a:path w="31739" h="42977" extrusionOk="0">
                    <a:moveTo>
                      <a:pt x="2341" y="25"/>
                    </a:moveTo>
                    <a:cubicBezTo>
                      <a:pt x="1031" y="25"/>
                      <a:pt x="1" y="1830"/>
                      <a:pt x="826" y="2949"/>
                    </a:cubicBezTo>
                    <a:cubicBezTo>
                      <a:pt x="1950" y="4469"/>
                      <a:pt x="2771" y="5380"/>
                      <a:pt x="4686" y="6019"/>
                    </a:cubicBezTo>
                    <a:cubicBezTo>
                      <a:pt x="6115" y="6475"/>
                      <a:pt x="7725" y="6687"/>
                      <a:pt x="9245" y="6748"/>
                    </a:cubicBezTo>
                    <a:cubicBezTo>
                      <a:pt x="9368" y="6753"/>
                      <a:pt x="9492" y="6755"/>
                      <a:pt x="9617" y="6755"/>
                    </a:cubicBezTo>
                    <a:cubicBezTo>
                      <a:pt x="11270" y="6755"/>
                      <a:pt x="13089" y="6354"/>
                      <a:pt x="14830" y="6354"/>
                    </a:cubicBezTo>
                    <a:cubicBezTo>
                      <a:pt x="16208" y="6354"/>
                      <a:pt x="17538" y="6606"/>
                      <a:pt x="18698" y="7508"/>
                    </a:cubicBezTo>
                    <a:cubicBezTo>
                      <a:pt x="19701" y="8298"/>
                      <a:pt x="20340" y="9545"/>
                      <a:pt x="21282" y="10426"/>
                    </a:cubicBezTo>
                    <a:cubicBezTo>
                      <a:pt x="22376" y="11429"/>
                      <a:pt x="23835" y="11429"/>
                      <a:pt x="24960" y="12371"/>
                    </a:cubicBezTo>
                    <a:cubicBezTo>
                      <a:pt x="27452" y="14408"/>
                      <a:pt x="27665" y="18359"/>
                      <a:pt x="27726" y="21308"/>
                    </a:cubicBezTo>
                    <a:cubicBezTo>
                      <a:pt x="27817" y="24773"/>
                      <a:pt x="25963" y="27053"/>
                      <a:pt x="24777" y="30092"/>
                    </a:cubicBezTo>
                    <a:cubicBezTo>
                      <a:pt x="24170" y="31673"/>
                      <a:pt x="24078" y="33162"/>
                      <a:pt x="22741" y="34347"/>
                    </a:cubicBezTo>
                    <a:cubicBezTo>
                      <a:pt x="21677" y="35259"/>
                      <a:pt x="20340" y="35989"/>
                      <a:pt x="19063" y="36536"/>
                    </a:cubicBezTo>
                    <a:cubicBezTo>
                      <a:pt x="17665" y="37113"/>
                      <a:pt x="16206" y="37569"/>
                      <a:pt x="14777" y="38086"/>
                    </a:cubicBezTo>
                    <a:cubicBezTo>
                      <a:pt x="13258" y="38633"/>
                      <a:pt x="11616" y="39332"/>
                      <a:pt x="10005" y="39424"/>
                    </a:cubicBezTo>
                    <a:cubicBezTo>
                      <a:pt x="7786" y="39575"/>
                      <a:pt x="5689" y="39940"/>
                      <a:pt x="4382" y="41946"/>
                    </a:cubicBezTo>
                    <a:cubicBezTo>
                      <a:pt x="4060" y="42453"/>
                      <a:pt x="4539" y="42977"/>
                      <a:pt x="5029" y="42977"/>
                    </a:cubicBezTo>
                    <a:cubicBezTo>
                      <a:pt x="5186" y="42977"/>
                      <a:pt x="5343" y="42923"/>
                      <a:pt x="5476" y="42797"/>
                    </a:cubicBezTo>
                    <a:cubicBezTo>
                      <a:pt x="6449" y="41886"/>
                      <a:pt x="7695" y="41673"/>
                      <a:pt x="8941" y="41642"/>
                    </a:cubicBezTo>
                    <a:cubicBezTo>
                      <a:pt x="9108" y="41642"/>
                      <a:pt x="9279" y="41640"/>
                      <a:pt x="9452" y="41640"/>
                    </a:cubicBezTo>
                    <a:cubicBezTo>
                      <a:pt x="9969" y="41640"/>
                      <a:pt x="10499" y="41658"/>
                      <a:pt x="10978" y="41794"/>
                    </a:cubicBezTo>
                    <a:cubicBezTo>
                      <a:pt x="11677" y="41977"/>
                      <a:pt x="12224" y="42341"/>
                      <a:pt x="12923" y="42493"/>
                    </a:cubicBezTo>
                    <a:cubicBezTo>
                      <a:pt x="13928" y="42697"/>
                      <a:pt x="14926" y="42798"/>
                      <a:pt x="15914" y="42798"/>
                    </a:cubicBezTo>
                    <a:cubicBezTo>
                      <a:pt x="17733" y="42798"/>
                      <a:pt x="19518" y="42453"/>
                      <a:pt x="21252" y="41764"/>
                    </a:cubicBezTo>
                    <a:cubicBezTo>
                      <a:pt x="23714" y="40791"/>
                      <a:pt x="26753" y="39424"/>
                      <a:pt x="28182" y="37113"/>
                    </a:cubicBezTo>
                    <a:cubicBezTo>
                      <a:pt x="28881" y="35958"/>
                      <a:pt x="29154" y="34651"/>
                      <a:pt x="29246" y="33344"/>
                    </a:cubicBezTo>
                    <a:cubicBezTo>
                      <a:pt x="29367" y="31794"/>
                      <a:pt x="29641" y="30518"/>
                      <a:pt x="30127" y="29059"/>
                    </a:cubicBezTo>
                    <a:cubicBezTo>
                      <a:pt x="31738" y="24074"/>
                      <a:pt x="31525" y="18481"/>
                      <a:pt x="28486" y="14074"/>
                    </a:cubicBezTo>
                    <a:cubicBezTo>
                      <a:pt x="27209" y="12250"/>
                      <a:pt x="25781" y="11034"/>
                      <a:pt x="23774" y="10031"/>
                    </a:cubicBezTo>
                    <a:cubicBezTo>
                      <a:pt x="21799" y="9058"/>
                      <a:pt x="20005" y="6809"/>
                      <a:pt x="19002" y="4833"/>
                    </a:cubicBezTo>
                    <a:cubicBezTo>
                      <a:pt x="17665" y="2189"/>
                      <a:pt x="14717" y="1277"/>
                      <a:pt x="11890" y="1216"/>
                    </a:cubicBezTo>
                    <a:cubicBezTo>
                      <a:pt x="11668" y="1212"/>
                      <a:pt x="11449" y="1211"/>
                      <a:pt x="11232" y="1211"/>
                    </a:cubicBezTo>
                    <a:cubicBezTo>
                      <a:pt x="10943" y="1211"/>
                      <a:pt x="10657" y="1213"/>
                      <a:pt x="10373" y="1213"/>
                    </a:cubicBezTo>
                    <a:cubicBezTo>
                      <a:pt x="9380" y="1213"/>
                      <a:pt x="8414" y="1186"/>
                      <a:pt x="7422" y="943"/>
                    </a:cubicBezTo>
                    <a:cubicBezTo>
                      <a:pt x="6570" y="730"/>
                      <a:pt x="5780" y="396"/>
                      <a:pt x="4929" y="213"/>
                    </a:cubicBezTo>
                    <a:cubicBezTo>
                      <a:pt x="4108" y="0"/>
                      <a:pt x="3318" y="122"/>
                      <a:pt x="2467" y="31"/>
                    </a:cubicBezTo>
                    <a:cubicBezTo>
                      <a:pt x="2425" y="27"/>
                      <a:pt x="2383" y="25"/>
                      <a:pt x="2341" y="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7" name="Google Shape;6367;p39"/>
              <p:cNvSpPr/>
              <p:nvPr/>
            </p:nvSpPr>
            <p:spPr>
              <a:xfrm rot="6818307">
                <a:off x="5406442" y="4487726"/>
                <a:ext cx="574084" cy="695567"/>
              </a:xfrm>
              <a:custGeom>
                <a:avLst/>
                <a:gdLst/>
                <a:ahLst/>
                <a:cxnLst/>
                <a:rect l="l" t="t" r="r" b="b"/>
                <a:pathLst>
                  <a:path w="31739" h="42977" extrusionOk="0">
                    <a:moveTo>
                      <a:pt x="2341" y="25"/>
                    </a:moveTo>
                    <a:cubicBezTo>
                      <a:pt x="1031" y="25"/>
                      <a:pt x="1" y="1830"/>
                      <a:pt x="826" y="2949"/>
                    </a:cubicBezTo>
                    <a:cubicBezTo>
                      <a:pt x="1950" y="4469"/>
                      <a:pt x="2771" y="5380"/>
                      <a:pt x="4686" y="6019"/>
                    </a:cubicBezTo>
                    <a:cubicBezTo>
                      <a:pt x="6115" y="6475"/>
                      <a:pt x="7725" y="6687"/>
                      <a:pt x="9245" y="6748"/>
                    </a:cubicBezTo>
                    <a:cubicBezTo>
                      <a:pt x="9368" y="6753"/>
                      <a:pt x="9492" y="6755"/>
                      <a:pt x="9617" y="6755"/>
                    </a:cubicBezTo>
                    <a:cubicBezTo>
                      <a:pt x="11270" y="6755"/>
                      <a:pt x="13089" y="6354"/>
                      <a:pt x="14830" y="6354"/>
                    </a:cubicBezTo>
                    <a:cubicBezTo>
                      <a:pt x="16208" y="6354"/>
                      <a:pt x="17538" y="6606"/>
                      <a:pt x="18698" y="7508"/>
                    </a:cubicBezTo>
                    <a:cubicBezTo>
                      <a:pt x="19701" y="8298"/>
                      <a:pt x="20340" y="9545"/>
                      <a:pt x="21282" y="10426"/>
                    </a:cubicBezTo>
                    <a:cubicBezTo>
                      <a:pt x="22376" y="11429"/>
                      <a:pt x="23835" y="11429"/>
                      <a:pt x="24960" y="12371"/>
                    </a:cubicBezTo>
                    <a:cubicBezTo>
                      <a:pt x="27452" y="14408"/>
                      <a:pt x="27665" y="18359"/>
                      <a:pt x="27726" y="21308"/>
                    </a:cubicBezTo>
                    <a:cubicBezTo>
                      <a:pt x="27817" y="24773"/>
                      <a:pt x="25963" y="27053"/>
                      <a:pt x="24777" y="30092"/>
                    </a:cubicBezTo>
                    <a:cubicBezTo>
                      <a:pt x="24170" y="31673"/>
                      <a:pt x="24078" y="33162"/>
                      <a:pt x="22741" y="34347"/>
                    </a:cubicBezTo>
                    <a:cubicBezTo>
                      <a:pt x="21677" y="35259"/>
                      <a:pt x="20340" y="35989"/>
                      <a:pt x="19063" y="36536"/>
                    </a:cubicBezTo>
                    <a:cubicBezTo>
                      <a:pt x="17665" y="37113"/>
                      <a:pt x="16206" y="37569"/>
                      <a:pt x="14777" y="38086"/>
                    </a:cubicBezTo>
                    <a:cubicBezTo>
                      <a:pt x="13258" y="38633"/>
                      <a:pt x="11616" y="39332"/>
                      <a:pt x="10005" y="39424"/>
                    </a:cubicBezTo>
                    <a:cubicBezTo>
                      <a:pt x="7786" y="39575"/>
                      <a:pt x="5689" y="39940"/>
                      <a:pt x="4382" y="41946"/>
                    </a:cubicBezTo>
                    <a:cubicBezTo>
                      <a:pt x="4060" y="42453"/>
                      <a:pt x="4539" y="42977"/>
                      <a:pt x="5029" y="42977"/>
                    </a:cubicBezTo>
                    <a:cubicBezTo>
                      <a:pt x="5186" y="42977"/>
                      <a:pt x="5343" y="42923"/>
                      <a:pt x="5476" y="42797"/>
                    </a:cubicBezTo>
                    <a:cubicBezTo>
                      <a:pt x="6449" y="41886"/>
                      <a:pt x="7695" y="41673"/>
                      <a:pt x="8941" y="41642"/>
                    </a:cubicBezTo>
                    <a:cubicBezTo>
                      <a:pt x="9108" y="41642"/>
                      <a:pt x="9279" y="41640"/>
                      <a:pt x="9452" y="41640"/>
                    </a:cubicBezTo>
                    <a:cubicBezTo>
                      <a:pt x="9969" y="41640"/>
                      <a:pt x="10499" y="41658"/>
                      <a:pt x="10978" y="41794"/>
                    </a:cubicBezTo>
                    <a:cubicBezTo>
                      <a:pt x="11677" y="41977"/>
                      <a:pt x="12224" y="42341"/>
                      <a:pt x="12923" y="42493"/>
                    </a:cubicBezTo>
                    <a:cubicBezTo>
                      <a:pt x="13928" y="42697"/>
                      <a:pt x="14926" y="42798"/>
                      <a:pt x="15914" y="42798"/>
                    </a:cubicBezTo>
                    <a:cubicBezTo>
                      <a:pt x="17733" y="42798"/>
                      <a:pt x="19518" y="42453"/>
                      <a:pt x="21252" y="41764"/>
                    </a:cubicBezTo>
                    <a:cubicBezTo>
                      <a:pt x="23714" y="40791"/>
                      <a:pt x="26753" y="39424"/>
                      <a:pt x="28182" y="37113"/>
                    </a:cubicBezTo>
                    <a:cubicBezTo>
                      <a:pt x="28881" y="35958"/>
                      <a:pt x="29154" y="34651"/>
                      <a:pt x="29246" y="33344"/>
                    </a:cubicBezTo>
                    <a:cubicBezTo>
                      <a:pt x="29367" y="31794"/>
                      <a:pt x="29641" y="30518"/>
                      <a:pt x="30127" y="29059"/>
                    </a:cubicBezTo>
                    <a:cubicBezTo>
                      <a:pt x="31738" y="24074"/>
                      <a:pt x="31525" y="18481"/>
                      <a:pt x="28486" y="14074"/>
                    </a:cubicBezTo>
                    <a:cubicBezTo>
                      <a:pt x="27209" y="12250"/>
                      <a:pt x="25781" y="11034"/>
                      <a:pt x="23774" y="10031"/>
                    </a:cubicBezTo>
                    <a:cubicBezTo>
                      <a:pt x="21799" y="9058"/>
                      <a:pt x="20005" y="6809"/>
                      <a:pt x="19002" y="4833"/>
                    </a:cubicBezTo>
                    <a:cubicBezTo>
                      <a:pt x="17665" y="2189"/>
                      <a:pt x="14717" y="1277"/>
                      <a:pt x="11890" y="1216"/>
                    </a:cubicBezTo>
                    <a:cubicBezTo>
                      <a:pt x="11668" y="1212"/>
                      <a:pt x="11449" y="1211"/>
                      <a:pt x="11232" y="1211"/>
                    </a:cubicBezTo>
                    <a:cubicBezTo>
                      <a:pt x="10943" y="1211"/>
                      <a:pt x="10657" y="1213"/>
                      <a:pt x="10373" y="1213"/>
                    </a:cubicBezTo>
                    <a:cubicBezTo>
                      <a:pt x="9380" y="1213"/>
                      <a:pt x="8414" y="1186"/>
                      <a:pt x="7422" y="943"/>
                    </a:cubicBezTo>
                    <a:cubicBezTo>
                      <a:pt x="6570" y="730"/>
                      <a:pt x="5780" y="396"/>
                      <a:pt x="4929" y="213"/>
                    </a:cubicBezTo>
                    <a:cubicBezTo>
                      <a:pt x="4108" y="0"/>
                      <a:pt x="3318" y="122"/>
                      <a:pt x="2467" y="31"/>
                    </a:cubicBezTo>
                    <a:cubicBezTo>
                      <a:pt x="2425" y="27"/>
                      <a:pt x="2383" y="25"/>
                      <a:pt x="2341" y="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8" name="Google Shape;6368;p39"/>
              <p:cNvSpPr/>
              <p:nvPr/>
            </p:nvSpPr>
            <p:spPr>
              <a:xfrm rot="10800000" flipH="1">
                <a:off x="3137561" y="4626291"/>
                <a:ext cx="1141600" cy="758182"/>
              </a:xfrm>
              <a:custGeom>
                <a:avLst/>
                <a:gdLst/>
                <a:ahLst/>
                <a:cxnLst/>
                <a:rect l="l" t="t" r="r" b="b"/>
                <a:pathLst>
                  <a:path w="52373" h="34783" extrusionOk="0">
                    <a:moveTo>
                      <a:pt x="24129" y="0"/>
                    </a:moveTo>
                    <a:cubicBezTo>
                      <a:pt x="22639" y="0"/>
                      <a:pt x="21270" y="534"/>
                      <a:pt x="20518" y="1828"/>
                    </a:cubicBezTo>
                    <a:cubicBezTo>
                      <a:pt x="18755" y="4898"/>
                      <a:pt x="22068" y="9305"/>
                      <a:pt x="19940" y="12132"/>
                    </a:cubicBezTo>
                    <a:cubicBezTo>
                      <a:pt x="18664" y="13804"/>
                      <a:pt x="16171" y="13864"/>
                      <a:pt x="14378" y="14959"/>
                    </a:cubicBezTo>
                    <a:cubicBezTo>
                      <a:pt x="12220" y="16266"/>
                      <a:pt x="11247" y="18910"/>
                      <a:pt x="9180" y="20339"/>
                    </a:cubicBezTo>
                    <a:cubicBezTo>
                      <a:pt x="5837" y="22618"/>
                      <a:pt x="1764" y="21980"/>
                      <a:pt x="852" y="26843"/>
                    </a:cubicBezTo>
                    <a:cubicBezTo>
                      <a:pt x="1" y="31555"/>
                      <a:pt x="3618" y="33439"/>
                      <a:pt x="7691" y="34169"/>
                    </a:cubicBezTo>
                    <a:cubicBezTo>
                      <a:pt x="10070" y="34591"/>
                      <a:pt x="12547" y="34783"/>
                      <a:pt x="15073" y="34783"/>
                    </a:cubicBezTo>
                    <a:cubicBezTo>
                      <a:pt x="24358" y="34783"/>
                      <a:pt x="34295" y="32191"/>
                      <a:pt x="42372" y="28941"/>
                    </a:cubicBezTo>
                    <a:cubicBezTo>
                      <a:pt x="45290" y="27755"/>
                      <a:pt x="48239" y="26327"/>
                      <a:pt x="50062" y="23773"/>
                    </a:cubicBezTo>
                    <a:cubicBezTo>
                      <a:pt x="51977" y="21129"/>
                      <a:pt x="52372" y="17482"/>
                      <a:pt x="51157" y="14442"/>
                    </a:cubicBezTo>
                    <a:cubicBezTo>
                      <a:pt x="49910" y="11433"/>
                      <a:pt x="47144" y="9092"/>
                      <a:pt x="43983" y="8302"/>
                    </a:cubicBezTo>
                    <a:cubicBezTo>
                      <a:pt x="41217" y="7603"/>
                      <a:pt x="38238" y="7998"/>
                      <a:pt x="35624" y="6934"/>
                    </a:cubicBezTo>
                    <a:cubicBezTo>
                      <a:pt x="32858" y="5779"/>
                      <a:pt x="31004" y="3165"/>
                      <a:pt x="28542" y="1433"/>
                    </a:cubicBezTo>
                    <a:cubicBezTo>
                      <a:pt x="27298" y="557"/>
                      <a:pt x="25651" y="0"/>
                      <a:pt x="2412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9" name="Google Shape;6369;p39"/>
              <p:cNvSpPr/>
              <p:nvPr/>
            </p:nvSpPr>
            <p:spPr>
              <a:xfrm rot="10800000" flipH="1">
                <a:off x="2512694" y="4674916"/>
                <a:ext cx="1074050" cy="929053"/>
              </a:xfrm>
              <a:custGeom>
                <a:avLst/>
                <a:gdLst/>
                <a:ahLst/>
                <a:cxnLst/>
                <a:rect l="l" t="t" r="r" b="b"/>
                <a:pathLst>
                  <a:path w="49274" h="42622" extrusionOk="0">
                    <a:moveTo>
                      <a:pt x="48694" y="1"/>
                    </a:moveTo>
                    <a:cubicBezTo>
                      <a:pt x="48391" y="1"/>
                      <a:pt x="48073" y="198"/>
                      <a:pt x="48043" y="582"/>
                    </a:cubicBezTo>
                    <a:cubicBezTo>
                      <a:pt x="47739" y="3804"/>
                      <a:pt x="43818" y="6114"/>
                      <a:pt x="41356" y="7816"/>
                    </a:cubicBezTo>
                    <a:cubicBezTo>
                      <a:pt x="39197" y="9306"/>
                      <a:pt x="37465" y="10947"/>
                      <a:pt x="35945" y="13105"/>
                    </a:cubicBezTo>
                    <a:cubicBezTo>
                      <a:pt x="35033" y="14412"/>
                      <a:pt x="34152" y="15993"/>
                      <a:pt x="32419" y="16175"/>
                    </a:cubicBezTo>
                    <a:cubicBezTo>
                      <a:pt x="31143" y="16327"/>
                      <a:pt x="29957" y="16175"/>
                      <a:pt x="28681" y="16479"/>
                    </a:cubicBezTo>
                    <a:cubicBezTo>
                      <a:pt x="26188" y="17056"/>
                      <a:pt x="23848" y="18394"/>
                      <a:pt x="21507" y="19366"/>
                    </a:cubicBezTo>
                    <a:cubicBezTo>
                      <a:pt x="20291" y="19853"/>
                      <a:pt x="19015" y="20309"/>
                      <a:pt x="17769" y="20673"/>
                    </a:cubicBezTo>
                    <a:cubicBezTo>
                      <a:pt x="16522" y="21038"/>
                      <a:pt x="15154" y="20856"/>
                      <a:pt x="13878" y="21221"/>
                    </a:cubicBezTo>
                    <a:cubicBezTo>
                      <a:pt x="12540" y="21585"/>
                      <a:pt x="11446" y="22436"/>
                      <a:pt x="10443" y="23439"/>
                    </a:cubicBezTo>
                    <a:cubicBezTo>
                      <a:pt x="9470" y="24412"/>
                      <a:pt x="8559" y="25020"/>
                      <a:pt x="7464" y="25841"/>
                    </a:cubicBezTo>
                    <a:cubicBezTo>
                      <a:pt x="5245" y="27482"/>
                      <a:pt x="4516" y="29914"/>
                      <a:pt x="4881" y="32497"/>
                    </a:cubicBezTo>
                    <a:cubicBezTo>
                      <a:pt x="5094" y="33926"/>
                      <a:pt x="5002" y="35537"/>
                      <a:pt x="4850" y="36996"/>
                    </a:cubicBezTo>
                    <a:cubicBezTo>
                      <a:pt x="4656" y="38717"/>
                      <a:pt x="3472" y="41606"/>
                      <a:pt x="1299" y="41606"/>
                    </a:cubicBezTo>
                    <a:cubicBezTo>
                      <a:pt x="1094" y="41606"/>
                      <a:pt x="879" y="41580"/>
                      <a:pt x="656" y="41525"/>
                    </a:cubicBezTo>
                    <a:cubicBezTo>
                      <a:pt x="609" y="41511"/>
                      <a:pt x="565" y="41505"/>
                      <a:pt x="525" y="41505"/>
                    </a:cubicBezTo>
                    <a:cubicBezTo>
                      <a:pt x="112" y="41505"/>
                      <a:pt x="0" y="42149"/>
                      <a:pt x="443" y="42315"/>
                    </a:cubicBezTo>
                    <a:cubicBezTo>
                      <a:pt x="1010" y="42519"/>
                      <a:pt x="1568" y="42622"/>
                      <a:pt x="2105" y="42622"/>
                    </a:cubicBezTo>
                    <a:cubicBezTo>
                      <a:pt x="3326" y="42622"/>
                      <a:pt x="4441" y="42094"/>
                      <a:pt x="5306" y="41039"/>
                    </a:cubicBezTo>
                    <a:cubicBezTo>
                      <a:pt x="6765" y="39276"/>
                      <a:pt x="6826" y="36874"/>
                      <a:pt x="6978" y="34716"/>
                    </a:cubicBezTo>
                    <a:cubicBezTo>
                      <a:pt x="7069" y="33440"/>
                      <a:pt x="7616" y="32345"/>
                      <a:pt x="8467" y="31373"/>
                    </a:cubicBezTo>
                    <a:cubicBezTo>
                      <a:pt x="9167" y="30522"/>
                      <a:pt x="10352" y="30370"/>
                      <a:pt x="11355" y="29975"/>
                    </a:cubicBezTo>
                    <a:cubicBezTo>
                      <a:pt x="12601" y="29458"/>
                      <a:pt x="13544" y="28759"/>
                      <a:pt x="14486" y="27816"/>
                    </a:cubicBezTo>
                    <a:cubicBezTo>
                      <a:pt x="15337" y="26965"/>
                      <a:pt x="16006" y="26905"/>
                      <a:pt x="17191" y="26722"/>
                    </a:cubicBezTo>
                    <a:cubicBezTo>
                      <a:pt x="19653" y="26388"/>
                      <a:pt x="21598" y="25354"/>
                      <a:pt x="23513" y="23804"/>
                    </a:cubicBezTo>
                    <a:cubicBezTo>
                      <a:pt x="25428" y="22254"/>
                      <a:pt x="26918" y="20522"/>
                      <a:pt x="29197" y="19640"/>
                    </a:cubicBezTo>
                    <a:cubicBezTo>
                      <a:pt x="31264" y="18850"/>
                      <a:pt x="33392" y="19063"/>
                      <a:pt x="35185" y="17664"/>
                    </a:cubicBezTo>
                    <a:cubicBezTo>
                      <a:pt x="37009" y="16266"/>
                      <a:pt x="37951" y="14108"/>
                      <a:pt x="39532" y="12436"/>
                    </a:cubicBezTo>
                    <a:cubicBezTo>
                      <a:pt x="41477" y="10339"/>
                      <a:pt x="44152" y="9123"/>
                      <a:pt x="46280" y="7239"/>
                    </a:cubicBezTo>
                    <a:cubicBezTo>
                      <a:pt x="48255" y="5506"/>
                      <a:pt x="49167" y="3166"/>
                      <a:pt x="49258" y="582"/>
                    </a:cubicBezTo>
                    <a:cubicBezTo>
                      <a:pt x="49274" y="191"/>
                      <a:pt x="48991" y="1"/>
                      <a:pt x="48694" y="1"/>
                    </a:cubicBezTo>
                    <a:close/>
                  </a:path>
                </a:pathLst>
              </a:custGeom>
              <a:solidFill>
                <a:srgbClr val="1D45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0" name="Google Shape;6370;p39"/>
              <p:cNvSpPr/>
              <p:nvPr/>
            </p:nvSpPr>
            <p:spPr>
              <a:xfrm rot="10800000">
                <a:off x="4523765" y="5305983"/>
                <a:ext cx="268349" cy="225452"/>
              </a:xfrm>
              <a:custGeom>
                <a:avLst/>
                <a:gdLst/>
                <a:ahLst/>
                <a:cxnLst/>
                <a:rect l="l" t="t" r="r" b="b"/>
                <a:pathLst>
                  <a:path w="12311" h="10343" extrusionOk="0">
                    <a:moveTo>
                      <a:pt x="851" y="3200"/>
                    </a:moveTo>
                    <a:cubicBezTo>
                      <a:pt x="803" y="3314"/>
                      <a:pt x="762" y="3429"/>
                      <a:pt x="726" y="3545"/>
                    </a:cubicBezTo>
                    <a:lnTo>
                      <a:pt x="726" y="3545"/>
                    </a:lnTo>
                    <a:lnTo>
                      <a:pt x="851" y="3200"/>
                    </a:lnTo>
                    <a:close/>
                    <a:moveTo>
                      <a:pt x="726" y="3545"/>
                    </a:moveTo>
                    <a:lnTo>
                      <a:pt x="207" y="4972"/>
                    </a:lnTo>
                    <a:lnTo>
                      <a:pt x="207" y="4972"/>
                    </a:lnTo>
                    <a:cubicBezTo>
                      <a:pt x="318" y="4702"/>
                      <a:pt x="445" y="4441"/>
                      <a:pt x="586" y="4187"/>
                    </a:cubicBezTo>
                    <a:lnTo>
                      <a:pt x="586" y="4187"/>
                    </a:lnTo>
                    <a:cubicBezTo>
                      <a:pt x="615" y="3971"/>
                      <a:pt x="661" y="3757"/>
                      <a:pt x="726" y="3545"/>
                    </a:cubicBezTo>
                    <a:close/>
                    <a:moveTo>
                      <a:pt x="207" y="4972"/>
                    </a:moveTo>
                    <a:cubicBezTo>
                      <a:pt x="130" y="5158"/>
                      <a:pt x="61" y="5348"/>
                      <a:pt x="0" y="5541"/>
                    </a:cubicBezTo>
                    <a:lnTo>
                      <a:pt x="207" y="4972"/>
                    </a:lnTo>
                    <a:close/>
                    <a:moveTo>
                      <a:pt x="7689" y="0"/>
                    </a:moveTo>
                    <a:cubicBezTo>
                      <a:pt x="4804" y="0"/>
                      <a:pt x="1985" y="1681"/>
                      <a:pt x="586" y="4187"/>
                    </a:cubicBezTo>
                    <a:lnTo>
                      <a:pt x="586" y="4187"/>
                    </a:lnTo>
                    <a:cubicBezTo>
                      <a:pt x="393" y="5658"/>
                      <a:pt x="987" y="7230"/>
                      <a:pt x="1581" y="8641"/>
                    </a:cubicBezTo>
                    <a:cubicBezTo>
                      <a:pt x="1793" y="9097"/>
                      <a:pt x="2006" y="9614"/>
                      <a:pt x="2432" y="9887"/>
                    </a:cubicBezTo>
                    <a:cubicBezTo>
                      <a:pt x="2766" y="10130"/>
                      <a:pt x="3192" y="10191"/>
                      <a:pt x="3617" y="10222"/>
                    </a:cubicBezTo>
                    <a:cubicBezTo>
                      <a:pt x="4255" y="10294"/>
                      <a:pt x="4898" y="10342"/>
                      <a:pt x="5538" y="10342"/>
                    </a:cubicBezTo>
                    <a:cubicBezTo>
                      <a:pt x="6514" y="10342"/>
                      <a:pt x="7484" y="10230"/>
                      <a:pt x="8420" y="9918"/>
                    </a:cubicBezTo>
                    <a:cubicBezTo>
                      <a:pt x="9970" y="9401"/>
                      <a:pt x="11368" y="8276"/>
                      <a:pt x="11885" y="6757"/>
                    </a:cubicBezTo>
                    <a:cubicBezTo>
                      <a:pt x="12310" y="5419"/>
                      <a:pt x="12067" y="3960"/>
                      <a:pt x="11642" y="2623"/>
                    </a:cubicBezTo>
                    <a:cubicBezTo>
                      <a:pt x="11459" y="2045"/>
                      <a:pt x="11247" y="1468"/>
                      <a:pt x="10851" y="1012"/>
                    </a:cubicBezTo>
                    <a:cubicBezTo>
                      <a:pt x="10304" y="434"/>
                      <a:pt x="9484" y="191"/>
                      <a:pt x="8693" y="70"/>
                    </a:cubicBezTo>
                    <a:cubicBezTo>
                      <a:pt x="8359" y="23"/>
                      <a:pt x="8024" y="0"/>
                      <a:pt x="7689" y="0"/>
                    </a:cubicBezTo>
                    <a:close/>
                  </a:path>
                </a:pathLst>
              </a:custGeom>
              <a:solidFill>
                <a:srgbClr val="D3B4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1" name="Google Shape;6371;p39"/>
              <p:cNvSpPr/>
              <p:nvPr/>
            </p:nvSpPr>
            <p:spPr>
              <a:xfrm flipH="1">
                <a:off x="8094491" y="4526618"/>
                <a:ext cx="1086605" cy="1039959"/>
              </a:xfrm>
              <a:custGeom>
                <a:avLst/>
                <a:gdLst/>
                <a:ahLst/>
                <a:cxnLst/>
                <a:rect l="l" t="t" r="r" b="b"/>
                <a:pathLst>
                  <a:path w="49850" h="47710" extrusionOk="0">
                    <a:moveTo>
                      <a:pt x="5062" y="1"/>
                    </a:moveTo>
                    <a:cubicBezTo>
                      <a:pt x="5006" y="1"/>
                      <a:pt x="4951" y="1"/>
                      <a:pt x="4894" y="1"/>
                    </a:cubicBezTo>
                    <a:cubicBezTo>
                      <a:pt x="92" y="1"/>
                      <a:pt x="1733" y="3527"/>
                      <a:pt x="1976" y="7509"/>
                    </a:cubicBezTo>
                    <a:cubicBezTo>
                      <a:pt x="2250" y="12281"/>
                      <a:pt x="2554" y="17114"/>
                      <a:pt x="1976" y="21856"/>
                    </a:cubicBezTo>
                    <a:cubicBezTo>
                      <a:pt x="1399" y="26598"/>
                      <a:pt x="1" y="31552"/>
                      <a:pt x="1703" y="36020"/>
                    </a:cubicBezTo>
                    <a:cubicBezTo>
                      <a:pt x="3800" y="41613"/>
                      <a:pt x="9940" y="44470"/>
                      <a:pt x="15746" y="45929"/>
                    </a:cubicBezTo>
                    <a:cubicBezTo>
                      <a:pt x="20540" y="47111"/>
                      <a:pt x="25471" y="47710"/>
                      <a:pt x="30404" y="47710"/>
                    </a:cubicBezTo>
                    <a:cubicBezTo>
                      <a:pt x="34478" y="47710"/>
                      <a:pt x="38554" y="47301"/>
                      <a:pt x="42555" y="46476"/>
                    </a:cubicBezTo>
                    <a:cubicBezTo>
                      <a:pt x="45260" y="45929"/>
                      <a:pt x="48330" y="44835"/>
                      <a:pt x="49272" y="42221"/>
                    </a:cubicBezTo>
                    <a:cubicBezTo>
                      <a:pt x="49850" y="40610"/>
                      <a:pt x="49424" y="38817"/>
                      <a:pt x="48938" y="37145"/>
                    </a:cubicBezTo>
                    <a:cubicBezTo>
                      <a:pt x="48178" y="34409"/>
                      <a:pt x="47266" y="31643"/>
                      <a:pt x="45594" y="29333"/>
                    </a:cubicBezTo>
                    <a:cubicBezTo>
                      <a:pt x="43923" y="27054"/>
                      <a:pt x="41369" y="25230"/>
                      <a:pt x="38512" y="25108"/>
                    </a:cubicBezTo>
                    <a:cubicBezTo>
                      <a:pt x="37752" y="25078"/>
                      <a:pt x="36901" y="25139"/>
                      <a:pt x="36263" y="24713"/>
                    </a:cubicBezTo>
                    <a:cubicBezTo>
                      <a:pt x="35229" y="24044"/>
                      <a:pt x="35260" y="22555"/>
                      <a:pt x="34834" y="21400"/>
                    </a:cubicBezTo>
                    <a:cubicBezTo>
                      <a:pt x="34105" y="19455"/>
                      <a:pt x="32007" y="18360"/>
                      <a:pt x="29941" y="17996"/>
                    </a:cubicBezTo>
                    <a:cubicBezTo>
                      <a:pt x="27904" y="17631"/>
                      <a:pt x="25776" y="17783"/>
                      <a:pt x="23740" y="17418"/>
                    </a:cubicBezTo>
                    <a:cubicBezTo>
                      <a:pt x="19484" y="16628"/>
                      <a:pt x="15746" y="13345"/>
                      <a:pt x="14469" y="9181"/>
                    </a:cubicBezTo>
                    <a:cubicBezTo>
                      <a:pt x="13831" y="7084"/>
                      <a:pt x="13740" y="4774"/>
                      <a:pt x="12524" y="3011"/>
                    </a:cubicBezTo>
                    <a:cubicBezTo>
                      <a:pt x="10344" y="831"/>
                      <a:pt x="8135" y="1"/>
                      <a:pt x="50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72" name="Google Shape;6372;p39"/>
              <p:cNvGrpSpPr/>
              <p:nvPr/>
            </p:nvGrpSpPr>
            <p:grpSpPr>
              <a:xfrm flipH="1">
                <a:off x="7969101" y="4428616"/>
                <a:ext cx="992473" cy="903615"/>
                <a:chOff x="-61325" y="4078300"/>
                <a:chExt cx="1138288" cy="1036375"/>
              </a:xfrm>
            </p:grpSpPr>
            <p:sp>
              <p:nvSpPr>
                <p:cNvPr id="6373" name="Google Shape;6373;p39"/>
                <p:cNvSpPr/>
                <p:nvPr/>
              </p:nvSpPr>
              <p:spPr>
                <a:xfrm>
                  <a:off x="-61325" y="4078300"/>
                  <a:ext cx="377000" cy="37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0" h="14839" extrusionOk="0">
                      <a:moveTo>
                        <a:pt x="6698" y="0"/>
                      </a:moveTo>
                      <a:cubicBezTo>
                        <a:pt x="4340" y="0"/>
                        <a:pt x="1761" y="579"/>
                        <a:pt x="31" y="609"/>
                      </a:cubicBezTo>
                      <a:cubicBezTo>
                        <a:pt x="0" y="609"/>
                        <a:pt x="0" y="639"/>
                        <a:pt x="31" y="639"/>
                      </a:cubicBezTo>
                      <a:lnTo>
                        <a:pt x="0" y="639"/>
                      </a:lnTo>
                      <a:cubicBezTo>
                        <a:pt x="2493" y="639"/>
                        <a:pt x="5168" y="2220"/>
                        <a:pt x="7356" y="3284"/>
                      </a:cubicBezTo>
                      <a:cubicBezTo>
                        <a:pt x="8177" y="3679"/>
                        <a:pt x="8511" y="3709"/>
                        <a:pt x="8785" y="4560"/>
                      </a:cubicBezTo>
                      <a:cubicBezTo>
                        <a:pt x="9058" y="5442"/>
                        <a:pt x="9210" y="6293"/>
                        <a:pt x="9423" y="7174"/>
                      </a:cubicBezTo>
                      <a:cubicBezTo>
                        <a:pt x="9758" y="8573"/>
                        <a:pt x="10244" y="9819"/>
                        <a:pt x="11429" y="10670"/>
                      </a:cubicBezTo>
                      <a:cubicBezTo>
                        <a:pt x="11976" y="11035"/>
                        <a:pt x="12128" y="11004"/>
                        <a:pt x="12645" y="11551"/>
                      </a:cubicBezTo>
                      <a:cubicBezTo>
                        <a:pt x="13405" y="12311"/>
                        <a:pt x="13162" y="12311"/>
                        <a:pt x="13375" y="13193"/>
                      </a:cubicBezTo>
                      <a:cubicBezTo>
                        <a:pt x="13527" y="13770"/>
                        <a:pt x="13770" y="14226"/>
                        <a:pt x="14165" y="14682"/>
                      </a:cubicBezTo>
                      <a:cubicBezTo>
                        <a:pt x="14261" y="14793"/>
                        <a:pt x="14369" y="14839"/>
                        <a:pt x="14473" y="14839"/>
                      </a:cubicBezTo>
                      <a:cubicBezTo>
                        <a:pt x="14798" y="14839"/>
                        <a:pt x="15079" y="14389"/>
                        <a:pt x="14803" y="14044"/>
                      </a:cubicBezTo>
                      <a:cubicBezTo>
                        <a:pt x="14043" y="13041"/>
                        <a:pt x="14074" y="11673"/>
                        <a:pt x="13557" y="10548"/>
                      </a:cubicBezTo>
                      <a:cubicBezTo>
                        <a:pt x="13283" y="9940"/>
                        <a:pt x="12797" y="9515"/>
                        <a:pt x="12463" y="8937"/>
                      </a:cubicBezTo>
                      <a:cubicBezTo>
                        <a:pt x="11460" y="7174"/>
                        <a:pt x="12706" y="5047"/>
                        <a:pt x="12128" y="3132"/>
                      </a:cubicBezTo>
                      <a:cubicBezTo>
                        <a:pt x="11354" y="624"/>
                        <a:pt x="9145" y="0"/>
                        <a:pt x="669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4" name="Google Shape;6374;p39"/>
                <p:cNvSpPr/>
                <p:nvPr/>
              </p:nvSpPr>
              <p:spPr>
                <a:xfrm>
                  <a:off x="342888" y="4459450"/>
                  <a:ext cx="734075" cy="65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26209" extrusionOk="0">
                      <a:moveTo>
                        <a:pt x="9676" y="1"/>
                      </a:moveTo>
                      <a:cubicBezTo>
                        <a:pt x="9064" y="1"/>
                        <a:pt x="8443" y="95"/>
                        <a:pt x="7843" y="275"/>
                      </a:cubicBezTo>
                      <a:cubicBezTo>
                        <a:pt x="5472" y="1005"/>
                        <a:pt x="2767" y="1066"/>
                        <a:pt x="274" y="1309"/>
                      </a:cubicBezTo>
                      <a:cubicBezTo>
                        <a:pt x="31" y="1339"/>
                        <a:pt x="1" y="1704"/>
                        <a:pt x="274" y="1734"/>
                      </a:cubicBezTo>
                      <a:cubicBezTo>
                        <a:pt x="720" y="1745"/>
                        <a:pt x="1180" y="1747"/>
                        <a:pt x="1650" y="1747"/>
                      </a:cubicBezTo>
                      <a:cubicBezTo>
                        <a:pt x="1807" y="1747"/>
                        <a:pt x="1966" y="1746"/>
                        <a:pt x="2125" y="1746"/>
                      </a:cubicBezTo>
                      <a:cubicBezTo>
                        <a:pt x="5473" y="1746"/>
                        <a:pt x="9172" y="1814"/>
                        <a:pt x="11217" y="4804"/>
                      </a:cubicBezTo>
                      <a:cubicBezTo>
                        <a:pt x="11976" y="5929"/>
                        <a:pt x="12372" y="7540"/>
                        <a:pt x="13435" y="8391"/>
                      </a:cubicBezTo>
                      <a:cubicBezTo>
                        <a:pt x="13894" y="8760"/>
                        <a:pt x="14398" y="8861"/>
                        <a:pt x="14921" y="8861"/>
                      </a:cubicBezTo>
                      <a:cubicBezTo>
                        <a:pt x="15552" y="8861"/>
                        <a:pt x="16211" y="8714"/>
                        <a:pt x="16850" y="8714"/>
                      </a:cubicBezTo>
                      <a:cubicBezTo>
                        <a:pt x="17297" y="8714"/>
                        <a:pt x="17735" y="8786"/>
                        <a:pt x="18147" y="9029"/>
                      </a:cubicBezTo>
                      <a:cubicBezTo>
                        <a:pt x="18967" y="9485"/>
                        <a:pt x="19636" y="10397"/>
                        <a:pt x="20274" y="11096"/>
                      </a:cubicBezTo>
                      <a:cubicBezTo>
                        <a:pt x="21034" y="11887"/>
                        <a:pt x="22129" y="12798"/>
                        <a:pt x="22615" y="13801"/>
                      </a:cubicBezTo>
                      <a:cubicBezTo>
                        <a:pt x="23344" y="15260"/>
                        <a:pt x="22159" y="16628"/>
                        <a:pt x="23375" y="18118"/>
                      </a:cubicBezTo>
                      <a:cubicBezTo>
                        <a:pt x="23892" y="18756"/>
                        <a:pt x="24530" y="19121"/>
                        <a:pt x="24803" y="19972"/>
                      </a:cubicBezTo>
                      <a:cubicBezTo>
                        <a:pt x="25016" y="20701"/>
                        <a:pt x="24986" y="21552"/>
                        <a:pt x="24986" y="22312"/>
                      </a:cubicBezTo>
                      <a:cubicBezTo>
                        <a:pt x="24955" y="23680"/>
                        <a:pt x="24591" y="24865"/>
                        <a:pt x="25594" y="25990"/>
                      </a:cubicBezTo>
                      <a:cubicBezTo>
                        <a:pt x="25705" y="26124"/>
                        <a:pt x="25914" y="26208"/>
                        <a:pt x="26101" y="26208"/>
                      </a:cubicBezTo>
                      <a:cubicBezTo>
                        <a:pt x="26170" y="26208"/>
                        <a:pt x="26236" y="26197"/>
                        <a:pt x="26293" y="26172"/>
                      </a:cubicBezTo>
                      <a:cubicBezTo>
                        <a:pt x="29363" y="25109"/>
                        <a:pt x="28968" y="19698"/>
                        <a:pt x="27539" y="17479"/>
                      </a:cubicBezTo>
                      <a:cubicBezTo>
                        <a:pt x="27053" y="16689"/>
                        <a:pt x="26354" y="16172"/>
                        <a:pt x="25624" y="15595"/>
                      </a:cubicBezTo>
                      <a:cubicBezTo>
                        <a:pt x="24925" y="15017"/>
                        <a:pt x="24743" y="14409"/>
                        <a:pt x="24165" y="13710"/>
                      </a:cubicBezTo>
                      <a:cubicBezTo>
                        <a:pt x="23496" y="12890"/>
                        <a:pt x="22524" y="12282"/>
                        <a:pt x="21733" y="11552"/>
                      </a:cubicBezTo>
                      <a:cubicBezTo>
                        <a:pt x="20943" y="10823"/>
                        <a:pt x="20183" y="9941"/>
                        <a:pt x="19332" y="9272"/>
                      </a:cubicBezTo>
                      <a:cubicBezTo>
                        <a:pt x="18815" y="8877"/>
                        <a:pt x="18390" y="8725"/>
                        <a:pt x="17812" y="8513"/>
                      </a:cubicBezTo>
                      <a:cubicBezTo>
                        <a:pt x="17235" y="8300"/>
                        <a:pt x="16171" y="8239"/>
                        <a:pt x="15685" y="7783"/>
                      </a:cubicBezTo>
                      <a:cubicBezTo>
                        <a:pt x="15350" y="7449"/>
                        <a:pt x="15229" y="6628"/>
                        <a:pt x="15168" y="6233"/>
                      </a:cubicBezTo>
                      <a:cubicBezTo>
                        <a:pt x="14864" y="4288"/>
                        <a:pt x="14651" y="2677"/>
                        <a:pt x="13071" y="1248"/>
                      </a:cubicBezTo>
                      <a:cubicBezTo>
                        <a:pt x="12133" y="392"/>
                        <a:pt x="10922" y="1"/>
                        <a:pt x="967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75" name="Google Shape;6375;p39"/>
              <p:cNvGrpSpPr/>
              <p:nvPr/>
            </p:nvGrpSpPr>
            <p:grpSpPr>
              <a:xfrm flipH="1">
                <a:off x="7729045" y="4275358"/>
                <a:ext cx="1220050" cy="1082006"/>
                <a:chOff x="10263" y="3854900"/>
                <a:chExt cx="1399300" cy="1240975"/>
              </a:xfrm>
            </p:grpSpPr>
            <p:sp>
              <p:nvSpPr>
                <p:cNvPr id="6376" name="Google Shape;6376;p39"/>
                <p:cNvSpPr/>
                <p:nvPr/>
              </p:nvSpPr>
              <p:spPr>
                <a:xfrm>
                  <a:off x="10263" y="3854900"/>
                  <a:ext cx="431400" cy="23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6" h="9560" extrusionOk="0">
                      <a:moveTo>
                        <a:pt x="7678" y="1"/>
                      </a:moveTo>
                      <a:cubicBezTo>
                        <a:pt x="6838" y="1"/>
                        <a:pt x="5999" y="284"/>
                        <a:pt x="5188" y="428"/>
                      </a:cubicBezTo>
                      <a:cubicBezTo>
                        <a:pt x="4525" y="547"/>
                        <a:pt x="3899" y="601"/>
                        <a:pt x="3282" y="601"/>
                      </a:cubicBezTo>
                      <a:cubicBezTo>
                        <a:pt x="2317" y="601"/>
                        <a:pt x="1376" y="469"/>
                        <a:pt x="355" y="246"/>
                      </a:cubicBezTo>
                      <a:cubicBezTo>
                        <a:pt x="344" y="245"/>
                        <a:pt x="334" y="244"/>
                        <a:pt x="324" y="244"/>
                      </a:cubicBezTo>
                      <a:cubicBezTo>
                        <a:pt x="75" y="244"/>
                        <a:pt x="0" y="584"/>
                        <a:pt x="234" y="672"/>
                      </a:cubicBezTo>
                      <a:cubicBezTo>
                        <a:pt x="1062" y="942"/>
                        <a:pt x="1853" y="1043"/>
                        <a:pt x="2653" y="1043"/>
                      </a:cubicBezTo>
                      <a:cubicBezTo>
                        <a:pt x="3292" y="1043"/>
                        <a:pt x="3936" y="979"/>
                        <a:pt x="4611" y="884"/>
                      </a:cubicBezTo>
                      <a:cubicBezTo>
                        <a:pt x="5418" y="750"/>
                        <a:pt x="6172" y="627"/>
                        <a:pt x="6903" y="627"/>
                      </a:cubicBezTo>
                      <a:cubicBezTo>
                        <a:pt x="7825" y="627"/>
                        <a:pt x="8711" y="822"/>
                        <a:pt x="9626" y="1432"/>
                      </a:cubicBezTo>
                      <a:cubicBezTo>
                        <a:pt x="10356" y="1948"/>
                        <a:pt x="10994" y="2587"/>
                        <a:pt x="11602" y="3225"/>
                      </a:cubicBezTo>
                      <a:cubicBezTo>
                        <a:pt x="12301" y="3954"/>
                        <a:pt x="13061" y="4653"/>
                        <a:pt x="13821" y="5322"/>
                      </a:cubicBezTo>
                      <a:cubicBezTo>
                        <a:pt x="14125" y="5596"/>
                        <a:pt x="14733" y="5930"/>
                        <a:pt x="14945" y="6264"/>
                      </a:cubicBezTo>
                      <a:cubicBezTo>
                        <a:pt x="15340" y="6872"/>
                        <a:pt x="15067" y="7085"/>
                        <a:pt x="14885" y="7632"/>
                      </a:cubicBezTo>
                      <a:cubicBezTo>
                        <a:pt x="14611" y="8362"/>
                        <a:pt x="14185" y="8818"/>
                        <a:pt x="14915" y="9486"/>
                      </a:cubicBezTo>
                      <a:cubicBezTo>
                        <a:pt x="14964" y="9536"/>
                        <a:pt x="15036" y="9560"/>
                        <a:pt x="15110" y="9560"/>
                      </a:cubicBezTo>
                      <a:cubicBezTo>
                        <a:pt x="15263" y="9560"/>
                        <a:pt x="15422" y="9458"/>
                        <a:pt x="15401" y="9274"/>
                      </a:cubicBezTo>
                      <a:cubicBezTo>
                        <a:pt x="15310" y="8240"/>
                        <a:pt x="17255" y="7663"/>
                        <a:pt x="17073" y="6295"/>
                      </a:cubicBezTo>
                      <a:cubicBezTo>
                        <a:pt x="16830" y="4562"/>
                        <a:pt x="14216" y="2921"/>
                        <a:pt x="12909" y="2009"/>
                      </a:cubicBezTo>
                      <a:cubicBezTo>
                        <a:pt x="11419" y="976"/>
                        <a:pt x="9687" y="64"/>
                        <a:pt x="7802" y="3"/>
                      </a:cubicBezTo>
                      <a:cubicBezTo>
                        <a:pt x="7761" y="2"/>
                        <a:pt x="7719" y="1"/>
                        <a:pt x="7678" y="1"/>
                      </a:cubicBezTo>
                      <a:close/>
                    </a:path>
                  </a:pathLst>
                </a:custGeom>
                <a:solidFill>
                  <a:srgbClr val="81827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7" name="Google Shape;6377;p39"/>
                <p:cNvSpPr/>
                <p:nvPr/>
              </p:nvSpPr>
              <p:spPr>
                <a:xfrm>
                  <a:off x="389638" y="4101750"/>
                  <a:ext cx="38350" cy="8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4" h="3287" extrusionOk="0">
                      <a:moveTo>
                        <a:pt x="154" y="1"/>
                      </a:moveTo>
                      <a:cubicBezTo>
                        <a:pt x="82" y="1"/>
                        <a:pt x="0" y="72"/>
                        <a:pt x="44" y="159"/>
                      </a:cubicBezTo>
                      <a:cubicBezTo>
                        <a:pt x="378" y="707"/>
                        <a:pt x="682" y="1315"/>
                        <a:pt x="743" y="1983"/>
                      </a:cubicBezTo>
                      <a:cubicBezTo>
                        <a:pt x="804" y="2409"/>
                        <a:pt x="743" y="2895"/>
                        <a:pt x="1047" y="3229"/>
                      </a:cubicBezTo>
                      <a:cubicBezTo>
                        <a:pt x="1061" y="3271"/>
                        <a:pt x="1087" y="3287"/>
                        <a:pt x="1117" y="3287"/>
                      </a:cubicBezTo>
                      <a:cubicBezTo>
                        <a:pt x="1153" y="3287"/>
                        <a:pt x="1196" y="3263"/>
                        <a:pt x="1229" y="3229"/>
                      </a:cubicBezTo>
                      <a:cubicBezTo>
                        <a:pt x="1533" y="2774"/>
                        <a:pt x="1260" y="2166"/>
                        <a:pt x="1077" y="1710"/>
                      </a:cubicBezTo>
                      <a:cubicBezTo>
                        <a:pt x="865" y="1102"/>
                        <a:pt x="591" y="585"/>
                        <a:pt x="226" y="38"/>
                      </a:cubicBezTo>
                      <a:cubicBezTo>
                        <a:pt x="209" y="12"/>
                        <a:pt x="182" y="1"/>
                        <a:pt x="154" y="1"/>
                      </a:cubicBezTo>
                      <a:close/>
                    </a:path>
                  </a:pathLst>
                </a:custGeom>
                <a:solidFill>
                  <a:srgbClr val="81827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8" name="Google Shape;6378;p39"/>
                <p:cNvSpPr/>
                <p:nvPr/>
              </p:nvSpPr>
              <p:spPr>
                <a:xfrm>
                  <a:off x="436263" y="4214675"/>
                  <a:ext cx="399575" cy="7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83" h="2937" extrusionOk="0">
                      <a:moveTo>
                        <a:pt x="8516" y="0"/>
                      </a:moveTo>
                      <a:cubicBezTo>
                        <a:pt x="8384" y="0"/>
                        <a:pt x="8252" y="6"/>
                        <a:pt x="8118" y="19"/>
                      </a:cubicBezTo>
                      <a:cubicBezTo>
                        <a:pt x="6655" y="162"/>
                        <a:pt x="4443" y="1229"/>
                        <a:pt x="2639" y="1229"/>
                      </a:cubicBezTo>
                      <a:cubicBezTo>
                        <a:pt x="1745" y="1229"/>
                        <a:pt x="951" y="967"/>
                        <a:pt x="398" y="202"/>
                      </a:cubicBezTo>
                      <a:cubicBezTo>
                        <a:pt x="350" y="135"/>
                        <a:pt x="290" y="107"/>
                        <a:pt x="233" y="107"/>
                      </a:cubicBezTo>
                      <a:cubicBezTo>
                        <a:pt x="110" y="107"/>
                        <a:pt x="1" y="238"/>
                        <a:pt x="63" y="384"/>
                      </a:cubicBezTo>
                      <a:cubicBezTo>
                        <a:pt x="863" y="1964"/>
                        <a:pt x="2271" y="2459"/>
                        <a:pt x="3779" y="2459"/>
                      </a:cubicBezTo>
                      <a:cubicBezTo>
                        <a:pt x="4678" y="2459"/>
                        <a:pt x="5614" y="2283"/>
                        <a:pt x="6477" y="2056"/>
                      </a:cubicBezTo>
                      <a:cubicBezTo>
                        <a:pt x="7337" y="1820"/>
                        <a:pt x="8166" y="1583"/>
                        <a:pt x="9019" y="1583"/>
                      </a:cubicBezTo>
                      <a:cubicBezTo>
                        <a:pt x="9372" y="1583"/>
                        <a:pt x="9729" y="1624"/>
                        <a:pt x="10094" y="1722"/>
                      </a:cubicBezTo>
                      <a:cubicBezTo>
                        <a:pt x="11036" y="1965"/>
                        <a:pt x="11857" y="2542"/>
                        <a:pt x="12769" y="2785"/>
                      </a:cubicBezTo>
                      <a:cubicBezTo>
                        <a:pt x="13149" y="2883"/>
                        <a:pt x="13516" y="2937"/>
                        <a:pt x="13869" y="2937"/>
                      </a:cubicBezTo>
                      <a:cubicBezTo>
                        <a:pt x="14617" y="2937"/>
                        <a:pt x="15301" y="2695"/>
                        <a:pt x="15900" y="2117"/>
                      </a:cubicBezTo>
                      <a:cubicBezTo>
                        <a:pt x="15983" y="2034"/>
                        <a:pt x="15914" y="1900"/>
                        <a:pt x="15809" y="1900"/>
                      </a:cubicBezTo>
                      <a:cubicBezTo>
                        <a:pt x="15799" y="1900"/>
                        <a:pt x="15789" y="1901"/>
                        <a:pt x="15778" y="1904"/>
                      </a:cubicBezTo>
                      <a:cubicBezTo>
                        <a:pt x="15518" y="1959"/>
                        <a:pt x="15264" y="1984"/>
                        <a:pt x="15013" y="1984"/>
                      </a:cubicBezTo>
                      <a:cubicBezTo>
                        <a:pt x="12778" y="1984"/>
                        <a:pt x="10860" y="0"/>
                        <a:pt x="8516" y="0"/>
                      </a:cubicBezTo>
                      <a:close/>
                    </a:path>
                  </a:pathLst>
                </a:custGeom>
                <a:solidFill>
                  <a:srgbClr val="81827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9" name="Google Shape;6379;p39"/>
                <p:cNvSpPr/>
                <p:nvPr/>
              </p:nvSpPr>
              <p:spPr>
                <a:xfrm>
                  <a:off x="848188" y="4258425"/>
                  <a:ext cx="561375" cy="83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55" h="33498" extrusionOk="0">
                      <a:moveTo>
                        <a:pt x="266" y="0"/>
                      </a:moveTo>
                      <a:cubicBezTo>
                        <a:pt x="228" y="0"/>
                        <a:pt x="190" y="1"/>
                        <a:pt x="152" y="2"/>
                      </a:cubicBezTo>
                      <a:cubicBezTo>
                        <a:pt x="0" y="2"/>
                        <a:pt x="0" y="245"/>
                        <a:pt x="152" y="276"/>
                      </a:cubicBezTo>
                      <a:lnTo>
                        <a:pt x="182" y="245"/>
                      </a:lnTo>
                      <a:cubicBezTo>
                        <a:pt x="2979" y="488"/>
                        <a:pt x="2827" y="3923"/>
                        <a:pt x="3891" y="5716"/>
                      </a:cubicBezTo>
                      <a:cubicBezTo>
                        <a:pt x="4620" y="6963"/>
                        <a:pt x="5836" y="7996"/>
                        <a:pt x="6839" y="9029"/>
                      </a:cubicBezTo>
                      <a:cubicBezTo>
                        <a:pt x="7781" y="10002"/>
                        <a:pt x="8754" y="10914"/>
                        <a:pt x="9848" y="11674"/>
                      </a:cubicBezTo>
                      <a:cubicBezTo>
                        <a:pt x="11095" y="12555"/>
                        <a:pt x="13222" y="13011"/>
                        <a:pt x="14073" y="14318"/>
                      </a:cubicBezTo>
                      <a:cubicBezTo>
                        <a:pt x="15107" y="15899"/>
                        <a:pt x="15350" y="18300"/>
                        <a:pt x="15958" y="20093"/>
                      </a:cubicBezTo>
                      <a:cubicBezTo>
                        <a:pt x="16475" y="21613"/>
                        <a:pt x="16870" y="23163"/>
                        <a:pt x="17356" y="24714"/>
                      </a:cubicBezTo>
                      <a:cubicBezTo>
                        <a:pt x="18298" y="27662"/>
                        <a:pt x="19605" y="31097"/>
                        <a:pt x="21763" y="33376"/>
                      </a:cubicBezTo>
                      <a:cubicBezTo>
                        <a:pt x="21841" y="33462"/>
                        <a:pt x="21926" y="33498"/>
                        <a:pt x="22008" y="33498"/>
                      </a:cubicBezTo>
                      <a:cubicBezTo>
                        <a:pt x="22247" y="33498"/>
                        <a:pt x="22454" y="33192"/>
                        <a:pt x="22341" y="32920"/>
                      </a:cubicBezTo>
                      <a:cubicBezTo>
                        <a:pt x="21490" y="30975"/>
                        <a:pt x="20304" y="29243"/>
                        <a:pt x="19636" y="27236"/>
                      </a:cubicBezTo>
                      <a:cubicBezTo>
                        <a:pt x="19028" y="25413"/>
                        <a:pt x="18511" y="23559"/>
                        <a:pt x="18055" y="21704"/>
                      </a:cubicBezTo>
                      <a:cubicBezTo>
                        <a:pt x="17569" y="19729"/>
                        <a:pt x="17143" y="17753"/>
                        <a:pt x="16687" y="15747"/>
                      </a:cubicBezTo>
                      <a:cubicBezTo>
                        <a:pt x="16323" y="14166"/>
                        <a:pt x="16079" y="12890"/>
                        <a:pt x="14681" y="11917"/>
                      </a:cubicBezTo>
                      <a:cubicBezTo>
                        <a:pt x="13344" y="10975"/>
                        <a:pt x="11733" y="10519"/>
                        <a:pt x="10365" y="9546"/>
                      </a:cubicBezTo>
                      <a:cubicBezTo>
                        <a:pt x="8815" y="8482"/>
                        <a:pt x="7386" y="7236"/>
                        <a:pt x="6049" y="5899"/>
                      </a:cubicBezTo>
                      <a:cubicBezTo>
                        <a:pt x="4651" y="4501"/>
                        <a:pt x="4073" y="2646"/>
                        <a:pt x="2827" y="1157"/>
                      </a:cubicBezTo>
                      <a:cubicBezTo>
                        <a:pt x="2153" y="395"/>
                        <a:pt x="1281" y="0"/>
                        <a:pt x="266" y="0"/>
                      </a:cubicBezTo>
                      <a:close/>
                    </a:path>
                  </a:pathLst>
                </a:custGeom>
                <a:solidFill>
                  <a:srgbClr val="81827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80" name="Google Shape;6380;p39"/>
              <p:cNvGrpSpPr/>
              <p:nvPr/>
            </p:nvGrpSpPr>
            <p:grpSpPr>
              <a:xfrm rot="10800000">
                <a:off x="6789093" y="4987424"/>
                <a:ext cx="716957" cy="530213"/>
                <a:chOff x="2865710" y="4140652"/>
                <a:chExt cx="822293" cy="608113"/>
              </a:xfrm>
            </p:grpSpPr>
            <p:sp>
              <p:nvSpPr>
                <p:cNvPr id="6381" name="Google Shape;6381;p39"/>
                <p:cNvSpPr/>
                <p:nvPr/>
              </p:nvSpPr>
              <p:spPr>
                <a:xfrm rot="-7016196">
                  <a:off x="3007886" y="4562827"/>
                  <a:ext cx="57774" cy="103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4134" extrusionOk="0">
                      <a:moveTo>
                        <a:pt x="1228" y="0"/>
                      </a:moveTo>
                      <a:cubicBezTo>
                        <a:pt x="1102" y="0"/>
                        <a:pt x="977" y="49"/>
                        <a:pt x="882" y="163"/>
                      </a:cubicBezTo>
                      <a:cubicBezTo>
                        <a:pt x="669" y="436"/>
                        <a:pt x="578" y="740"/>
                        <a:pt x="396" y="1044"/>
                      </a:cubicBezTo>
                      <a:cubicBezTo>
                        <a:pt x="152" y="1531"/>
                        <a:pt x="0" y="1804"/>
                        <a:pt x="92" y="2382"/>
                      </a:cubicBezTo>
                      <a:cubicBezTo>
                        <a:pt x="213" y="3142"/>
                        <a:pt x="730" y="3689"/>
                        <a:pt x="1368" y="4053"/>
                      </a:cubicBezTo>
                      <a:cubicBezTo>
                        <a:pt x="1466" y="4102"/>
                        <a:pt x="1572" y="4134"/>
                        <a:pt x="1678" y="4134"/>
                      </a:cubicBezTo>
                      <a:cubicBezTo>
                        <a:pt x="1770" y="4134"/>
                        <a:pt x="1861" y="4110"/>
                        <a:pt x="1946" y="4053"/>
                      </a:cubicBezTo>
                      <a:cubicBezTo>
                        <a:pt x="2311" y="3810"/>
                        <a:pt x="2219" y="3324"/>
                        <a:pt x="2189" y="2929"/>
                      </a:cubicBezTo>
                      <a:cubicBezTo>
                        <a:pt x="2128" y="2534"/>
                        <a:pt x="2159" y="2138"/>
                        <a:pt x="2067" y="1713"/>
                      </a:cubicBezTo>
                      <a:cubicBezTo>
                        <a:pt x="2007" y="1500"/>
                        <a:pt x="1824" y="1348"/>
                        <a:pt x="1763" y="1135"/>
                      </a:cubicBezTo>
                      <a:cubicBezTo>
                        <a:pt x="1703" y="983"/>
                        <a:pt x="1794" y="710"/>
                        <a:pt x="1794" y="528"/>
                      </a:cubicBezTo>
                      <a:cubicBezTo>
                        <a:pt x="1794" y="235"/>
                        <a:pt x="1507" y="0"/>
                        <a:pt x="122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2" name="Google Shape;6382;p39"/>
                <p:cNvSpPr/>
                <p:nvPr/>
              </p:nvSpPr>
              <p:spPr>
                <a:xfrm rot="-7016196">
                  <a:off x="2966336" y="4516401"/>
                  <a:ext cx="45025" cy="66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1" h="2678" extrusionOk="0">
                      <a:moveTo>
                        <a:pt x="607" y="1"/>
                      </a:moveTo>
                      <a:cubicBezTo>
                        <a:pt x="518" y="1"/>
                        <a:pt x="428" y="21"/>
                        <a:pt x="342" y="64"/>
                      </a:cubicBezTo>
                      <a:cubicBezTo>
                        <a:pt x="145" y="204"/>
                        <a:pt x="0" y="474"/>
                        <a:pt x="51" y="706"/>
                      </a:cubicBezTo>
                      <a:lnTo>
                        <a:pt x="51" y="706"/>
                      </a:lnTo>
                      <a:cubicBezTo>
                        <a:pt x="11" y="957"/>
                        <a:pt x="85" y="1124"/>
                        <a:pt x="159" y="1371"/>
                      </a:cubicBezTo>
                      <a:cubicBezTo>
                        <a:pt x="190" y="1553"/>
                        <a:pt x="190" y="1705"/>
                        <a:pt x="190" y="1888"/>
                      </a:cubicBezTo>
                      <a:cubicBezTo>
                        <a:pt x="190" y="2283"/>
                        <a:pt x="433" y="2496"/>
                        <a:pt x="767" y="2648"/>
                      </a:cubicBezTo>
                      <a:cubicBezTo>
                        <a:pt x="797" y="2678"/>
                        <a:pt x="889" y="2678"/>
                        <a:pt x="949" y="2678"/>
                      </a:cubicBezTo>
                      <a:cubicBezTo>
                        <a:pt x="1314" y="2678"/>
                        <a:pt x="1618" y="2404"/>
                        <a:pt x="1709" y="2100"/>
                      </a:cubicBezTo>
                      <a:cubicBezTo>
                        <a:pt x="1801" y="1766"/>
                        <a:pt x="1770" y="1371"/>
                        <a:pt x="1679" y="1006"/>
                      </a:cubicBezTo>
                      <a:cubicBezTo>
                        <a:pt x="1562" y="569"/>
                        <a:pt x="1362" y="215"/>
                        <a:pt x="916" y="80"/>
                      </a:cubicBezTo>
                      <a:lnTo>
                        <a:pt x="916" y="80"/>
                      </a:lnTo>
                      <a:cubicBezTo>
                        <a:pt x="818" y="29"/>
                        <a:pt x="713" y="1"/>
                        <a:pt x="60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3" name="Google Shape;6383;p39"/>
                <p:cNvSpPr/>
                <p:nvPr/>
              </p:nvSpPr>
              <p:spPr>
                <a:xfrm rot="-7016196">
                  <a:off x="3030704" y="4450217"/>
                  <a:ext cx="29675" cy="3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307" extrusionOk="0">
                      <a:moveTo>
                        <a:pt x="799" y="0"/>
                      </a:moveTo>
                      <a:cubicBezTo>
                        <a:pt x="710" y="0"/>
                        <a:pt x="618" y="39"/>
                        <a:pt x="553" y="133"/>
                      </a:cubicBezTo>
                      <a:cubicBezTo>
                        <a:pt x="461" y="285"/>
                        <a:pt x="340" y="437"/>
                        <a:pt x="249" y="619"/>
                      </a:cubicBezTo>
                      <a:cubicBezTo>
                        <a:pt x="218" y="680"/>
                        <a:pt x="188" y="741"/>
                        <a:pt x="157" y="832"/>
                      </a:cubicBezTo>
                      <a:cubicBezTo>
                        <a:pt x="127" y="923"/>
                        <a:pt x="97" y="984"/>
                        <a:pt x="66" y="1075"/>
                      </a:cubicBezTo>
                      <a:cubicBezTo>
                        <a:pt x="1" y="1206"/>
                        <a:pt x="124" y="1306"/>
                        <a:pt x="244" y="1306"/>
                      </a:cubicBezTo>
                      <a:cubicBezTo>
                        <a:pt x="290" y="1306"/>
                        <a:pt x="336" y="1291"/>
                        <a:pt x="370" y="1257"/>
                      </a:cubicBezTo>
                      <a:cubicBezTo>
                        <a:pt x="492" y="1136"/>
                        <a:pt x="644" y="1014"/>
                        <a:pt x="735" y="862"/>
                      </a:cubicBezTo>
                      <a:cubicBezTo>
                        <a:pt x="857" y="710"/>
                        <a:pt x="948" y="558"/>
                        <a:pt x="1039" y="406"/>
                      </a:cubicBezTo>
                      <a:cubicBezTo>
                        <a:pt x="1186" y="196"/>
                        <a:pt x="999" y="0"/>
                        <a:pt x="79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4" name="Google Shape;6384;p39"/>
                <p:cNvSpPr/>
                <p:nvPr/>
              </p:nvSpPr>
              <p:spPr>
                <a:xfrm rot="-7016196">
                  <a:off x="3121320" y="4409859"/>
                  <a:ext cx="41825" cy="7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" h="3185" extrusionOk="0">
                      <a:moveTo>
                        <a:pt x="836" y="0"/>
                      </a:moveTo>
                      <a:cubicBezTo>
                        <a:pt x="555" y="0"/>
                        <a:pt x="274" y="160"/>
                        <a:pt x="213" y="479"/>
                      </a:cubicBezTo>
                      <a:lnTo>
                        <a:pt x="183" y="479"/>
                      </a:lnTo>
                      <a:cubicBezTo>
                        <a:pt x="152" y="570"/>
                        <a:pt x="91" y="661"/>
                        <a:pt x="61" y="783"/>
                      </a:cubicBezTo>
                      <a:cubicBezTo>
                        <a:pt x="31" y="904"/>
                        <a:pt x="31" y="1026"/>
                        <a:pt x="31" y="1148"/>
                      </a:cubicBezTo>
                      <a:cubicBezTo>
                        <a:pt x="0" y="1360"/>
                        <a:pt x="0" y="1603"/>
                        <a:pt x="0" y="1816"/>
                      </a:cubicBezTo>
                      <a:cubicBezTo>
                        <a:pt x="31" y="2090"/>
                        <a:pt x="152" y="2242"/>
                        <a:pt x="243" y="2485"/>
                      </a:cubicBezTo>
                      <a:cubicBezTo>
                        <a:pt x="335" y="2667"/>
                        <a:pt x="395" y="2850"/>
                        <a:pt x="517" y="3002"/>
                      </a:cubicBezTo>
                      <a:cubicBezTo>
                        <a:pt x="593" y="3123"/>
                        <a:pt x="715" y="3184"/>
                        <a:pt x="836" y="3184"/>
                      </a:cubicBezTo>
                      <a:cubicBezTo>
                        <a:pt x="958" y="3184"/>
                        <a:pt x="1079" y="3123"/>
                        <a:pt x="1155" y="3002"/>
                      </a:cubicBezTo>
                      <a:cubicBezTo>
                        <a:pt x="1277" y="2850"/>
                        <a:pt x="1338" y="2667"/>
                        <a:pt x="1398" y="2485"/>
                      </a:cubicBezTo>
                      <a:cubicBezTo>
                        <a:pt x="1520" y="2242"/>
                        <a:pt x="1611" y="2090"/>
                        <a:pt x="1642" y="1816"/>
                      </a:cubicBezTo>
                      <a:cubicBezTo>
                        <a:pt x="1672" y="1603"/>
                        <a:pt x="1672" y="1360"/>
                        <a:pt x="1642" y="1148"/>
                      </a:cubicBezTo>
                      <a:cubicBezTo>
                        <a:pt x="1642" y="1026"/>
                        <a:pt x="1611" y="904"/>
                        <a:pt x="1611" y="783"/>
                      </a:cubicBezTo>
                      <a:cubicBezTo>
                        <a:pt x="1550" y="692"/>
                        <a:pt x="1520" y="570"/>
                        <a:pt x="1459" y="479"/>
                      </a:cubicBezTo>
                      <a:cubicBezTo>
                        <a:pt x="1398" y="160"/>
                        <a:pt x="1117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5" name="Google Shape;6385;p39"/>
                <p:cNvSpPr/>
                <p:nvPr/>
              </p:nvSpPr>
              <p:spPr>
                <a:xfrm rot="-7016196">
                  <a:off x="3135058" y="4522280"/>
                  <a:ext cx="42600" cy="4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" h="1903" extrusionOk="0">
                      <a:moveTo>
                        <a:pt x="1000" y="0"/>
                      </a:moveTo>
                      <a:cubicBezTo>
                        <a:pt x="766" y="0"/>
                        <a:pt x="539" y="119"/>
                        <a:pt x="427" y="321"/>
                      </a:cubicBezTo>
                      <a:cubicBezTo>
                        <a:pt x="305" y="503"/>
                        <a:pt x="214" y="686"/>
                        <a:pt x="123" y="898"/>
                      </a:cubicBezTo>
                      <a:cubicBezTo>
                        <a:pt x="31" y="1081"/>
                        <a:pt x="1" y="1233"/>
                        <a:pt x="62" y="1415"/>
                      </a:cubicBezTo>
                      <a:cubicBezTo>
                        <a:pt x="92" y="1567"/>
                        <a:pt x="214" y="1750"/>
                        <a:pt x="366" y="1810"/>
                      </a:cubicBezTo>
                      <a:cubicBezTo>
                        <a:pt x="469" y="1872"/>
                        <a:pt x="586" y="1903"/>
                        <a:pt x="705" y="1903"/>
                      </a:cubicBezTo>
                      <a:cubicBezTo>
                        <a:pt x="934" y="1903"/>
                        <a:pt x="1168" y="1788"/>
                        <a:pt x="1308" y="1567"/>
                      </a:cubicBezTo>
                      <a:cubicBezTo>
                        <a:pt x="1430" y="1354"/>
                        <a:pt x="1521" y="1081"/>
                        <a:pt x="1642" y="838"/>
                      </a:cubicBezTo>
                      <a:cubicBezTo>
                        <a:pt x="1703" y="686"/>
                        <a:pt x="1642" y="443"/>
                        <a:pt x="1551" y="321"/>
                      </a:cubicBezTo>
                      <a:cubicBezTo>
                        <a:pt x="1490" y="199"/>
                        <a:pt x="1369" y="108"/>
                        <a:pt x="1247" y="47"/>
                      </a:cubicBezTo>
                      <a:cubicBezTo>
                        <a:pt x="1167" y="15"/>
                        <a:pt x="1083" y="0"/>
                        <a:pt x="10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6" name="Google Shape;6386;p39"/>
                <p:cNvSpPr/>
                <p:nvPr/>
              </p:nvSpPr>
              <p:spPr>
                <a:xfrm rot="-7016196">
                  <a:off x="3197074" y="4592698"/>
                  <a:ext cx="77249" cy="80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0" h="3218" extrusionOk="0">
                      <a:moveTo>
                        <a:pt x="2223" y="1"/>
                      </a:moveTo>
                      <a:cubicBezTo>
                        <a:pt x="2179" y="1"/>
                        <a:pt x="2133" y="6"/>
                        <a:pt x="2088" y="14"/>
                      </a:cubicBezTo>
                      <a:lnTo>
                        <a:pt x="2088" y="14"/>
                      </a:lnTo>
                      <a:cubicBezTo>
                        <a:pt x="2055" y="11"/>
                        <a:pt x="2022" y="9"/>
                        <a:pt x="1988" y="9"/>
                      </a:cubicBezTo>
                      <a:cubicBezTo>
                        <a:pt x="1540" y="9"/>
                        <a:pt x="1059" y="312"/>
                        <a:pt x="761" y="635"/>
                      </a:cubicBezTo>
                      <a:cubicBezTo>
                        <a:pt x="426" y="1000"/>
                        <a:pt x="153" y="1486"/>
                        <a:pt x="62" y="2003"/>
                      </a:cubicBezTo>
                      <a:cubicBezTo>
                        <a:pt x="1" y="2398"/>
                        <a:pt x="122" y="2884"/>
                        <a:pt x="518" y="3066"/>
                      </a:cubicBezTo>
                      <a:cubicBezTo>
                        <a:pt x="705" y="3170"/>
                        <a:pt x="835" y="3217"/>
                        <a:pt x="995" y="3217"/>
                      </a:cubicBezTo>
                      <a:cubicBezTo>
                        <a:pt x="1070" y="3217"/>
                        <a:pt x="1151" y="3207"/>
                        <a:pt x="1247" y="3188"/>
                      </a:cubicBezTo>
                      <a:cubicBezTo>
                        <a:pt x="1551" y="3097"/>
                        <a:pt x="1855" y="2823"/>
                        <a:pt x="1916" y="2489"/>
                      </a:cubicBezTo>
                      <a:cubicBezTo>
                        <a:pt x="1977" y="2246"/>
                        <a:pt x="2037" y="2063"/>
                        <a:pt x="2159" y="1851"/>
                      </a:cubicBezTo>
                      <a:cubicBezTo>
                        <a:pt x="2306" y="1641"/>
                        <a:pt x="2511" y="1489"/>
                        <a:pt x="2664" y="1294"/>
                      </a:cubicBezTo>
                      <a:lnTo>
                        <a:pt x="2664" y="1294"/>
                      </a:lnTo>
                      <a:cubicBezTo>
                        <a:pt x="2754" y="1216"/>
                        <a:pt x="2806" y="1134"/>
                        <a:pt x="2858" y="1030"/>
                      </a:cubicBezTo>
                      <a:cubicBezTo>
                        <a:pt x="2875" y="996"/>
                        <a:pt x="2892" y="962"/>
                        <a:pt x="2904" y="928"/>
                      </a:cubicBezTo>
                      <a:lnTo>
                        <a:pt x="2904" y="928"/>
                      </a:lnTo>
                      <a:cubicBezTo>
                        <a:pt x="3090" y="663"/>
                        <a:pt x="3032" y="225"/>
                        <a:pt x="2676" y="149"/>
                      </a:cubicBezTo>
                      <a:lnTo>
                        <a:pt x="2676" y="149"/>
                      </a:lnTo>
                      <a:cubicBezTo>
                        <a:pt x="2706" y="194"/>
                        <a:pt x="2721" y="217"/>
                        <a:pt x="2718" y="217"/>
                      </a:cubicBezTo>
                      <a:cubicBezTo>
                        <a:pt x="2714" y="217"/>
                        <a:pt x="2691" y="194"/>
                        <a:pt x="2645" y="149"/>
                      </a:cubicBezTo>
                      <a:cubicBezTo>
                        <a:pt x="2554" y="88"/>
                        <a:pt x="2463" y="57"/>
                        <a:pt x="2372" y="27"/>
                      </a:cubicBezTo>
                      <a:cubicBezTo>
                        <a:pt x="2325" y="8"/>
                        <a:pt x="2275" y="1"/>
                        <a:pt x="222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7" name="Google Shape;6387;p39"/>
                <p:cNvSpPr/>
                <p:nvPr/>
              </p:nvSpPr>
              <p:spPr>
                <a:xfrm rot="-7016196">
                  <a:off x="3225815" y="4382501"/>
                  <a:ext cx="9900" cy="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" h="275" extrusionOk="0">
                      <a:moveTo>
                        <a:pt x="183" y="1"/>
                      </a:moveTo>
                      <a:cubicBezTo>
                        <a:pt x="0" y="1"/>
                        <a:pt x="0" y="274"/>
                        <a:pt x="183" y="274"/>
                      </a:cubicBezTo>
                      <a:cubicBezTo>
                        <a:pt x="395" y="274"/>
                        <a:pt x="395" y="1"/>
                        <a:pt x="18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8" name="Google Shape;6388;p39"/>
                <p:cNvSpPr/>
                <p:nvPr/>
              </p:nvSpPr>
              <p:spPr>
                <a:xfrm rot="-7016196">
                  <a:off x="3273269" y="4491390"/>
                  <a:ext cx="24350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581" extrusionOk="0">
                      <a:moveTo>
                        <a:pt x="487" y="0"/>
                      </a:moveTo>
                      <a:cubicBezTo>
                        <a:pt x="244" y="30"/>
                        <a:pt x="0" y="213"/>
                        <a:pt x="31" y="486"/>
                      </a:cubicBezTo>
                      <a:lnTo>
                        <a:pt x="0" y="486"/>
                      </a:lnTo>
                      <a:lnTo>
                        <a:pt x="31" y="1094"/>
                      </a:lnTo>
                      <a:cubicBezTo>
                        <a:pt x="31" y="1337"/>
                        <a:pt x="244" y="1581"/>
                        <a:pt x="487" y="1581"/>
                      </a:cubicBezTo>
                      <a:cubicBezTo>
                        <a:pt x="760" y="1550"/>
                        <a:pt x="943" y="1368"/>
                        <a:pt x="973" y="1094"/>
                      </a:cubicBezTo>
                      <a:lnTo>
                        <a:pt x="973" y="486"/>
                      </a:lnTo>
                      <a:cubicBezTo>
                        <a:pt x="973" y="243"/>
                        <a:pt x="760" y="0"/>
                        <a:pt x="48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9" name="Google Shape;6389;p39"/>
                <p:cNvSpPr/>
                <p:nvPr/>
              </p:nvSpPr>
              <p:spPr>
                <a:xfrm rot="-7016196">
                  <a:off x="3197746" y="4380793"/>
                  <a:ext cx="44100" cy="3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4" h="1369" extrusionOk="0">
                      <a:moveTo>
                        <a:pt x="882" y="1"/>
                      </a:moveTo>
                      <a:cubicBezTo>
                        <a:pt x="0" y="1"/>
                        <a:pt x="0" y="1368"/>
                        <a:pt x="882" y="1368"/>
                      </a:cubicBezTo>
                      <a:cubicBezTo>
                        <a:pt x="1763" y="1368"/>
                        <a:pt x="1763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0" name="Google Shape;6390;p39"/>
                <p:cNvSpPr/>
                <p:nvPr/>
              </p:nvSpPr>
              <p:spPr>
                <a:xfrm rot="-7016196">
                  <a:off x="2878951" y="4474420"/>
                  <a:ext cx="50800" cy="60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2435" extrusionOk="0">
                      <a:moveTo>
                        <a:pt x="665" y="0"/>
                      </a:moveTo>
                      <a:cubicBezTo>
                        <a:pt x="603" y="0"/>
                        <a:pt x="526" y="29"/>
                        <a:pt x="482" y="73"/>
                      </a:cubicBezTo>
                      <a:cubicBezTo>
                        <a:pt x="435" y="143"/>
                        <a:pt x="407" y="195"/>
                        <a:pt x="368" y="256"/>
                      </a:cubicBezTo>
                      <a:lnTo>
                        <a:pt x="368" y="256"/>
                      </a:lnTo>
                      <a:cubicBezTo>
                        <a:pt x="1" y="655"/>
                        <a:pt x="160" y="1341"/>
                        <a:pt x="269" y="1806"/>
                      </a:cubicBezTo>
                      <a:cubicBezTo>
                        <a:pt x="330" y="2079"/>
                        <a:pt x="603" y="2353"/>
                        <a:pt x="877" y="2414"/>
                      </a:cubicBezTo>
                      <a:cubicBezTo>
                        <a:pt x="974" y="2424"/>
                        <a:pt x="1066" y="2435"/>
                        <a:pt x="1156" y="2435"/>
                      </a:cubicBezTo>
                      <a:cubicBezTo>
                        <a:pt x="1319" y="2435"/>
                        <a:pt x="1469" y="2399"/>
                        <a:pt x="1606" y="2262"/>
                      </a:cubicBezTo>
                      <a:lnTo>
                        <a:pt x="1698" y="2201"/>
                      </a:lnTo>
                      <a:cubicBezTo>
                        <a:pt x="1910" y="2018"/>
                        <a:pt x="2032" y="1654"/>
                        <a:pt x="1910" y="1380"/>
                      </a:cubicBezTo>
                      <a:cubicBezTo>
                        <a:pt x="1796" y="1061"/>
                        <a:pt x="1700" y="777"/>
                        <a:pt x="1492" y="539"/>
                      </a:cubicBezTo>
                      <a:lnTo>
                        <a:pt x="1492" y="539"/>
                      </a:lnTo>
                      <a:lnTo>
                        <a:pt x="1515" y="559"/>
                      </a:lnTo>
                      <a:cubicBezTo>
                        <a:pt x="1359" y="326"/>
                        <a:pt x="1181" y="114"/>
                        <a:pt x="924" y="76"/>
                      </a:cubicBezTo>
                      <a:lnTo>
                        <a:pt x="924" y="76"/>
                      </a:lnTo>
                      <a:cubicBezTo>
                        <a:pt x="864" y="50"/>
                        <a:pt x="801" y="31"/>
                        <a:pt x="725" y="12"/>
                      </a:cubicBezTo>
                      <a:cubicBezTo>
                        <a:pt x="709" y="4"/>
                        <a:pt x="688" y="0"/>
                        <a:pt x="6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1" name="Google Shape;6391;p39"/>
                <p:cNvSpPr/>
                <p:nvPr/>
              </p:nvSpPr>
              <p:spPr>
                <a:xfrm rot="-7016196">
                  <a:off x="3000470" y="4291259"/>
                  <a:ext cx="41825" cy="7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" h="3185" extrusionOk="0">
                      <a:moveTo>
                        <a:pt x="836" y="0"/>
                      </a:moveTo>
                      <a:cubicBezTo>
                        <a:pt x="555" y="0"/>
                        <a:pt x="274" y="160"/>
                        <a:pt x="213" y="479"/>
                      </a:cubicBezTo>
                      <a:lnTo>
                        <a:pt x="183" y="479"/>
                      </a:lnTo>
                      <a:cubicBezTo>
                        <a:pt x="152" y="570"/>
                        <a:pt x="91" y="661"/>
                        <a:pt x="61" y="783"/>
                      </a:cubicBezTo>
                      <a:cubicBezTo>
                        <a:pt x="31" y="904"/>
                        <a:pt x="31" y="1026"/>
                        <a:pt x="31" y="1148"/>
                      </a:cubicBezTo>
                      <a:cubicBezTo>
                        <a:pt x="0" y="1360"/>
                        <a:pt x="0" y="1603"/>
                        <a:pt x="0" y="1816"/>
                      </a:cubicBezTo>
                      <a:cubicBezTo>
                        <a:pt x="31" y="2090"/>
                        <a:pt x="152" y="2242"/>
                        <a:pt x="243" y="2485"/>
                      </a:cubicBezTo>
                      <a:cubicBezTo>
                        <a:pt x="335" y="2667"/>
                        <a:pt x="395" y="2850"/>
                        <a:pt x="517" y="3002"/>
                      </a:cubicBezTo>
                      <a:cubicBezTo>
                        <a:pt x="593" y="3123"/>
                        <a:pt x="715" y="3184"/>
                        <a:pt x="836" y="3184"/>
                      </a:cubicBezTo>
                      <a:cubicBezTo>
                        <a:pt x="958" y="3184"/>
                        <a:pt x="1079" y="3123"/>
                        <a:pt x="1155" y="3002"/>
                      </a:cubicBezTo>
                      <a:cubicBezTo>
                        <a:pt x="1277" y="2850"/>
                        <a:pt x="1338" y="2667"/>
                        <a:pt x="1398" y="2485"/>
                      </a:cubicBezTo>
                      <a:cubicBezTo>
                        <a:pt x="1520" y="2242"/>
                        <a:pt x="1611" y="2090"/>
                        <a:pt x="1642" y="1816"/>
                      </a:cubicBezTo>
                      <a:cubicBezTo>
                        <a:pt x="1672" y="1603"/>
                        <a:pt x="1672" y="1360"/>
                        <a:pt x="1642" y="1148"/>
                      </a:cubicBezTo>
                      <a:cubicBezTo>
                        <a:pt x="1642" y="1026"/>
                        <a:pt x="1611" y="904"/>
                        <a:pt x="1611" y="783"/>
                      </a:cubicBezTo>
                      <a:cubicBezTo>
                        <a:pt x="1550" y="692"/>
                        <a:pt x="1520" y="570"/>
                        <a:pt x="1459" y="479"/>
                      </a:cubicBezTo>
                      <a:cubicBezTo>
                        <a:pt x="1398" y="160"/>
                        <a:pt x="1117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2" name="Google Shape;6392;p39"/>
                <p:cNvSpPr/>
                <p:nvPr/>
              </p:nvSpPr>
              <p:spPr>
                <a:xfrm rot="-7016196">
                  <a:off x="3351624" y="4459464"/>
                  <a:ext cx="57774" cy="103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4134" extrusionOk="0">
                      <a:moveTo>
                        <a:pt x="1228" y="0"/>
                      </a:moveTo>
                      <a:cubicBezTo>
                        <a:pt x="1102" y="0"/>
                        <a:pt x="977" y="49"/>
                        <a:pt x="882" y="163"/>
                      </a:cubicBezTo>
                      <a:cubicBezTo>
                        <a:pt x="669" y="436"/>
                        <a:pt x="578" y="740"/>
                        <a:pt x="396" y="1044"/>
                      </a:cubicBezTo>
                      <a:cubicBezTo>
                        <a:pt x="152" y="1531"/>
                        <a:pt x="0" y="1804"/>
                        <a:pt x="92" y="2382"/>
                      </a:cubicBezTo>
                      <a:cubicBezTo>
                        <a:pt x="213" y="3142"/>
                        <a:pt x="730" y="3689"/>
                        <a:pt x="1368" y="4053"/>
                      </a:cubicBezTo>
                      <a:cubicBezTo>
                        <a:pt x="1466" y="4102"/>
                        <a:pt x="1572" y="4134"/>
                        <a:pt x="1678" y="4134"/>
                      </a:cubicBezTo>
                      <a:cubicBezTo>
                        <a:pt x="1770" y="4134"/>
                        <a:pt x="1861" y="4110"/>
                        <a:pt x="1946" y="4053"/>
                      </a:cubicBezTo>
                      <a:cubicBezTo>
                        <a:pt x="2311" y="3810"/>
                        <a:pt x="2219" y="3324"/>
                        <a:pt x="2189" y="2929"/>
                      </a:cubicBezTo>
                      <a:cubicBezTo>
                        <a:pt x="2128" y="2534"/>
                        <a:pt x="2159" y="2138"/>
                        <a:pt x="2067" y="1713"/>
                      </a:cubicBezTo>
                      <a:cubicBezTo>
                        <a:pt x="2007" y="1500"/>
                        <a:pt x="1824" y="1348"/>
                        <a:pt x="1763" y="1135"/>
                      </a:cubicBezTo>
                      <a:cubicBezTo>
                        <a:pt x="1703" y="983"/>
                        <a:pt x="1794" y="710"/>
                        <a:pt x="1794" y="528"/>
                      </a:cubicBezTo>
                      <a:cubicBezTo>
                        <a:pt x="1794" y="235"/>
                        <a:pt x="1507" y="0"/>
                        <a:pt x="122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3" name="Google Shape;6393;p39"/>
                <p:cNvSpPr/>
                <p:nvPr/>
              </p:nvSpPr>
              <p:spPr>
                <a:xfrm rot="-7016196">
                  <a:off x="3134309" y="4274543"/>
                  <a:ext cx="44100" cy="3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4" h="1369" extrusionOk="0">
                      <a:moveTo>
                        <a:pt x="882" y="1"/>
                      </a:moveTo>
                      <a:cubicBezTo>
                        <a:pt x="0" y="1"/>
                        <a:pt x="0" y="1368"/>
                        <a:pt x="882" y="1368"/>
                      </a:cubicBezTo>
                      <a:cubicBezTo>
                        <a:pt x="1763" y="1368"/>
                        <a:pt x="1763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4" name="Google Shape;6394;p39"/>
                <p:cNvSpPr/>
                <p:nvPr/>
              </p:nvSpPr>
              <p:spPr>
                <a:xfrm rot="-7016196">
                  <a:off x="3263911" y="4297601"/>
                  <a:ext cx="45025" cy="66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1" h="2678" extrusionOk="0">
                      <a:moveTo>
                        <a:pt x="607" y="1"/>
                      </a:moveTo>
                      <a:cubicBezTo>
                        <a:pt x="518" y="1"/>
                        <a:pt x="428" y="21"/>
                        <a:pt x="342" y="64"/>
                      </a:cubicBezTo>
                      <a:cubicBezTo>
                        <a:pt x="145" y="204"/>
                        <a:pt x="0" y="474"/>
                        <a:pt x="51" y="706"/>
                      </a:cubicBezTo>
                      <a:lnTo>
                        <a:pt x="51" y="706"/>
                      </a:lnTo>
                      <a:cubicBezTo>
                        <a:pt x="11" y="957"/>
                        <a:pt x="85" y="1124"/>
                        <a:pt x="159" y="1371"/>
                      </a:cubicBezTo>
                      <a:cubicBezTo>
                        <a:pt x="190" y="1553"/>
                        <a:pt x="190" y="1705"/>
                        <a:pt x="190" y="1888"/>
                      </a:cubicBezTo>
                      <a:cubicBezTo>
                        <a:pt x="190" y="2283"/>
                        <a:pt x="433" y="2496"/>
                        <a:pt x="767" y="2648"/>
                      </a:cubicBezTo>
                      <a:cubicBezTo>
                        <a:pt x="797" y="2678"/>
                        <a:pt x="889" y="2678"/>
                        <a:pt x="949" y="2678"/>
                      </a:cubicBezTo>
                      <a:cubicBezTo>
                        <a:pt x="1314" y="2678"/>
                        <a:pt x="1618" y="2404"/>
                        <a:pt x="1709" y="2100"/>
                      </a:cubicBezTo>
                      <a:cubicBezTo>
                        <a:pt x="1801" y="1766"/>
                        <a:pt x="1770" y="1371"/>
                        <a:pt x="1679" y="1006"/>
                      </a:cubicBezTo>
                      <a:cubicBezTo>
                        <a:pt x="1562" y="569"/>
                        <a:pt x="1362" y="215"/>
                        <a:pt x="916" y="80"/>
                      </a:cubicBezTo>
                      <a:lnTo>
                        <a:pt x="916" y="80"/>
                      </a:lnTo>
                      <a:cubicBezTo>
                        <a:pt x="818" y="29"/>
                        <a:pt x="713" y="1"/>
                        <a:pt x="60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5" name="Google Shape;6395;p39"/>
                <p:cNvSpPr/>
                <p:nvPr/>
              </p:nvSpPr>
              <p:spPr>
                <a:xfrm rot="-7016196">
                  <a:off x="3373651" y="4300633"/>
                  <a:ext cx="50800" cy="60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2435" extrusionOk="0">
                      <a:moveTo>
                        <a:pt x="665" y="0"/>
                      </a:moveTo>
                      <a:cubicBezTo>
                        <a:pt x="603" y="0"/>
                        <a:pt x="526" y="29"/>
                        <a:pt x="482" y="73"/>
                      </a:cubicBezTo>
                      <a:cubicBezTo>
                        <a:pt x="435" y="143"/>
                        <a:pt x="407" y="195"/>
                        <a:pt x="368" y="256"/>
                      </a:cubicBezTo>
                      <a:lnTo>
                        <a:pt x="368" y="256"/>
                      </a:lnTo>
                      <a:cubicBezTo>
                        <a:pt x="1" y="655"/>
                        <a:pt x="160" y="1341"/>
                        <a:pt x="269" y="1806"/>
                      </a:cubicBezTo>
                      <a:cubicBezTo>
                        <a:pt x="330" y="2079"/>
                        <a:pt x="603" y="2353"/>
                        <a:pt x="877" y="2414"/>
                      </a:cubicBezTo>
                      <a:cubicBezTo>
                        <a:pt x="974" y="2424"/>
                        <a:pt x="1066" y="2435"/>
                        <a:pt x="1156" y="2435"/>
                      </a:cubicBezTo>
                      <a:cubicBezTo>
                        <a:pt x="1319" y="2435"/>
                        <a:pt x="1469" y="2399"/>
                        <a:pt x="1606" y="2262"/>
                      </a:cubicBezTo>
                      <a:lnTo>
                        <a:pt x="1698" y="2201"/>
                      </a:lnTo>
                      <a:cubicBezTo>
                        <a:pt x="1910" y="2018"/>
                        <a:pt x="2032" y="1654"/>
                        <a:pt x="1910" y="1380"/>
                      </a:cubicBezTo>
                      <a:cubicBezTo>
                        <a:pt x="1796" y="1061"/>
                        <a:pt x="1700" y="777"/>
                        <a:pt x="1492" y="539"/>
                      </a:cubicBezTo>
                      <a:lnTo>
                        <a:pt x="1492" y="539"/>
                      </a:lnTo>
                      <a:lnTo>
                        <a:pt x="1515" y="559"/>
                      </a:lnTo>
                      <a:cubicBezTo>
                        <a:pt x="1359" y="326"/>
                        <a:pt x="1181" y="114"/>
                        <a:pt x="924" y="76"/>
                      </a:cubicBezTo>
                      <a:lnTo>
                        <a:pt x="924" y="76"/>
                      </a:lnTo>
                      <a:cubicBezTo>
                        <a:pt x="864" y="50"/>
                        <a:pt x="801" y="31"/>
                        <a:pt x="725" y="12"/>
                      </a:cubicBezTo>
                      <a:cubicBezTo>
                        <a:pt x="709" y="4"/>
                        <a:pt x="688" y="0"/>
                        <a:pt x="6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6" name="Google Shape;6396;p39"/>
                <p:cNvSpPr/>
                <p:nvPr/>
              </p:nvSpPr>
              <p:spPr>
                <a:xfrm rot="-7016196">
                  <a:off x="3492409" y="4449431"/>
                  <a:ext cx="44100" cy="3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4" h="1369" extrusionOk="0">
                      <a:moveTo>
                        <a:pt x="882" y="1"/>
                      </a:moveTo>
                      <a:cubicBezTo>
                        <a:pt x="0" y="1"/>
                        <a:pt x="0" y="1368"/>
                        <a:pt x="882" y="1368"/>
                      </a:cubicBezTo>
                      <a:cubicBezTo>
                        <a:pt x="1763" y="1368"/>
                        <a:pt x="1763" y="1"/>
                        <a:pt x="88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7" name="Google Shape;6397;p39"/>
                <p:cNvSpPr/>
                <p:nvPr/>
              </p:nvSpPr>
              <p:spPr>
                <a:xfrm rot="-7016196">
                  <a:off x="3599961" y="4428652"/>
                  <a:ext cx="57774" cy="103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" h="4134" extrusionOk="0">
                      <a:moveTo>
                        <a:pt x="1228" y="0"/>
                      </a:moveTo>
                      <a:cubicBezTo>
                        <a:pt x="1102" y="0"/>
                        <a:pt x="977" y="49"/>
                        <a:pt x="882" y="163"/>
                      </a:cubicBezTo>
                      <a:cubicBezTo>
                        <a:pt x="669" y="436"/>
                        <a:pt x="578" y="740"/>
                        <a:pt x="396" y="1044"/>
                      </a:cubicBezTo>
                      <a:cubicBezTo>
                        <a:pt x="152" y="1531"/>
                        <a:pt x="0" y="1804"/>
                        <a:pt x="92" y="2382"/>
                      </a:cubicBezTo>
                      <a:cubicBezTo>
                        <a:pt x="213" y="3142"/>
                        <a:pt x="730" y="3689"/>
                        <a:pt x="1368" y="4053"/>
                      </a:cubicBezTo>
                      <a:cubicBezTo>
                        <a:pt x="1466" y="4102"/>
                        <a:pt x="1572" y="4134"/>
                        <a:pt x="1678" y="4134"/>
                      </a:cubicBezTo>
                      <a:cubicBezTo>
                        <a:pt x="1770" y="4134"/>
                        <a:pt x="1861" y="4110"/>
                        <a:pt x="1946" y="4053"/>
                      </a:cubicBezTo>
                      <a:cubicBezTo>
                        <a:pt x="2311" y="3810"/>
                        <a:pt x="2219" y="3324"/>
                        <a:pt x="2189" y="2929"/>
                      </a:cubicBezTo>
                      <a:cubicBezTo>
                        <a:pt x="2128" y="2534"/>
                        <a:pt x="2159" y="2138"/>
                        <a:pt x="2067" y="1713"/>
                      </a:cubicBezTo>
                      <a:cubicBezTo>
                        <a:pt x="2007" y="1500"/>
                        <a:pt x="1824" y="1348"/>
                        <a:pt x="1763" y="1135"/>
                      </a:cubicBezTo>
                      <a:cubicBezTo>
                        <a:pt x="1703" y="983"/>
                        <a:pt x="1794" y="710"/>
                        <a:pt x="1794" y="528"/>
                      </a:cubicBezTo>
                      <a:cubicBezTo>
                        <a:pt x="1794" y="235"/>
                        <a:pt x="1507" y="0"/>
                        <a:pt x="122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8" name="Google Shape;6398;p39"/>
                <p:cNvSpPr/>
                <p:nvPr/>
              </p:nvSpPr>
              <p:spPr>
                <a:xfrm rot="-7016196">
                  <a:off x="3540382" y="4291259"/>
                  <a:ext cx="41825" cy="7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" h="3185" extrusionOk="0">
                      <a:moveTo>
                        <a:pt x="836" y="0"/>
                      </a:moveTo>
                      <a:cubicBezTo>
                        <a:pt x="555" y="0"/>
                        <a:pt x="274" y="160"/>
                        <a:pt x="213" y="479"/>
                      </a:cubicBezTo>
                      <a:lnTo>
                        <a:pt x="183" y="479"/>
                      </a:lnTo>
                      <a:cubicBezTo>
                        <a:pt x="152" y="570"/>
                        <a:pt x="91" y="661"/>
                        <a:pt x="61" y="783"/>
                      </a:cubicBezTo>
                      <a:cubicBezTo>
                        <a:pt x="31" y="904"/>
                        <a:pt x="31" y="1026"/>
                        <a:pt x="31" y="1148"/>
                      </a:cubicBezTo>
                      <a:cubicBezTo>
                        <a:pt x="0" y="1360"/>
                        <a:pt x="0" y="1603"/>
                        <a:pt x="0" y="1816"/>
                      </a:cubicBezTo>
                      <a:cubicBezTo>
                        <a:pt x="31" y="2090"/>
                        <a:pt x="152" y="2242"/>
                        <a:pt x="243" y="2485"/>
                      </a:cubicBezTo>
                      <a:cubicBezTo>
                        <a:pt x="335" y="2667"/>
                        <a:pt x="395" y="2850"/>
                        <a:pt x="517" y="3002"/>
                      </a:cubicBezTo>
                      <a:cubicBezTo>
                        <a:pt x="593" y="3123"/>
                        <a:pt x="715" y="3184"/>
                        <a:pt x="836" y="3184"/>
                      </a:cubicBezTo>
                      <a:cubicBezTo>
                        <a:pt x="958" y="3184"/>
                        <a:pt x="1079" y="3123"/>
                        <a:pt x="1155" y="3002"/>
                      </a:cubicBezTo>
                      <a:cubicBezTo>
                        <a:pt x="1277" y="2850"/>
                        <a:pt x="1338" y="2667"/>
                        <a:pt x="1398" y="2485"/>
                      </a:cubicBezTo>
                      <a:cubicBezTo>
                        <a:pt x="1520" y="2242"/>
                        <a:pt x="1611" y="2090"/>
                        <a:pt x="1642" y="1816"/>
                      </a:cubicBezTo>
                      <a:cubicBezTo>
                        <a:pt x="1672" y="1603"/>
                        <a:pt x="1672" y="1360"/>
                        <a:pt x="1642" y="1148"/>
                      </a:cubicBezTo>
                      <a:cubicBezTo>
                        <a:pt x="1642" y="1026"/>
                        <a:pt x="1611" y="904"/>
                        <a:pt x="1611" y="783"/>
                      </a:cubicBezTo>
                      <a:cubicBezTo>
                        <a:pt x="1550" y="692"/>
                        <a:pt x="1520" y="570"/>
                        <a:pt x="1459" y="479"/>
                      </a:cubicBezTo>
                      <a:cubicBezTo>
                        <a:pt x="1398" y="160"/>
                        <a:pt x="1117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9" name="Google Shape;6399;p39"/>
                <p:cNvSpPr/>
                <p:nvPr/>
              </p:nvSpPr>
              <p:spPr>
                <a:xfrm rot="-7016196">
                  <a:off x="3265120" y="4146630"/>
                  <a:ext cx="42600" cy="4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" h="1903" extrusionOk="0">
                      <a:moveTo>
                        <a:pt x="1000" y="0"/>
                      </a:moveTo>
                      <a:cubicBezTo>
                        <a:pt x="766" y="0"/>
                        <a:pt x="539" y="119"/>
                        <a:pt x="427" y="321"/>
                      </a:cubicBezTo>
                      <a:cubicBezTo>
                        <a:pt x="305" y="503"/>
                        <a:pt x="214" y="686"/>
                        <a:pt x="123" y="898"/>
                      </a:cubicBezTo>
                      <a:cubicBezTo>
                        <a:pt x="31" y="1081"/>
                        <a:pt x="1" y="1233"/>
                        <a:pt x="62" y="1415"/>
                      </a:cubicBezTo>
                      <a:cubicBezTo>
                        <a:pt x="92" y="1567"/>
                        <a:pt x="214" y="1750"/>
                        <a:pt x="366" y="1810"/>
                      </a:cubicBezTo>
                      <a:cubicBezTo>
                        <a:pt x="469" y="1872"/>
                        <a:pt x="586" y="1903"/>
                        <a:pt x="705" y="1903"/>
                      </a:cubicBezTo>
                      <a:cubicBezTo>
                        <a:pt x="934" y="1903"/>
                        <a:pt x="1168" y="1788"/>
                        <a:pt x="1308" y="1567"/>
                      </a:cubicBezTo>
                      <a:cubicBezTo>
                        <a:pt x="1430" y="1354"/>
                        <a:pt x="1521" y="1081"/>
                        <a:pt x="1642" y="838"/>
                      </a:cubicBezTo>
                      <a:cubicBezTo>
                        <a:pt x="1703" y="686"/>
                        <a:pt x="1642" y="443"/>
                        <a:pt x="1551" y="321"/>
                      </a:cubicBezTo>
                      <a:cubicBezTo>
                        <a:pt x="1490" y="199"/>
                        <a:pt x="1369" y="108"/>
                        <a:pt x="1247" y="47"/>
                      </a:cubicBezTo>
                      <a:cubicBezTo>
                        <a:pt x="1167" y="15"/>
                        <a:pt x="1083" y="0"/>
                        <a:pt x="10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0" name="Google Shape;6400;p39"/>
                <p:cNvSpPr/>
                <p:nvPr/>
              </p:nvSpPr>
              <p:spPr>
                <a:xfrm rot="-7016196">
                  <a:off x="3113739" y="4681895"/>
                  <a:ext cx="50800" cy="60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2435" extrusionOk="0">
                      <a:moveTo>
                        <a:pt x="665" y="0"/>
                      </a:moveTo>
                      <a:cubicBezTo>
                        <a:pt x="603" y="0"/>
                        <a:pt x="526" y="29"/>
                        <a:pt x="482" y="73"/>
                      </a:cubicBezTo>
                      <a:cubicBezTo>
                        <a:pt x="435" y="143"/>
                        <a:pt x="407" y="195"/>
                        <a:pt x="368" y="256"/>
                      </a:cubicBezTo>
                      <a:lnTo>
                        <a:pt x="368" y="256"/>
                      </a:lnTo>
                      <a:cubicBezTo>
                        <a:pt x="1" y="655"/>
                        <a:pt x="160" y="1341"/>
                        <a:pt x="269" y="1806"/>
                      </a:cubicBezTo>
                      <a:cubicBezTo>
                        <a:pt x="330" y="2079"/>
                        <a:pt x="603" y="2353"/>
                        <a:pt x="877" y="2414"/>
                      </a:cubicBezTo>
                      <a:cubicBezTo>
                        <a:pt x="974" y="2424"/>
                        <a:pt x="1066" y="2435"/>
                        <a:pt x="1156" y="2435"/>
                      </a:cubicBezTo>
                      <a:cubicBezTo>
                        <a:pt x="1319" y="2435"/>
                        <a:pt x="1469" y="2399"/>
                        <a:pt x="1606" y="2262"/>
                      </a:cubicBezTo>
                      <a:lnTo>
                        <a:pt x="1698" y="2201"/>
                      </a:lnTo>
                      <a:cubicBezTo>
                        <a:pt x="1910" y="2018"/>
                        <a:pt x="2032" y="1654"/>
                        <a:pt x="1910" y="1380"/>
                      </a:cubicBezTo>
                      <a:cubicBezTo>
                        <a:pt x="1796" y="1061"/>
                        <a:pt x="1700" y="777"/>
                        <a:pt x="1492" y="539"/>
                      </a:cubicBezTo>
                      <a:lnTo>
                        <a:pt x="1492" y="539"/>
                      </a:lnTo>
                      <a:lnTo>
                        <a:pt x="1515" y="559"/>
                      </a:lnTo>
                      <a:cubicBezTo>
                        <a:pt x="1359" y="326"/>
                        <a:pt x="1181" y="114"/>
                        <a:pt x="924" y="76"/>
                      </a:cubicBezTo>
                      <a:lnTo>
                        <a:pt x="924" y="76"/>
                      </a:lnTo>
                      <a:cubicBezTo>
                        <a:pt x="864" y="50"/>
                        <a:pt x="801" y="31"/>
                        <a:pt x="725" y="12"/>
                      </a:cubicBezTo>
                      <a:cubicBezTo>
                        <a:pt x="709" y="4"/>
                        <a:pt x="688" y="0"/>
                        <a:pt x="6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02" name="Google Shape;6402;p40"/>
          <p:cNvGrpSpPr/>
          <p:nvPr/>
        </p:nvGrpSpPr>
        <p:grpSpPr>
          <a:xfrm flipH="1">
            <a:off x="-9372" y="137400"/>
            <a:ext cx="2241000" cy="251100"/>
            <a:chOff x="6903000" y="137400"/>
            <a:chExt cx="2241000" cy="251100"/>
          </a:xfrm>
        </p:grpSpPr>
        <p:cxnSp>
          <p:nvCxnSpPr>
            <p:cNvPr id="6403" name="Google Shape;6403;p40"/>
            <p:cNvCxnSpPr>
              <a:stCxn id="6404" idx="6"/>
            </p:cNvCxnSpPr>
            <p:nvPr/>
          </p:nvCxnSpPr>
          <p:spPr>
            <a:xfrm>
              <a:off x="7945500" y="262950"/>
              <a:ext cx="1198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405" name="Google Shape;6405;p40"/>
            <p:cNvSpPr/>
            <p:nvPr/>
          </p:nvSpPr>
          <p:spPr>
            <a:xfrm>
              <a:off x="6903000" y="137400"/>
              <a:ext cx="251100" cy="251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6" name="Google Shape;6406;p40"/>
            <p:cNvSpPr/>
            <p:nvPr/>
          </p:nvSpPr>
          <p:spPr>
            <a:xfrm>
              <a:off x="7298700" y="137400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4" name="Google Shape;6404;p40"/>
            <p:cNvSpPr/>
            <p:nvPr/>
          </p:nvSpPr>
          <p:spPr>
            <a:xfrm>
              <a:off x="7694400" y="137400"/>
              <a:ext cx="251100" cy="251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07" name="Google Shape;6407;p40"/>
          <p:cNvGrpSpPr/>
          <p:nvPr/>
        </p:nvGrpSpPr>
        <p:grpSpPr>
          <a:xfrm rot="10800000" flipH="1">
            <a:off x="4960200" y="3676688"/>
            <a:ext cx="4547800" cy="2343978"/>
            <a:chOff x="4876300" y="-1003175"/>
            <a:chExt cx="4547800" cy="2343978"/>
          </a:xfrm>
        </p:grpSpPr>
        <p:sp>
          <p:nvSpPr>
            <p:cNvPr id="6408" name="Google Shape;6408;p40"/>
            <p:cNvSpPr/>
            <p:nvPr/>
          </p:nvSpPr>
          <p:spPr>
            <a:xfrm rot="-6817875" flipH="1">
              <a:off x="5189129" y="-729174"/>
              <a:ext cx="975491" cy="1320889"/>
            </a:xfrm>
            <a:custGeom>
              <a:avLst/>
              <a:gdLst/>
              <a:ahLst/>
              <a:cxnLst/>
              <a:rect l="l" t="t" r="r" b="b"/>
              <a:pathLst>
                <a:path w="31739" h="42977" extrusionOk="0">
                  <a:moveTo>
                    <a:pt x="2341" y="25"/>
                  </a:moveTo>
                  <a:cubicBezTo>
                    <a:pt x="1031" y="25"/>
                    <a:pt x="1" y="1830"/>
                    <a:pt x="826" y="2949"/>
                  </a:cubicBezTo>
                  <a:cubicBezTo>
                    <a:pt x="1950" y="4469"/>
                    <a:pt x="2771" y="5380"/>
                    <a:pt x="4686" y="6019"/>
                  </a:cubicBezTo>
                  <a:cubicBezTo>
                    <a:pt x="6115" y="6475"/>
                    <a:pt x="7725" y="6687"/>
                    <a:pt x="9245" y="6748"/>
                  </a:cubicBezTo>
                  <a:cubicBezTo>
                    <a:pt x="9368" y="6753"/>
                    <a:pt x="9492" y="6755"/>
                    <a:pt x="9617" y="6755"/>
                  </a:cubicBezTo>
                  <a:cubicBezTo>
                    <a:pt x="11270" y="6755"/>
                    <a:pt x="13089" y="6354"/>
                    <a:pt x="14830" y="6354"/>
                  </a:cubicBezTo>
                  <a:cubicBezTo>
                    <a:pt x="16208" y="6354"/>
                    <a:pt x="17538" y="6606"/>
                    <a:pt x="18698" y="7508"/>
                  </a:cubicBezTo>
                  <a:cubicBezTo>
                    <a:pt x="19701" y="8298"/>
                    <a:pt x="20340" y="9545"/>
                    <a:pt x="21282" y="10426"/>
                  </a:cubicBezTo>
                  <a:cubicBezTo>
                    <a:pt x="22376" y="11429"/>
                    <a:pt x="23835" y="11429"/>
                    <a:pt x="24960" y="12371"/>
                  </a:cubicBezTo>
                  <a:cubicBezTo>
                    <a:pt x="27452" y="14408"/>
                    <a:pt x="27665" y="18359"/>
                    <a:pt x="27726" y="21308"/>
                  </a:cubicBezTo>
                  <a:cubicBezTo>
                    <a:pt x="27817" y="24773"/>
                    <a:pt x="25963" y="27053"/>
                    <a:pt x="24777" y="30092"/>
                  </a:cubicBezTo>
                  <a:cubicBezTo>
                    <a:pt x="24170" y="31673"/>
                    <a:pt x="24078" y="33162"/>
                    <a:pt x="22741" y="34347"/>
                  </a:cubicBezTo>
                  <a:cubicBezTo>
                    <a:pt x="21677" y="35259"/>
                    <a:pt x="20340" y="35989"/>
                    <a:pt x="19063" y="36536"/>
                  </a:cubicBezTo>
                  <a:cubicBezTo>
                    <a:pt x="17665" y="37113"/>
                    <a:pt x="16206" y="37569"/>
                    <a:pt x="14777" y="38086"/>
                  </a:cubicBezTo>
                  <a:cubicBezTo>
                    <a:pt x="13258" y="38633"/>
                    <a:pt x="11616" y="39332"/>
                    <a:pt x="10005" y="39424"/>
                  </a:cubicBezTo>
                  <a:cubicBezTo>
                    <a:pt x="7786" y="39575"/>
                    <a:pt x="5689" y="39940"/>
                    <a:pt x="4382" y="41946"/>
                  </a:cubicBezTo>
                  <a:cubicBezTo>
                    <a:pt x="4060" y="42453"/>
                    <a:pt x="4539" y="42977"/>
                    <a:pt x="5029" y="42977"/>
                  </a:cubicBezTo>
                  <a:cubicBezTo>
                    <a:pt x="5186" y="42977"/>
                    <a:pt x="5343" y="42923"/>
                    <a:pt x="5476" y="42797"/>
                  </a:cubicBezTo>
                  <a:cubicBezTo>
                    <a:pt x="6449" y="41886"/>
                    <a:pt x="7695" y="41673"/>
                    <a:pt x="8941" y="41642"/>
                  </a:cubicBezTo>
                  <a:cubicBezTo>
                    <a:pt x="9108" y="41642"/>
                    <a:pt x="9279" y="41640"/>
                    <a:pt x="9452" y="41640"/>
                  </a:cubicBezTo>
                  <a:cubicBezTo>
                    <a:pt x="9969" y="41640"/>
                    <a:pt x="10499" y="41658"/>
                    <a:pt x="10978" y="41794"/>
                  </a:cubicBezTo>
                  <a:cubicBezTo>
                    <a:pt x="11677" y="41977"/>
                    <a:pt x="12224" y="42341"/>
                    <a:pt x="12923" y="42493"/>
                  </a:cubicBezTo>
                  <a:cubicBezTo>
                    <a:pt x="13928" y="42697"/>
                    <a:pt x="14926" y="42798"/>
                    <a:pt x="15914" y="42798"/>
                  </a:cubicBezTo>
                  <a:cubicBezTo>
                    <a:pt x="17733" y="42798"/>
                    <a:pt x="19518" y="42453"/>
                    <a:pt x="21252" y="41764"/>
                  </a:cubicBezTo>
                  <a:cubicBezTo>
                    <a:pt x="23714" y="40791"/>
                    <a:pt x="26753" y="39424"/>
                    <a:pt x="28182" y="37113"/>
                  </a:cubicBezTo>
                  <a:cubicBezTo>
                    <a:pt x="28881" y="35958"/>
                    <a:pt x="29154" y="34651"/>
                    <a:pt x="29246" y="33344"/>
                  </a:cubicBezTo>
                  <a:cubicBezTo>
                    <a:pt x="29367" y="31794"/>
                    <a:pt x="29641" y="30518"/>
                    <a:pt x="30127" y="29059"/>
                  </a:cubicBezTo>
                  <a:cubicBezTo>
                    <a:pt x="31738" y="24074"/>
                    <a:pt x="31525" y="18481"/>
                    <a:pt x="28486" y="14074"/>
                  </a:cubicBezTo>
                  <a:cubicBezTo>
                    <a:pt x="27209" y="12250"/>
                    <a:pt x="25781" y="11034"/>
                    <a:pt x="23774" y="10031"/>
                  </a:cubicBezTo>
                  <a:cubicBezTo>
                    <a:pt x="21799" y="9058"/>
                    <a:pt x="20005" y="6809"/>
                    <a:pt x="19002" y="4833"/>
                  </a:cubicBezTo>
                  <a:cubicBezTo>
                    <a:pt x="17665" y="2189"/>
                    <a:pt x="14717" y="1277"/>
                    <a:pt x="11890" y="1216"/>
                  </a:cubicBezTo>
                  <a:cubicBezTo>
                    <a:pt x="11668" y="1212"/>
                    <a:pt x="11449" y="1211"/>
                    <a:pt x="11232" y="1211"/>
                  </a:cubicBezTo>
                  <a:cubicBezTo>
                    <a:pt x="10943" y="1211"/>
                    <a:pt x="10657" y="1213"/>
                    <a:pt x="10373" y="1213"/>
                  </a:cubicBezTo>
                  <a:cubicBezTo>
                    <a:pt x="9380" y="1213"/>
                    <a:pt x="8414" y="1186"/>
                    <a:pt x="7422" y="943"/>
                  </a:cubicBezTo>
                  <a:cubicBezTo>
                    <a:pt x="6570" y="730"/>
                    <a:pt x="5780" y="396"/>
                    <a:pt x="4929" y="213"/>
                  </a:cubicBezTo>
                  <a:cubicBezTo>
                    <a:pt x="4108" y="0"/>
                    <a:pt x="3318" y="122"/>
                    <a:pt x="2467" y="31"/>
                  </a:cubicBezTo>
                  <a:cubicBezTo>
                    <a:pt x="2425" y="27"/>
                    <a:pt x="2383" y="25"/>
                    <a:pt x="2341" y="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9" name="Google Shape;6409;p40"/>
            <p:cNvSpPr/>
            <p:nvPr/>
          </p:nvSpPr>
          <p:spPr>
            <a:xfrm rot="-5275413">
              <a:off x="5886451" y="-1131234"/>
              <a:ext cx="1174797" cy="1483911"/>
            </a:xfrm>
            <a:custGeom>
              <a:avLst/>
              <a:gdLst/>
              <a:ahLst/>
              <a:cxnLst/>
              <a:rect l="l" t="t" r="r" b="b"/>
              <a:pathLst>
                <a:path w="52069" h="96014" extrusionOk="0">
                  <a:moveTo>
                    <a:pt x="12303" y="1"/>
                  </a:moveTo>
                  <a:cubicBezTo>
                    <a:pt x="11636" y="1"/>
                    <a:pt x="11013" y="72"/>
                    <a:pt x="10457" y="237"/>
                  </a:cubicBezTo>
                  <a:cubicBezTo>
                    <a:pt x="6414" y="1453"/>
                    <a:pt x="5685" y="7137"/>
                    <a:pt x="4834" y="10663"/>
                  </a:cubicBezTo>
                  <a:cubicBezTo>
                    <a:pt x="2341" y="20845"/>
                    <a:pt x="1825" y="31362"/>
                    <a:pt x="1338" y="41818"/>
                  </a:cubicBezTo>
                  <a:cubicBezTo>
                    <a:pt x="578" y="57715"/>
                    <a:pt x="1" y="73977"/>
                    <a:pt x="4651" y="89205"/>
                  </a:cubicBezTo>
                  <a:cubicBezTo>
                    <a:pt x="4986" y="90299"/>
                    <a:pt x="5350" y="91424"/>
                    <a:pt x="6171" y="92244"/>
                  </a:cubicBezTo>
                  <a:cubicBezTo>
                    <a:pt x="7113" y="93217"/>
                    <a:pt x="8542" y="93582"/>
                    <a:pt x="9879" y="93886"/>
                  </a:cubicBezTo>
                  <a:cubicBezTo>
                    <a:pt x="16214" y="95305"/>
                    <a:pt x="22719" y="96014"/>
                    <a:pt x="29222" y="96014"/>
                  </a:cubicBezTo>
                  <a:cubicBezTo>
                    <a:pt x="32611" y="96014"/>
                    <a:pt x="36000" y="95821"/>
                    <a:pt x="39363" y="95436"/>
                  </a:cubicBezTo>
                  <a:cubicBezTo>
                    <a:pt x="43588" y="94980"/>
                    <a:pt x="48269" y="93825"/>
                    <a:pt x="50397" y="90178"/>
                  </a:cubicBezTo>
                  <a:cubicBezTo>
                    <a:pt x="52069" y="87351"/>
                    <a:pt x="51674" y="83825"/>
                    <a:pt x="51248" y="80603"/>
                  </a:cubicBezTo>
                  <a:cubicBezTo>
                    <a:pt x="50336" y="73794"/>
                    <a:pt x="49394" y="66834"/>
                    <a:pt x="46263" y="60755"/>
                  </a:cubicBezTo>
                  <a:cubicBezTo>
                    <a:pt x="44379" y="57077"/>
                    <a:pt x="41673" y="53581"/>
                    <a:pt x="41521" y="49478"/>
                  </a:cubicBezTo>
                  <a:cubicBezTo>
                    <a:pt x="41369" y="44554"/>
                    <a:pt x="44895" y="40298"/>
                    <a:pt x="45959" y="35496"/>
                  </a:cubicBezTo>
                  <a:cubicBezTo>
                    <a:pt x="46871" y="31332"/>
                    <a:pt x="45838" y="27016"/>
                    <a:pt x="44683" y="22943"/>
                  </a:cubicBezTo>
                  <a:cubicBezTo>
                    <a:pt x="43831" y="19994"/>
                    <a:pt x="42616" y="16711"/>
                    <a:pt x="39789" y="15496"/>
                  </a:cubicBezTo>
                  <a:cubicBezTo>
                    <a:pt x="38269" y="14857"/>
                    <a:pt x="36536" y="14888"/>
                    <a:pt x="35047" y="14189"/>
                  </a:cubicBezTo>
                  <a:cubicBezTo>
                    <a:pt x="31187" y="12304"/>
                    <a:pt x="31096" y="6347"/>
                    <a:pt x="27479" y="4006"/>
                  </a:cubicBezTo>
                  <a:cubicBezTo>
                    <a:pt x="26384" y="3337"/>
                    <a:pt x="25138" y="3033"/>
                    <a:pt x="23892" y="2760"/>
                  </a:cubicBezTo>
                  <a:cubicBezTo>
                    <a:pt x="20913" y="2118"/>
                    <a:pt x="15938" y="1"/>
                    <a:pt x="12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10" name="Google Shape;6410;p40"/>
            <p:cNvGrpSpPr/>
            <p:nvPr/>
          </p:nvGrpSpPr>
          <p:grpSpPr>
            <a:xfrm rot="10800000">
              <a:off x="7360116" y="-66445"/>
              <a:ext cx="1580445" cy="807500"/>
              <a:chOff x="1041325" y="3967675"/>
              <a:chExt cx="974200" cy="497750"/>
            </a:xfrm>
          </p:grpSpPr>
          <p:sp>
            <p:nvSpPr>
              <p:cNvPr id="6411" name="Google Shape;6411;p40"/>
              <p:cNvSpPr/>
              <p:nvPr/>
            </p:nvSpPr>
            <p:spPr>
              <a:xfrm>
                <a:off x="1901525" y="4241225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95" y="1"/>
                    </a:moveTo>
                    <a:cubicBezTo>
                      <a:pt x="0" y="1"/>
                      <a:pt x="0" y="578"/>
                      <a:pt x="395" y="578"/>
                    </a:cubicBezTo>
                    <a:cubicBezTo>
                      <a:pt x="760" y="578"/>
                      <a:pt x="760" y="1"/>
                      <a:pt x="3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2" name="Google Shape;6412;p40"/>
              <p:cNvSpPr/>
              <p:nvPr/>
            </p:nvSpPr>
            <p:spPr>
              <a:xfrm>
                <a:off x="1801975" y="4314175"/>
                <a:ext cx="41050" cy="39850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1594" extrusionOk="0">
                    <a:moveTo>
                      <a:pt x="669" y="1"/>
                    </a:moveTo>
                    <a:cubicBezTo>
                      <a:pt x="517" y="1"/>
                      <a:pt x="335" y="62"/>
                      <a:pt x="213" y="183"/>
                    </a:cubicBezTo>
                    <a:cubicBezTo>
                      <a:pt x="92" y="305"/>
                      <a:pt x="0" y="487"/>
                      <a:pt x="31" y="639"/>
                    </a:cubicBezTo>
                    <a:lnTo>
                      <a:pt x="61" y="822"/>
                    </a:lnTo>
                    <a:cubicBezTo>
                      <a:pt x="92" y="943"/>
                      <a:pt x="122" y="1034"/>
                      <a:pt x="213" y="1125"/>
                    </a:cubicBezTo>
                    <a:cubicBezTo>
                      <a:pt x="277" y="1190"/>
                      <a:pt x="357" y="1239"/>
                      <a:pt x="441" y="1273"/>
                    </a:cubicBezTo>
                    <a:lnTo>
                      <a:pt x="441" y="1273"/>
                    </a:lnTo>
                    <a:cubicBezTo>
                      <a:pt x="474" y="1295"/>
                      <a:pt x="495" y="1317"/>
                      <a:pt x="517" y="1338"/>
                    </a:cubicBezTo>
                    <a:cubicBezTo>
                      <a:pt x="568" y="1372"/>
                      <a:pt x="619" y="1397"/>
                      <a:pt x="670" y="1417"/>
                    </a:cubicBezTo>
                    <a:lnTo>
                      <a:pt x="670" y="1417"/>
                    </a:lnTo>
                    <a:cubicBezTo>
                      <a:pt x="720" y="1449"/>
                      <a:pt x="771" y="1495"/>
                      <a:pt x="821" y="1521"/>
                    </a:cubicBezTo>
                    <a:cubicBezTo>
                      <a:pt x="894" y="1569"/>
                      <a:pt x="986" y="1594"/>
                      <a:pt x="1081" y="1594"/>
                    </a:cubicBezTo>
                    <a:cubicBezTo>
                      <a:pt x="1222" y="1594"/>
                      <a:pt x="1368" y="1539"/>
                      <a:pt x="1459" y="1429"/>
                    </a:cubicBezTo>
                    <a:cubicBezTo>
                      <a:pt x="1520" y="1369"/>
                      <a:pt x="1581" y="1277"/>
                      <a:pt x="1611" y="1217"/>
                    </a:cubicBezTo>
                    <a:cubicBezTo>
                      <a:pt x="1642" y="1095"/>
                      <a:pt x="1611" y="882"/>
                      <a:pt x="1551" y="791"/>
                    </a:cubicBezTo>
                    <a:cubicBezTo>
                      <a:pt x="1525" y="741"/>
                      <a:pt x="1479" y="690"/>
                      <a:pt x="1447" y="640"/>
                    </a:cubicBezTo>
                    <a:lnTo>
                      <a:pt x="1447" y="640"/>
                    </a:lnTo>
                    <a:cubicBezTo>
                      <a:pt x="1427" y="589"/>
                      <a:pt x="1402" y="538"/>
                      <a:pt x="1368" y="487"/>
                    </a:cubicBezTo>
                    <a:cubicBezTo>
                      <a:pt x="1346" y="465"/>
                      <a:pt x="1325" y="444"/>
                      <a:pt x="1303" y="411"/>
                    </a:cubicBezTo>
                    <a:lnTo>
                      <a:pt x="1303" y="411"/>
                    </a:lnTo>
                    <a:cubicBezTo>
                      <a:pt x="1269" y="327"/>
                      <a:pt x="1220" y="248"/>
                      <a:pt x="1155" y="183"/>
                    </a:cubicBezTo>
                    <a:cubicBezTo>
                      <a:pt x="1003" y="62"/>
                      <a:pt x="882" y="1"/>
                      <a:pt x="6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3" name="Google Shape;6413;p40"/>
              <p:cNvSpPr/>
              <p:nvPr/>
            </p:nvSpPr>
            <p:spPr>
              <a:xfrm>
                <a:off x="1731300" y="4183425"/>
                <a:ext cx="38775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098" extrusionOk="0">
                    <a:moveTo>
                      <a:pt x="654" y="0"/>
                    </a:moveTo>
                    <a:cubicBezTo>
                      <a:pt x="553" y="0"/>
                      <a:pt x="459" y="26"/>
                      <a:pt x="365" y="64"/>
                    </a:cubicBezTo>
                    <a:cubicBezTo>
                      <a:pt x="1" y="246"/>
                      <a:pt x="1" y="854"/>
                      <a:pt x="365" y="1006"/>
                    </a:cubicBezTo>
                    <a:cubicBezTo>
                      <a:pt x="473" y="1049"/>
                      <a:pt x="580" y="1092"/>
                      <a:pt x="698" y="1092"/>
                    </a:cubicBezTo>
                    <a:cubicBezTo>
                      <a:pt x="709" y="1092"/>
                      <a:pt x="720" y="1091"/>
                      <a:pt x="731" y="1091"/>
                    </a:cubicBezTo>
                    <a:lnTo>
                      <a:pt x="731" y="1091"/>
                    </a:lnTo>
                    <a:lnTo>
                      <a:pt x="700" y="1097"/>
                    </a:lnTo>
                    <a:lnTo>
                      <a:pt x="700" y="1097"/>
                    </a:lnTo>
                    <a:lnTo>
                      <a:pt x="737" y="1090"/>
                    </a:lnTo>
                    <a:lnTo>
                      <a:pt x="737" y="1090"/>
                    </a:lnTo>
                    <a:cubicBezTo>
                      <a:pt x="767" y="1088"/>
                      <a:pt x="798" y="1082"/>
                      <a:pt x="830" y="1073"/>
                    </a:cubicBezTo>
                    <a:lnTo>
                      <a:pt x="830" y="1073"/>
                    </a:lnTo>
                    <a:lnTo>
                      <a:pt x="1034" y="1036"/>
                    </a:lnTo>
                    <a:cubicBezTo>
                      <a:pt x="1186" y="1036"/>
                      <a:pt x="1308" y="1006"/>
                      <a:pt x="1399" y="915"/>
                    </a:cubicBezTo>
                    <a:cubicBezTo>
                      <a:pt x="1490" y="823"/>
                      <a:pt x="1551" y="671"/>
                      <a:pt x="1551" y="550"/>
                    </a:cubicBezTo>
                    <a:cubicBezTo>
                      <a:pt x="1551" y="428"/>
                      <a:pt x="1490" y="276"/>
                      <a:pt x="1399" y="185"/>
                    </a:cubicBezTo>
                    <a:cubicBezTo>
                      <a:pt x="1308" y="94"/>
                      <a:pt x="1186" y="64"/>
                      <a:pt x="1034" y="33"/>
                    </a:cubicBezTo>
                    <a:lnTo>
                      <a:pt x="742" y="7"/>
                    </a:lnTo>
                    <a:lnTo>
                      <a:pt x="742" y="7"/>
                    </a:lnTo>
                    <a:cubicBezTo>
                      <a:pt x="712" y="2"/>
                      <a:pt x="683" y="0"/>
                      <a:pt x="6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4" name="Google Shape;6414;p40"/>
              <p:cNvSpPr/>
              <p:nvPr/>
            </p:nvSpPr>
            <p:spPr>
              <a:xfrm>
                <a:off x="1722175" y="4257200"/>
                <a:ext cx="28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913" extrusionOk="0">
                    <a:moveTo>
                      <a:pt x="578" y="0"/>
                    </a:moveTo>
                    <a:cubicBezTo>
                      <a:pt x="1" y="0"/>
                      <a:pt x="1" y="912"/>
                      <a:pt x="578" y="912"/>
                    </a:cubicBezTo>
                    <a:cubicBezTo>
                      <a:pt x="1156" y="912"/>
                      <a:pt x="1156" y="0"/>
                      <a:pt x="5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5" name="Google Shape;6415;p40"/>
              <p:cNvSpPr/>
              <p:nvPr/>
            </p:nvSpPr>
            <p:spPr>
              <a:xfrm>
                <a:off x="1638600" y="4324675"/>
                <a:ext cx="41050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1259" extrusionOk="0">
                    <a:moveTo>
                      <a:pt x="851" y="37"/>
                    </a:moveTo>
                    <a:cubicBezTo>
                      <a:pt x="865" y="37"/>
                      <a:pt x="879" y="38"/>
                      <a:pt x="892" y="41"/>
                    </a:cubicBezTo>
                    <a:lnTo>
                      <a:pt x="892" y="41"/>
                    </a:lnTo>
                    <a:lnTo>
                      <a:pt x="882" y="37"/>
                    </a:lnTo>
                    <a:close/>
                    <a:moveTo>
                      <a:pt x="926" y="1204"/>
                    </a:moveTo>
                    <a:lnTo>
                      <a:pt x="882" y="1222"/>
                    </a:lnTo>
                    <a:lnTo>
                      <a:pt x="730" y="1222"/>
                    </a:lnTo>
                    <a:lnTo>
                      <a:pt x="926" y="1204"/>
                    </a:lnTo>
                    <a:close/>
                    <a:moveTo>
                      <a:pt x="577" y="0"/>
                    </a:moveTo>
                    <a:cubicBezTo>
                      <a:pt x="440" y="0"/>
                      <a:pt x="292" y="83"/>
                      <a:pt x="213" y="189"/>
                    </a:cubicBezTo>
                    <a:cubicBezTo>
                      <a:pt x="91" y="280"/>
                      <a:pt x="0" y="462"/>
                      <a:pt x="0" y="645"/>
                    </a:cubicBezTo>
                    <a:cubicBezTo>
                      <a:pt x="31" y="797"/>
                      <a:pt x="61" y="979"/>
                      <a:pt x="213" y="1070"/>
                    </a:cubicBezTo>
                    <a:cubicBezTo>
                      <a:pt x="319" y="1176"/>
                      <a:pt x="447" y="1258"/>
                      <a:pt x="579" y="1258"/>
                    </a:cubicBezTo>
                    <a:cubicBezTo>
                      <a:pt x="599" y="1258"/>
                      <a:pt x="619" y="1257"/>
                      <a:pt x="639" y="1253"/>
                    </a:cubicBezTo>
                    <a:lnTo>
                      <a:pt x="851" y="1253"/>
                    </a:lnTo>
                    <a:cubicBezTo>
                      <a:pt x="885" y="1236"/>
                      <a:pt x="919" y="1219"/>
                      <a:pt x="953" y="1202"/>
                    </a:cubicBezTo>
                    <a:lnTo>
                      <a:pt x="953" y="1202"/>
                    </a:lnTo>
                    <a:lnTo>
                      <a:pt x="1064" y="1192"/>
                    </a:lnTo>
                    <a:cubicBezTo>
                      <a:pt x="1216" y="1192"/>
                      <a:pt x="1338" y="1161"/>
                      <a:pt x="1459" y="1040"/>
                    </a:cubicBezTo>
                    <a:cubicBezTo>
                      <a:pt x="1581" y="949"/>
                      <a:pt x="1642" y="766"/>
                      <a:pt x="1642" y="614"/>
                    </a:cubicBezTo>
                    <a:cubicBezTo>
                      <a:pt x="1642" y="493"/>
                      <a:pt x="1581" y="310"/>
                      <a:pt x="1459" y="219"/>
                    </a:cubicBezTo>
                    <a:cubicBezTo>
                      <a:pt x="1338" y="98"/>
                      <a:pt x="1216" y="67"/>
                      <a:pt x="1064" y="37"/>
                    </a:cubicBezTo>
                    <a:lnTo>
                      <a:pt x="1064" y="67"/>
                    </a:lnTo>
                    <a:lnTo>
                      <a:pt x="944" y="56"/>
                    </a:lnTo>
                    <a:lnTo>
                      <a:pt x="944" y="56"/>
                    </a:lnTo>
                    <a:cubicBezTo>
                      <a:pt x="927" y="50"/>
                      <a:pt x="910" y="44"/>
                      <a:pt x="892" y="41"/>
                    </a:cubicBezTo>
                    <a:lnTo>
                      <a:pt x="892" y="41"/>
                    </a:lnTo>
                    <a:lnTo>
                      <a:pt x="926" y="55"/>
                    </a:lnTo>
                    <a:lnTo>
                      <a:pt x="926" y="55"/>
                    </a:lnTo>
                    <a:lnTo>
                      <a:pt x="730" y="37"/>
                    </a:lnTo>
                    <a:lnTo>
                      <a:pt x="851" y="37"/>
                    </a:lnTo>
                    <a:cubicBezTo>
                      <a:pt x="791" y="6"/>
                      <a:pt x="730" y="6"/>
                      <a:pt x="639" y="6"/>
                    </a:cubicBezTo>
                    <a:cubicBezTo>
                      <a:pt x="619" y="2"/>
                      <a:pt x="598" y="0"/>
                      <a:pt x="5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6" name="Google Shape;6416;p40"/>
              <p:cNvSpPr/>
              <p:nvPr/>
            </p:nvSpPr>
            <p:spPr>
              <a:xfrm>
                <a:off x="1579325" y="4214650"/>
                <a:ext cx="2815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1490" extrusionOk="0">
                    <a:moveTo>
                      <a:pt x="548" y="0"/>
                    </a:moveTo>
                    <a:cubicBezTo>
                      <a:pt x="244" y="0"/>
                      <a:pt x="31" y="243"/>
                      <a:pt x="0" y="547"/>
                    </a:cubicBezTo>
                    <a:cubicBezTo>
                      <a:pt x="0" y="699"/>
                      <a:pt x="0" y="821"/>
                      <a:pt x="31" y="942"/>
                    </a:cubicBezTo>
                    <a:cubicBezTo>
                      <a:pt x="31" y="1094"/>
                      <a:pt x="61" y="1216"/>
                      <a:pt x="183" y="1307"/>
                    </a:cubicBezTo>
                    <a:cubicBezTo>
                      <a:pt x="274" y="1429"/>
                      <a:pt x="426" y="1489"/>
                      <a:pt x="548" y="1489"/>
                    </a:cubicBezTo>
                    <a:cubicBezTo>
                      <a:pt x="882" y="1459"/>
                      <a:pt x="1064" y="1246"/>
                      <a:pt x="1095" y="942"/>
                    </a:cubicBezTo>
                    <a:cubicBezTo>
                      <a:pt x="1095" y="821"/>
                      <a:pt x="1125" y="669"/>
                      <a:pt x="1125" y="547"/>
                    </a:cubicBezTo>
                    <a:cubicBezTo>
                      <a:pt x="1095" y="395"/>
                      <a:pt x="1064" y="274"/>
                      <a:pt x="943" y="152"/>
                    </a:cubicBezTo>
                    <a:cubicBezTo>
                      <a:pt x="851" y="61"/>
                      <a:pt x="700" y="0"/>
                      <a:pt x="5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7" name="Google Shape;6417;p40"/>
              <p:cNvSpPr/>
              <p:nvPr/>
            </p:nvSpPr>
            <p:spPr>
              <a:xfrm>
                <a:off x="1644675" y="4281500"/>
                <a:ext cx="205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0" extrusionOk="0">
                    <a:moveTo>
                      <a:pt x="396" y="1"/>
                    </a:moveTo>
                    <a:cubicBezTo>
                      <a:pt x="0" y="1"/>
                      <a:pt x="0" y="639"/>
                      <a:pt x="396" y="639"/>
                    </a:cubicBezTo>
                    <a:cubicBezTo>
                      <a:pt x="821" y="639"/>
                      <a:pt x="821" y="1"/>
                      <a:pt x="3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8" name="Google Shape;6418;p40"/>
              <p:cNvSpPr/>
              <p:nvPr/>
            </p:nvSpPr>
            <p:spPr>
              <a:xfrm>
                <a:off x="1647725" y="4152325"/>
                <a:ext cx="34975" cy="27375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095" extrusionOk="0">
                    <a:moveTo>
                      <a:pt x="699" y="1"/>
                    </a:moveTo>
                    <a:cubicBezTo>
                      <a:pt x="0" y="1"/>
                      <a:pt x="0" y="1095"/>
                      <a:pt x="699" y="1095"/>
                    </a:cubicBezTo>
                    <a:cubicBezTo>
                      <a:pt x="1398" y="1095"/>
                      <a:pt x="1398" y="1"/>
                      <a:pt x="6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9" name="Google Shape;6419;p40"/>
              <p:cNvSpPr/>
              <p:nvPr/>
            </p:nvSpPr>
            <p:spPr>
              <a:xfrm>
                <a:off x="1537525" y="4326900"/>
                <a:ext cx="29675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498" extrusionOk="0">
                    <a:moveTo>
                      <a:pt x="593" y="1"/>
                    </a:moveTo>
                    <a:cubicBezTo>
                      <a:pt x="457" y="1"/>
                      <a:pt x="320" y="54"/>
                      <a:pt x="213" y="161"/>
                    </a:cubicBezTo>
                    <a:lnTo>
                      <a:pt x="183" y="161"/>
                    </a:lnTo>
                    <a:cubicBezTo>
                      <a:pt x="31" y="313"/>
                      <a:pt x="1" y="525"/>
                      <a:pt x="31" y="738"/>
                    </a:cubicBezTo>
                    <a:lnTo>
                      <a:pt x="31" y="616"/>
                    </a:lnTo>
                    <a:lnTo>
                      <a:pt x="61" y="951"/>
                    </a:lnTo>
                    <a:cubicBezTo>
                      <a:pt x="61" y="1103"/>
                      <a:pt x="122" y="1224"/>
                      <a:pt x="213" y="1346"/>
                    </a:cubicBezTo>
                    <a:cubicBezTo>
                      <a:pt x="305" y="1437"/>
                      <a:pt x="457" y="1498"/>
                      <a:pt x="609" y="1498"/>
                    </a:cubicBezTo>
                    <a:cubicBezTo>
                      <a:pt x="730" y="1498"/>
                      <a:pt x="882" y="1437"/>
                      <a:pt x="973" y="1346"/>
                    </a:cubicBezTo>
                    <a:cubicBezTo>
                      <a:pt x="1065" y="1224"/>
                      <a:pt x="1125" y="1103"/>
                      <a:pt x="1125" y="951"/>
                    </a:cubicBezTo>
                    <a:lnTo>
                      <a:pt x="1144" y="750"/>
                    </a:lnTo>
                    <a:lnTo>
                      <a:pt x="1144" y="750"/>
                    </a:lnTo>
                    <a:lnTo>
                      <a:pt x="1156" y="738"/>
                    </a:lnTo>
                    <a:cubicBezTo>
                      <a:pt x="1186" y="556"/>
                      <a:pt x="1156" y="313"/>
                      <a:pt x="1004" y="161"/>
                    </a:cubicBezTo>
                    <a:lnTo>
                      <a:pt x="973" y="161"/>
                    </a:lnTo>
                    <a:cubicBezTo>
                      <a:pt x="867" y="54"/>
                      <a:pt x="730" y="1"/>
                      <a:pt x="5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0" name="Google Shape;6420;p40"/>
              <p:cNvSpPr/>
              <p:nvPr/>
            </p:nvSpPr>
            <p:spPr>
              <a:xfrm>
                <a:off x="1704700" y="4362050"/>
                <a:ext cx="228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31" extrusionOk="0">
                    <a:moveTo>
                      <a:pt x="457" y="1"/>
                    </a:moveTo>
                    <a:cubicBezTo>
                      <a:pt x="1" y="1"/>
                      <a:pt x="1" y="730"/>
                      <a:pt x="457" y="730"/>
                    </a:cubicBezTo>
                    <a:cubicBezTo>
                      <a:pt x="913" y="730"/>
                      <a:pt x="913" y="1"/>
                      <a:pt x="4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1" name="Google Shape;6421;p40"/>
              <p:cNvSpPr/>
              <p:nvPr/>
            </p:nvSpPr>
            <p:spPr>
              <a:xfrm>
                <a:off x="1862000" y="4406125"/>
                <a:ext cx="167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18" extrusionOk="0">
                    <a:moveTo>
                      <a:pt x="335" y="1"/>
                    </a:moveTo>
                    <a:cubicBezTo>
                      <a:pt x="1" y="1"/>
                      <a:pt x="1" y="517"/>
                      <a:pt x="335" y="517"/>
                    </a:cubicBezTo>
                    <a:cubicBezTo>
                      <a:pt x="669" y="517"/>
                      <a:pt x="669" y="1"/>
                      <a:pt x="3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2" name="Google Shape;6422;p40"/>
              <p:cNvSpPr/>
              <p:nvPr/>
            </p:nvSpPr>
            <p:spPr>
              <a:xfrm>
                <a:off x="1889350" y="4228700"/>
                <a:ext cx="2360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234" extrusionOk="0">
                    <a:moveTo>
                      <a:pt x="472" y="0"/>
                    </a:moveTo>
                    <a:cubicBezTo>
                      <a:pt x="312" y="0"/>
                      <a:pt x="153" y="76"/>
                      <a:pt x="92" y="228"/>
                    </a:cubicBezTo>
                    <a:cubicBezTo>
                      <a:pt x="31" y="289"/>
                      <a:pt x="31" y="380"/>
                      <a:pt x="1" y="471"/>
                    </a:cubicBezTo>
                    <a:cubicBezTo>
                      <a:pt x="1" y="502"/>
                      <a:pt x="1" y="532"/>
                      <a:pt x="1" y="593"/>
                    </a:cubicBezTo>
                    <a:cubicBezTo>
                      <a:pt x="1" y="654"/>
                      <a:pt x="1" y="715"/>
                      <a:pt x="1" y="775"/>
                    </a:cubicBezTo>
                    <a:cubicBezTo>
                      <a:pt x="30" y="1005"/>
                      <a:pt x="193" y="1234"/>
                      <a:pt x="441" y="1234"/>
                    </a:cubicBezTo>
                    <a:cubicBezTo>
                      <a:pt x="456" y="1234"/>
                      <a:pt x="472" y="1233"/>
                      <a:pt x="487" y="1231"/>
                    </a:cubicBezTo>
                    <a:cubicBezTo>
                      <a:pt x="730" y="1231"/>
                      <a:pt x="913" y="1049"/>
                      <a:pt x="943" y="775"/>
                    </a:cubicBezTo>
                    <a:lnTo>
                      <a:pt x="913" y="775"/>
                    </a:lnTo>
                    <a:cubicBezTo>
                      <a:pt x="913" y="715"/>
                      <a:pt x="943" y="654"/>
                      <a:pt x="943" y="593"/>
                    </a:cubicBezTo>
                    <a:cubicBezTo>
                      <a:pt x="943" y="563"/>
                      <a:pt x="943" y="502"/>
                      <a:pt x="913" y="471"/>
                    </a:cubicBezTo>
                    <a:cubicBezTo>
                      <a:pt x="913" y="380"/>
                      <a:pt x="882" y="319"/>
                      <a:pt x="852" y="228"/>
                    </a:cubicBezTo>
                    <a:cubicBezTo>
                      <a:pt x="791" y="76"/>
                      <a:pt x="632" y="0"/>
                      <a:pt x="4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3" name="Google Shape;6423;p40"/>
              <p:cNvSpPr/>
              <p:nvPr/>
            </p:nvSpPr>
            <p:spPr>
              <a:xfrm>
                <a:off x="1948625" y="4338500"/>
                <a:ext cx="27375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399" extrusionOk="0">
                    <a:moveTo>
                      <a:pt x="548" y="0"/>
                    </a:moveTo>
                    <a:cubicBezTo>
                      <a:pt x="335" y="31"/>
                      <a:pt x="122" y="183"/>
                      <a:pt x="62" y="396"/>
                    </a:cubicBezTo>
                    <a:cubicBezTo>
                      <a:pt x="1" y="548"/>
                      <a:pt x="31" y="730"/>
                      <a:pt x="62" y="912"/>
                    </a:cubicBezTo>
                    <a:cubicBezTo>
                      <a:pt x="62" y="1034"/>
                      <a:pt x="92" y="1156"/>
                      <a:pt x="214" y="1277"/>
                    </a:cubicBezTo>
                    <a:cubicBezTo>
                      <a:pt x="305" y="1338"/>
                      <a:pt x="426" y="1399"/>
                      <a:pt x="548" y="1399"/>
                    </a:cubicBezTo>
                    <a:cubicBezTo>
                      <a:pt x="852" y="1399"/>
                      <a:pt x="1034" y="1186"/>
                      <a:pt x="1065" y="912"/>
                    </a:cubicBezTo>
                    <a:cubicBezTo>
                      <a:pt x="1065" y="730"/>
                      <a:pt x="1095" y="548"/>
                      <a:pt x="1065" y="396"/>
                    </a:cubicBezTo>
                    <a:cubicBezTo>
                      <a:pt x="973" y="183"/>
                      <a:pt x="791" y="0"/>
                      <a:pt x="5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4" name="Google Shape;6424;p40"/>
              <p:cNvSpPr/>
              <p:nvPr/>
            </p:nvSpPr>
            <p:spPr>
              <a:xfrm>
                <a:off x="1886325" y="4441850"/>
                <a:ext cx="29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943" extrusionOk="0">
                    <a:moveTo>
                      <a:pt x="578" y="0"/>
                    </a:moveTo>
                    <a:cubicBezTo>
                      <a:pt x="0" y="0"/>
                      <a:pt x="0" y="943"/>
                      <a:pt x="578" y="943"/>
                    </a:cubicBezTo>
                    <a:cubicBezTo>
                      <a:pt x="1186" y="943"/>
                      <a:pt x="1186" y="0"/>
                      <a:pt x="5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5" name="Google Shape;6425;p40"/>
              <p:cNvSpPr/>
              <p:nvPr/>
            </p:nvSpPr>
            <p:spPr>
              <a:xfrm>
                <a:off x="1745750" y="4380475"/>
                <a:ext cx="2510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898" extrusionOk="0">
                    <a:moveTo>
                      <a:pt x="559" y="1"/>
                    </a:moveTo>
                    <a:cubicBezTo>
                      <a:pt x="517" y="1"/>
                      <a:pt x="471" y="8"/>
                      <a:pt x="426" y="24"/>
                    </a:cubicBezTo>
                    <a:lnTo>
                      <a:pt x="334" y="54"/>
                    </a:lnTo>
                    <a:cubicBezTo>
                      <a:pt x="243" y="84"/>
                      <a:pt x="182" y="115"/>
                      <a:pt x="122" y="145"/>
                    </a:cubicBezTo>
                    <a:cubicBezTo>
                      <a:pt x="91" y="206"/>
                      <a:pt x="61" y="267"/>
                      <a:pt x="30" y="358"/>
                    </a:cubicBezTo>
                    <a:cubicBezTo>
                      <a:pt x="0" y="449"/>
                      <a:pt x="0" y="449"/>
                      <a:pt x="30" y="571"/>
                    </a:cubicBezTo>
                    <a:cubicBezTo>
                      <a:pt x="61" y="632"/>
                      <a:pt x="91" y="692"/>
                      <a:pt x="122" y="753"/>
                    </a:cubicBezTo>
                    <a:cubicBezTo>
                      <a:pt x="182" y="814"/>
                      <a:pt x="243" y="844"/>
                      <a:pt x="334" y="844"/>
                    </a:cubicBezTo>
                    <a:lnTo>
                      <a:pt x="426" y="875"/>
                    </a:lnTo>
                    <a:cubicBezTo>
                      <a:pt x="471" y="890"/>
                      <a:pt x="517" y="898"/>
                      <a:pt x="559" y="898"/>
                    </a:cubicBezTo>
                    <a:cubicBezTo>
                      <a:pt x="600" y="898"/>
                      <a:pt x="638" y="890"/>
                      <a:pt x="669" y="875"/>
                    </a:cubicBezTo>
                    <a:cubicBezTo>
                      <a:pt x="760" y="844"/>
                      <a:pt x="821" y="814"/>
                      <a:pt x="882" y="753"/>
                    </a:cubicBezTo>
                    <a:cubicBezTo>
                      <a:pt x="942" y="692"/>
                      <a:pt x="1003" y="571"/>
                      <a:pt x="1003" y="449"/>
                    </a:cubicBezTo>
                    <a:cubicBezTo>
                      <a:pt x="1003" y="328"/>
                      <a:pt x="942" y="206"/>
                      <a:pt x="882" y="145"/>
                    </a:cubicBezTo>
                    <a:cubicBezTo>
                      <a:pt x="821" y="84"/>
                      <a:pt x="760" y="54"/>
                      <a:pt x="669" y="24"/>
                    </a:cubicBezTo>
                    <a:cubicBezTo>
                      <a:pt x="638" y="8"/>
                      <a:pt x="600" y="1"/>
                      <a:pt x="5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6" name="Google Shape;6426;p40"/>
              <p:cNvSpPr/>
              <p:nvPr/>
            </p:nvSpPr>
            <p:spPr>
              <a:xfrm>
                <a:off x="1786775" y="4239725"/>
                <a:ext cx="28150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852" extrusionOk="0">
                    <a:moveTo>
                      <a:pt x="548" y="0"/>
                    </a:moveTo>
                    <a:cubicBezTo>
                      <a:pt x="0" y="0"/>
                      <a:pt x="0" y="851"/>
                      <a:pt x="548" y="851"/>
                    </a:cubicBezTo>
                    <a:cubicBezTo>
                      <a:pt x="1125" y="851"/>
                      <a:pt x="1125" y="0"/>
                      <a:pt x="5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7" name="Google Shape;6427;p40"/>
              <p:cNvSpPr/>
              <p:nvPr/>
            </p:nvSpPr>
            <p:spPr>
              <a:xfrm>
                <a:off x="1842250" y="4155375"/>
                <a:ext cx="26625" cy="26600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64" extrusionOk="0">
                    <a:moveTo>
                      <a:pt x="517" y="0"/>
                    </a:moveTo>
                    <a:cubicBezTo>
                      <a:pt x="395" y="0"/>
                      <a:pt x="243" y="61"/>
                      <a:pt x="152" y="152"/>
                    </a:cubicBezTo>
                    <a:cubicBezTo>
                      <a:pt x="92" y="213"/>
                      <a:pt x="61" y="243"/>
                      <a:pt x="31" y="335"/>
                    </a:cubicBezTo>
                    <a:cubicBezTo>
                      <a:pt x="0" y="395"/>
                      <a:pt x="0" y="456"/>
                      <a:pt x="0" y="517"/>
                    </a:cubicBezTo>
                    <a:cubicBezTo>
                      <a:pt x="0" y="669"/>
                      <a:pt x="61" y="790"/>
                      <a:pt x="152" y="882"/>
                    </a:cubicBezTo>
                    <a:cubicBezTo>
                      <a:pt x="274" y="1003"/>
                      <a:pt x="395" y="1064"/>
                      <a:pt x="517" y="1064"/>
                    </a:cubicBezTo>
                    <a:cubicBezTo>
                      <a:pt x="669" y="1064"/>
                      <a:pt x="791" y="1003"/>
                      <a:pt x="882" y="882"/>
                    </a:cubicBezTo>
                    <a:cubicBezTo>
                      <a:pt x="943" y="851"/>
                      <a:pt x="973" y="790"/>
                      <a:pt x="1003" y="730"/>
                    </a:cubicBezTo>
                    <a:cubicBezTo>
                      <a:pt x="1034" y="669"/>
                      <a:pt x="1064" y="608"/>
                      <a:pt x="1064" y="517"/>
                    </a:cubicBezTo>
                    <a:cubicBezTo>
                      <a:pt x="1034" y="395"/>
                      <a:pt x="1003" y="243"/>
                      <a:pt x="882" y="152"/>
                    </a:cubicBezTo>
                    <a:cubicBezTo>
                      <a:pt x="791" y="61"/>
                      <a:pt x="669" y="0"/>
                      <a:pt x="5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8" name="Google Shape;6428;p40"/>
              <p:cNvSpPr/>
              <p:nvPr/>
            </p:nvSpPr>
            <p:spPr>
              <a:xfrm>
                <a:off x="1740425" y="4040625"/>
                <a:ext cx="4790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490" extrusionOk="0">
                    <a:moveTo>
                      <a:pt x="943" y="0"/>
                    </a:moveTo>
                    <a:cubicBezTo>
                      <a:pt x="0" y="0"/>
                      <a:pt x="0" y="1490"/>
                      <a:pt x="943" y="1490"/>
                    </a:cubicBezTo>
                    <a:cubicBezTo>
                      <a:pt x="1915" y="1490"/>
                      <a:pt x="1915" y="0"/>
                      <a:pt x="9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9" name="Google Shape;6429;p40"/>
              <p:cNvSpPr/>
              <p:nvPr/>
            </p:nvSpPr>
            <p:spPr>
              <a:xfrm>
                <a:off x="1673550" y="4226800"/>
                <a:ext cx="258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1" extrusionOk="0">
                    <a:moveTo>
                      <a:pt x="517" y="0"/>
                    </a:moveTo>
                    <a:cubicBezTo>
                      <a:pt x="0" y="0"/>
                      <a:pt x="0" y="791"/>
                      <a:pt x="517" y="791"/>
                    </a:cubicBezTo>
                    <a:cubicBezTo>
                      <a:pt x="1034" y="79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0" name="Google Shape;6430;p40"/>
              <p:cNvSpPr/>
              <p:nvPr/>
            </p:nvSpPr>
            <p:spPr>
              <a:xfrm>
                <a:off x="1740425" y="4324825"/>
                <a:ext cx="20525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1" h="639" extrusionOk="0">
                    <a:moveTo>
                      <a:pt x="395" y="0"/>
                    </a:moveTo>
                    <a:cubicBezTo>
                      <a:pt x="0" y="0"/>
                      <a:pt x="0" y="639"/>
                      <a:pt x="395" y="639"/>
                    </a:cubicBezTo>
                    <a:cubicBezTo>
                      <a:pt x="821" y="639"/>
                      <a:pt x="821" y="0"/>
                      <a:pt x="3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1" name="Google Shape;6431;p40"/>
              <p:cNvSpPr/>
              <p:nvPr/>
            </p:nvSpPr>
            <p:spPr>
              <a:xfrm>
                <a:off x="1908350" y="4286150"/>
                <a:ext cx="20550" cy="199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96" extrusionOk="0">
                    <a:moveTo>
                      <a:pt x="409" y="0"/>
                    </a:moveTo>
                    <a:cubicBezTo>
                      <a:pt x="345" y="0"/>
                      <a:pt x="285" y="17"/>
                      <a:pt x="244" y="58"/>
                    </a:cubicBezTo>
                    <a:cubicBezTo>
                      <a:pt x="214" y="88"/>
                      <a:pt x="214" y="88"/>
                      <a:pt x="183" y="88"/>
                    </a:cubicBezTo>
                    <a:cubicBezTo>
                      <a:pt x="122" y="119"/>
                      <a:pt x="92" y="180"/>
                      <a:pt x="62" y="240"/>
                    </a:cubicBezTo>
                    <a:cubicBezTo>
                      <a:pt x="31" y="271"/>
                      <a:pt x="1" y="332"/>
                      <a:pt x="1" y="392"/>
                    </a:cubicBezTo>
                    <a:cubicBezTo>
                      <a:pt x="1" y="453"/>
                      <a:pt x="31" y="514"/>
                      <a:pt x="62" y="575"/>
                    </a:cubicBezTo>
                    <a:cubicBezTo>
                      <a:pt x="92" y="635"/>
                      <a:pt x="122" y="666"/>
                      <a:pt x="183" y="696"/>
                    </a:cubicBezTo>
                    <a:cubicBezTo>
                      <a:pt x="183" y="727"/>
                      <a:pt x="214" y="727"/>
                      <a:pt x="244" y="727"/>
                    </a:cubicBezTo>
                    <a:cubicBezTo>
                      <a:pt x="305" y="772"/>
                      <a:pt x="373" y="795"/>
                      <a:pt x="441" y="795"/>
                    </a:cubicBezTo>
                    <a:cubicBezTo>
                      <a:pt x="510" y="795"/>
                      <a:pt x="578" y="772"/>
                      <a:pt x="639" y="727"/>
                    </a:cubicBezTo>
                    <a:cubicBezTo>
                      <a:pt x="761" y="666"/>
                      <a:pt x="821" y="544"/>
                      <a:pt x="821" y="392"/>
                    </a:cubicBezTo>
                    <a:cubicBezTo>
                      <a:pt x="821" y="271"/>
                      <a:pt x="761" y="119"/>
                      <a:pt x="639" y="58"/>
                    </a:cubicBezTo>
                    <a:cubicBezTo>
                      <a:pt x="572" y="25"/>
                      <a:pt x="487" y="0"/>
                      <a:pt x="4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2" name="Google Shape;6432;p40"/>
              <p:cNvSpPr/>
              <p:nvPr/>
            </p:nvSpPr>
            <p:spPr>
              <a:xfrm>
                <a:off x="1878725" y="4359025"/>
                <a:ext cx="2585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21" extrusionOk="0">
                    <a:moveTo>
                      <a:pt x="517" y="0"/>
                    </a:moveTo>
                    <a:cubicBezTo>
                      <a:pt x="0" y="0"/>
                      <a:pt x="0" y="821"/>
                      <a:pt x="517" y="821"/>
                    </a:cubicBezTo>
                    <a:cubicBezTo>
                      <a:pt x="1034" y="82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3" name="Google Shape;6433;p40"/>
              <p:cNvSpPr/>
              <p:nvPr/>
            </p:nvSpPr>
            <p:spPr>
              <a:xfrm>
                <a:off x="1822500" y="435672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0" y="609"/>
                      <a:pt x="790" y="1"/>
                      <a:pt x="3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4" name="Google Shape;6434;p40"/>
              <p:cNvSpPr/>
              <p:nvPr/>
            </p:nvSpPr>
            <p:spPr>
              <a:xfrm>
                <a:off x="1796650" y="4400050"/>
                <a:ext cx="2587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822" extrusionOk="0">
                    <a:moveTo>
                      <a:pt x="517" y="1"/>
                    </a:moveTo>
                    <a:cubicBezTo>
                      <a:pt x="1" y="1"/>
                      <a:pt x="1" y="821"/>
                      <a:pt x="517" y="821"/>
                    </a:cubicBezTo>
                    <a:cubicBezTo>
                      <a:pt x="1034" y="821"/>
                      <a:pt x="1034" y="1"/>
                      <a:pt x="5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5" name="Google Shape;6435;p40"/>
              <p:cNvSpPr/>
              <p:nvPr/>
            </p:nvSpPr>
            <p:spPr>
              <a:xfrm>
                <a:off x="1703175" y="4423600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44" y="1"/>
                    </a:moveTo>
                    <a:cubicBezTo>
                      <a:pt x="1" y="1"/>
                      <a:pt x="1" y="396"/>
                      <a:pt x="244" y="396"/>
                    </a:cubicBezTo>
                    <a:cubicBezTo>
                      <a:pt x="518" y="396"/>
                      <a:pt x="518" y="1"/>
                      <a:pt x="2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6" name="Google Shape;6436;p40"/>
              <p:cNvSpPr/>
              <p:nvPr/>
            </p:nvSpPr>
            <p:spPr>
              <a:xfrm>
                <a:off x="1645425" y="4391700"/>
                <a:ext cx="1902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730" extrusionOk="0">
                    <a:moveTo>
                      <a:pt x="366" y="0"/>
                    </a:moveTo>
                    <a:cubicBezTo>
                      <a:pt x="274" y="0"/>
                      <a:pt x="183" y="61"/>
                      <a:pt x="122" y="122"/>
                    </a:cubicBezTo>
                    <a:cubicBezTo>
                      <a:pt x="31" y="183"/>
                      <a:pt x="1" y="274"/>
                      <a:pt x="1" y="365"/>
                    </a:cubicBezTo>
                    <a:cubicBezTo>
                      <a:pt x="1" y="456"/>
                      <a:pt x="31" y="578"/>
                      <a:pt x="122" y="638"/>
                    </a:cubicBezTo>
                    <a:cubicBezTo>
                      <a:pt x="183" y="699"/>
                      <a:pt x="274" y="730"/>
                      <a:pt x="366" y="730"/>
                    </a:cubicBezTo>
                    <a:cubicBezTo>
                      <a:pt x="457" y="730"/>
                      <a:pt x="578" y="699"/>
                      <a:pt x="639" y="638"/>
                    </a:cubicBezTo>
                    <a:cubicBezTo>
                      <a:pt x="700" y="578"/>
                      <a:pt x="761" y="456"/>
                      <a:pt x="730" y="365"/>
                    </a:cubicBezTo>
                    <a:cubicBezTo>
                      <a:pt x="730" y="274"/>
                      <a:pt x="700" y="183"/>
                      <a:pt x="639" y="122"/>
                    </a:cubicBezTo>
                    <a:cubicBezTo>
                      <a:pt x="548" y="31"/>
                      <a:pt x="487" y="0"/>
                      <a:pt x="36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7" name="Google Shape;6437;p40"/>
              <p:cNvSpPr/>
              <p:nvPr/>
            </p:nvSpPr>
            <p:spPr>
              <a:xfrm>
                <a:off x="1563375" y="4405375"/>
                <a:ext cx="19000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730" extrusionOk="0">
                    <a:moveTo>
                      <a:pt x="365" y="0"/>
                    </a:moveTo>
                    <a:cubicBezTo>
                      <a:pt x="274" y="0"/>
                      <a:pt x="182" y="61"/>
                      <a:pt x="122" y="122"/>
                    </a:cubicBezTo>
                    <a:cubicBezTo>
                      <a:pt x="31" y="183"/>
                      <a:pt x="0" y="274"/>
                      <a:pt x="0" y="365"/>
                    </a:cubicBezTo>
                    <a:cubicBezTo>
                      <a:pt x="0" y="456"/>
                      <a:pt x="31" y="578"/>
                      <a:pt x="122" y="639"/>
                    </a:cubicBezTo>
                    <a:cubicBezTo>
                      <a:pt x="182" y="699"/>
                      <a:pt x="274" y="730"/>
                      <a:pt x="365" y="730"/>
                    </a:cubicBezTo>
                    <a:cubicBezTo>
                      <a:pt x="456" y="730"/>
                      <a:pt x="578" y="699"/>
                      <a:pt x="638" y="639"/>
                    </a:cubicBezTo>
                    <a:cubicBezTo>
                      <a:pt x="699" y="578"/>
                      <a:pt x="760" y="456"/>
                      <a:pt x="730" y="365"/>
                    </a:cubicBezTo>
                    <a:cubicBezTo>
                      <a:pt x="730" y="274"/>
                      <a:pt x="699" y="183"/>
                      <a:pt x="638" y="122"/>
                    </a:cubicBezTo>
                    <a:cubicBezTo>
                      <a:pt x="578" y="31"/>
                      <a:pt x="486" y="0"/>
                      <a:pt x="3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8" name="Google Shape;6438;p40"/>
              <p:cNvSpPr/>
              <p:nvPr/>
            </p:nvSpPr>
            <p:spPr>
              <a:xfrm>
                <a:off x="1442550" y="4379950"/>
                <a:ext cx="27375" cy="231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927" extrusionOk="0">
                    <a:moveTo>
                      <a:pt x="608" y="1"/>
                    </a:moveTo>
                    <a:cubicBezTo>
                      <a:pt x="588" y="1"/>
                      <a:pt x="568" y="4"/>
                      <a:pt x="547" y="14"/>
                    </a:cubicBezTo>
                    <a:lnTo>
                      <a:pt x="456" y="14"/>
                    </a:lnTo>
                    <a:cubicBezTo>
                      <a:pt x="395" y="14"/>
                      <a:pt x="335" y="14"/>
                      <a:pt x="304" y="45"/>
                    </a:cubicBezTo>
                    <a:cubicBezTo>
                      <a:pt x="243" y="75"/>
                      <a:pt x="183" y="105"/>
                      <a:pt x="152" y="136"/>
                    </a:cubicBezTo>
                    <a:cubicBezTo>
                      <a:pt x="61" y="227"/>
                      <a:pt x="0" y="349"/>
                      <a:pt x="31" y="470"/>
                    </a:cubicBezTo>
                    <a:cubicBezTo>
                      <a:pt x="31" y="592"/>
                      <a:pt x="61" y="713"/>
                      <a:pt x="152" y="805"/>
                    </a:cubicBezTo>
                    <a:lnTo>
                      <a:pt x="243" y="865"/>
                    </a:lnTo>
                    <a:cubicBezTo>
                      <a:pt x="304" y="896"/>
                      <a:pt x="395" y="926"/>
                      <a:pt x="456" y="926"/>
                    </a:cubicBezTo>
                    <a:lnTo>
                      <a:pt x="730" y="926"/>
                    </a:lnTo>
                    <a:lnTo>
                      <a:pt x="851" y="865"/>
                    </a:lnTo>
                    <a:cubicBezTo>
                      <a:pt x="912" y="835"/>
                      <a:pt x="942" y="805"/>
                      <a:pt x="973" y="744"/>
                    </a:cubicBezTo>
                    <a:cubicBezTo>
                      <a:pt x="1034" y="683"/>
                      <a:pt x="1094" y="561"/>
                      <a:pt x="1064" y="470"/>
                    </a:cubicBezTo>
                    <a:cubicBezTo>
                      <a:pt x="1064" y="379"/>
                      <a:pt x="1064" y="318"/>
                      <a:pt x="1003" y="227"/>
                    </a:cubicBezTo>
                    <a:cubicBezTo>
                      <a:pt x="973" y="136"/>
                      <a:pt x="851" y="75"/>
                      <a:pt x="730" y="14"/>
                    </a:cubicBezTo>
                    <a:cubicBezTo>
                      <a:pt x="689" y="14"/>
                      <a:pt x="649" y="1"/>
                      <a:pt x="6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9" name="Google Shape;6439;p40"/>
              <p:cNvSpPr/>
              <p:nvPr/>
            </p:nvSpPr>
            <p:spPr>
              <a:xfrm>
                <a:off x="1448625" y="4254350"/>
                <a:ext cx="26625" cy="264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57" extrusionOk="0">
                    <a:moveTo>
                      <a:pt x="441" y="0"/>
                    </a:moveTo>
                    <a:cubicBezTo>
                      <a:pt x="403" y="0"/>
                      <a:pt x="365" y="8"/>
                      <a:pt x="335" y="23"/>
                    </a:cubicBezTo>
                    <a:cubicBezTo>
                      <a:pt x="274" y="53"/>
                      <a:pt x="183" y="84"/>
                      <a:pt x="152" y="114"/>
                    </a:cubicBezTo>
                    <a:cubicBezTo>
                      <a:pt x="92" y="175"/>
                      <a:pt x="61" y="236"/>
                      <a:pt x="31" y="327"/>
                    </a:cubicBezTo>
                    <a:cubicBezTo>
                      <a:pt x="0" y="388"/>
                      <a:pt x="31" y="479"/>
                      <a:pt x="31" y="540"/>
                    </a:cubicBezTo>
                    <a:cubicBezTo>
                      <a:pt x="61" y="600"/>
                      <a:pt x="61" y="661"/>
                      <a:pt x="92" y="692"/>
                    </a:cubicBezTo>
                    <a:lnTo>
                      <a:pt x="183" y="813"/>
                    </a:lnTo>
                    <a:cubicBezTo>
                      <a:pt x="244" y="874"/>
                      <a:pt x="274" y="935"/>
                      <a:pt x="365" y="965"/>
                    </a:cubicBezTo>
                    <a:cubicBezTo>
                      <a:pt x="426" y="1026"/>
                      <a:pt x="517" y="1056"/>
                      <a:pt x="578" y="1056"/>
                    </a:cubicBezTo>
                    <a:cubicBezTo>
                      <a:pt x="730" y="1056"/>
                      <a:pt x="821" y="996"/>
                      <a:pt x="912" y="904"/>
                    </a:cubicBezTo>
                    <a:cubicBezTo>
                      <a:pt x="1003" y="813"/>
                      <a:pt x="1064" y="692"/>
                      <a:pt x="1064" y="570"/>
                    </a:cubicBezTo>
                    <a:cubicBezTo>
                      <a:pt x="1064" y="479"/>
                      <a:pt x="1034" y="418"/>
                      <a:pt x="1003" y="327"/>
                    </a:cubicBezTo>
                    <a:cubicBezTo>
                      <a:pt x="943" y="266"/>
                      <a:pt x="882" y="205"/>
                      <a:pt x="821" y="175"/>
                    </a:cubicBezTo>
                    <a:lnTo>
                      <a:pt x="699" y="84"/>
                    </a:lnTo>
                    <a:cubicBezTo>
                      <a:pt x="699" y="84"/>
                      <a:pt x="669" y="53"/>
                      <a:pt x="639" y="53"/>
                    </a:cubicBezTo>
                    <a:cubicBezTo>
                      <a:pt x="608" y="23"/>
                      <a:pt x="578" y="23"/>
                      <a:pt x="547" y="23"/>
                    </a:cubicBezTo>
                    <a:cubicBezTo>
                      <a:pt x="517" y="8"/>
                      <a:pt x="479" y="0"/>
                      <a:pt x="4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0" name="Google Shape;6440;p40"/>
              <p:cNvSpPr/>
              <p:nvPr/>
            </p:nvSpPr>
            <p:spPr>
              <a:xfrm>
                <a:off x="1602875" y="4293675"/>
                <a:ext cx="30425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943" extrusionOk="0">
                    <a:moveTo>
                      <a:pt x="609" y="0"/>
                    </a:moveTo>
                    <a:cubicBezTo>
                      <a:pt x="1" y="0"/>
                      <a:pt x="1" y="942"/>
                      <a:pt x="609" y="942"/>
                    </a:cubicBezTo>
                    <a:cubicBezTo>
                      <a:pt x="1217" y="942"/>
                      <a:pt x="1217" y="0"/>
                      <a:pt x="6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1" name="Google Shape;6441;p40"/>
              <p:cNvSpPr/>
              <p:nvPr/>
            </p:nvSpPr>
            <p:spPr>
              <a:xfrm>
                <a:off x="1483575" y="4300500"/>
                <a:ext cx="228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31" extrusionOk="0">
                    <a:moveTo>
                      <a:pt x="456" y="1"/>
                    </a:moveTo>
                    <a:cubicBezTo>
                      <a:pt x="1" y="1"/>
                      <a:pt x="1" y="730"/>
                      <a:pt x="456" y="730"/>
                    </a:cubicBezTo>
                    <a:cubicBezTo>
                      <a:pt x="912" y="730"/>
                      <a:pt x="912" y="1"/>
                      <a:pt x="4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2" name="Google Shape;6442;p40"/>
              <p:cNvSpPr/>
              <p:nvPr/>
            </p:nvSpPr>
            <p:spPr>
              <a:xfrm>
                <a:off x="1498025" y="4364325"/>
                <a:ext cx="12175" cy="91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366" extrusionOk="0">
                    <a:moveTo>
                      <a:pt x="243" y="1"/>
                    </a:moveTo>
                    <a:cubicBezTo>
                      <a:pt x="0" y="1"/>
                      <a:pt x="0" y="366"/>
                      <a:pt x="243" y="366"/>
                    </a:cubicBezTo>
                    <a:cubicBezTo>
                      <a:pt x="486" y="366"/>
                      <a:pt x="486" y="1"/>
                      <a:pt x="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3" name="Google Shape;6443;p40"/>
              <p:cNvSpPr/>
              <p:nvPr/>
            </p:nvSpPr>
            <p:spPr>
              <a:xfrm>
                <a:off x="1504100" y="4419050"/>
                <a:ext cx="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" extrusionOk="0">
                    <a:moveTo>
                      <a:pt x="0" y="0"/>
                    </a:moveTo>
                    <a:cubicBezTo>
                      <a:pt x="0" y="0"/>
                      <a:pt x="3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4" name="Google Shape;6444;p40"/>
              <p:cNvSpPr/>
              <p:nvPr/>
            </p:nvSpPr>
            <p:spPr>
              <a:xfrm>
                <a:off x="1364275" y="4404600"/>
                <a:ext cx="24350" cy="26625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65" extrusionOk="0">
                    <a:moveTo>
                      <a:pt x="487" y="1"/>
                    </a:moveTo>
                    <a:cubicBezTo>
                      <a:pt x="396" y="1"/>
                      <a:pt x="244" y="31"/>
                      <a:pt x="183" y="122"/>
                    </a:cubicBezTo>
                    <a:cubicBezTo>
                      <a:pt x="122" y="214"/>
                      <a:pt x="61" y="274"/>
                      <a:pt x="61" y="366"/>
                    </a:cubicBezTo>
                    <a:lnTo>
                      <a:pt x="31" y="457"/>
                    </a:lnTo>
                    <a:cubicBezTo>
                      <a:pt x="0" y="548"/>
                      <a:pt x="0" y="609"/>
                      <a:pt x="31" y="700"/>
                    </a:cubicBezTo>
                    <a:cubicBezTo>
                      <a:pt x="61" y="791"/>
                      <a:pt x="92" y="852"/>
                      <a:pt x="152" y="913"/>
                    </a:cubicBezTo>
                    <a:cubicBezTo>
                      <a:pt x="244" y="1004"/>
                      <a:pt x="365" y="1065"/>
                      <a:pt x="487" y="1065"/>
                    </a:cubicBezTo>
                    <a:cubicBezTo>
                      <a:pt x="608" y="1065"/>
                      <a:pt x="730" y="1004"/>
                      <a:pt x="821" y="913"/>
                    </a:cubicBezTo>
                    <a:cubicBezTo>
                      <a:pt x="882" y="852"/>
                      <a:pt x="943" y="791"/>
                      <a:pt x="943" y="700"/>
                    </a:cubicBezTo>
                    <a:cubicBezTo>
                      <a:pt x="973" y="639"/>
                      <a:pt x="973" y="548"/>
                      <a:pt x="943" y="457"/>
                    </a:cubicBezTo>
                    <a:lnTo>
                      <a:pt x="943" y="366"/>
                    </a:lnTo>
                    <a:cubicBezTo>
                      <a:pt x="912" y="274"/>
                      <a:pt x="882" y="214"/>
                      <a:pt x="821" y="122"/>
                    </a:cubicBezTo>
                    <a:cubicBezTo>
                      <a:pt x="760" y="92"/>
                      <a:pt x="730" y="62"/>
                      <a:pt x="669" y="31"/>
                    </a:cubicBezTo>
                    <a:cubicBezTo>
                      <a:pt x="608" y="1"/>
                      <a:pt x="548" y="1"/>
                      <a:pt x="4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5" name="Google Shape;6445;p40"/>
              <p:cNvSpPr/>
              <p:nvPr/>
            </p:nvSpPr>
            <p:spPr>
              <a:xfrm>
                <a:off x="1339200" y="4316475"/>
                <a:ext cx="28900" cy="228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912" extrusionOk="0">
                    <a:moveTo>
                      <a:pt x="578" y="0"/>
                    </a:moveTo>
                    <a:cubicBezTo>
                      <a:pt x="0" y="0"/>
                      <a:pt x="0" y="912"/>
                      <a:pt x="578" y="912"/>
                    </a:cubicBezTo>
                    <a:cubicBezTo>
                      <a:pt x="1155" y="912"/>
                      <a:pt x="1155" y="0"/>
                      <a:pt x="5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6" name="Google Shape;6446;p40"/>
              <p:cNvSpPr/>
              <p:nvPr/>
            </p:nvSpPr>
            <p:spPr>
              <a:xfrm>
                <a:off x="1409875" y="4352600"/>
                <a:ext cx="24325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940" extrusionOk="0">
                    <a:moveTo>
                      <a:pt x="487" y="0"/>
                    </a:moveTo>
                    <a:cubicBezTo>
                      <a:pt x="466" y="0"/>
                      <a:pt x="446" y="4"/>
                      <a:pt x="426" y="14"/>
                    </a:cubicBezTo>
                    <a:cubicBezTo>
                      <a:pt x="395" y="14"/>
                      <a:pt x="365" y="14"/>
                      <a:pt x="304" y="44"/>
                    </a:cubicBezTo>
                    <a:cubicBezTo>
                      <a:pt x="274" y="75"/>
                      <a:pt x="213" y="105"/>
                      <a:pt x="183" y="136"/>
                    </a:cubicBezTo>
                    <a:cubicBezTo>
                      <a:pt x="91" y="227"/>
                      <a:pt x="0" y="348"/>
                      <a:pt x="0" y="470"/>
                    </a:cubicBezTo>
                    <a:cubicBezTo>
                      <a:pt x="0" y="622"/>
                      <a:pt x="61" y="713"/>
                      <a:pt x="183" y="804"/>
                    </a:cubicBezTo>
                    <a:cubicBezTo>
                      <a:pt x="213" y="865"/>
                      <a:pt x="304" y="895"/>
                      <a:pt x="365" y="926"/>
                    </a:cubicBezTo>
                    <a:cubicBezTo>
                      <a:pt x="405" y="926"/>
                      <a:pt x="446" y="939"/>
                      <a:pt x="487" y="939"/>
                    </a:cubicBezTo>
                    <a:cubicBezTo>
                      <a:pt x="507" y="939"/>
                      <a:pt x="527" y="936"/>
                      <a:pt x="547" y="926"/>
                    </a:cubicBezTo>
                    <a:cubicBezTo>
                      <a:pt x="608" y="926"/>
                      <a:pt x="638" y="926"/>
                      <a:pt x="669" y="895"/>
                    </a:cubicBezTo>
                    <a:cubicBezTo>
                      <a:pt x="730" y="895"/>
                      <a:pt x="760" y="865"/>
                      <a:pt x="790" y="835"/>
                    </a:cubicBezTo>
                    <a:cubicBezTo>
                      <a:pt x="821" y="804"/>
                      <a:pt x="851" y="774"/>
                      <a:pt x="851" y="743"/>
                    </a:cubicBezTo>
                    <a:cubicBezTo>
                      <a:pt x="912" y="683"/>
                      <a:pt x="973" y="561"/>
                      <a:pt x="973" y="470"/>
                    </a:cubicBezTo>
                    <a:cubicBezTo>
                      <a:pt x="973" y="379"/>
                      <a:pt x="942" y="318"/>
                      <a:pt x="912" y="227"/>
                    </a:cubicBezTo>
                    <a:cubicBezTo>
                      <a:pt x="851" y="166"/>
                      <a:pt x="790" y="105"/>
                      <a:pt x="730" y="75"/>
                    </a:cubicBezTo>
                    <a:lnTo>
                      <a:pt x="608" y="14"/>
                    </a:lnTo>
                    <a:cubicBezTo>
                      <a:pt x="568" y="14"/>
                      <a:pt x="527" y="0"/>
                      <a:pt x="4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7" name="Google Shape;6447;p40"/>
              <p:cNvSpPr/>
              <p:nvPr/>
            </p:nvSpPr>
            <p:spPr>
              <a:xfrm>
                <a:off x="1526900" y="4417525"/>
                <a:ext cx="27375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852" extrusionOk="0">
                    <a:moveTo>
                      <a:pt x="547" y="1"/>
                    </a:moveTo>
                    <a:cubicBezTo>
                      <a:pt x="0" y="1"/>
                      <a:pt x="0" y="852"/>
                      <a:pt x="547" y="852"/>
                    </a:cubicBezTo>
                    <a:cubicBezTo>
                      <a:pt x="1094" y="852"/>
                      <a:pt x="1094" y="1"/>
                      <a:pt x="5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8" name="Google Shape;6448;p40"/>
              <p:cNvSpPr/>
              <p:nvPr/>
            </p:nvSpPr>
            <p:spPr>
              <a:xfrm>
                <a:off x="1322475" y="4389925"/>
                <a:ext cx="22075" cy="24325"/>
              </a:xfrm>
              <a:custGeom>
                <a:avLst/>
                <a:gdLst/>
                <a:ahLst/>
                <a:cxnLst/>
                <a:rect l="l" t="t" r="r" b="b"/>
                <a:pathLst>
                  <a:path w="883" h="973" extrusionOk="0">
                    <a:moveTo>
                      <a:pt x="355" y="1"/>
                    </a:moveTo>
                    <a:cubicBezTo>
                      <a:pt x="294" y="1"/>
                      <a:pt x="233" y="16"/>
                      <a:pt x="183" y="41"/>
                    </a:cubicBezTo>
                    <a:cubicBezTo>
                      <a:pt x="61" y="132"/>
                      <a:pt x="1" y="254"/>
                      <a:pt x="31" y="406"/>
                    </a:cubicBezTo>
                    <a:cubicBezTo>
                      <a:pt x="61" y="497"/>
                      <a:pt x="92" y="558"/>
                      <a:pt x="122" y="649"/>
                    </a:cubicBezTo>
                    <a:lnTo>
                      <a:pt x="213" y="801"/>
                    </a:lnTo>
                    <a:cubicBezTo>
                      <a:pt x="252" y="918"/>
                      <a:pt x="379" y="972"/>
                      <a:pt x="497" y="972"/>
                    </a:cubicBezTo>
                    <a:cubicBezTo>
                      <a:pt x="563" y="972"/>
                      <a:pt x="626" y="955"/>
                      <a:pt x="669" y="922"/>
                    </a:cubicBezTo>
                    <a:cubicBezTo>
                      <a:pt x="852" y="831"/>
                      <a:pt x="882" y="618"/>
                      <a:pt x="791" y="466"/>
                    </a:cubicBezTo>
                    <a:lnTo>
                      <a:pt x="821" y="466"/>
                    </a:lnTo>
                    <a:cubicBezTo>
                      <a:pt x="730" y="345"/>
                      <a:pt x="669" y="193"/>
                      <a:pt x="578" y="102"/>
                    </a:cubicBezTo>
                    <a:cubicBezTo>
                      <a:pt x="525" y="30"/>
                      <a:pt x="440" y="1"/>
                      <a:pt x="3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9" name="Google Shape;6449;p40"/>
              <p:cNvSpPr/>
              <p:nvPr/>
            </p:nvSpPr>
            <p:spPr>
              <a:xfrm>
                <a:off x="1239650" y="4373875"/>
                <a:ext cx="18275" cy="17500"/>
              </a:xfrm>
              <a:custGeom>
                <a:avLst/>
                <a:gdLst/>
                <a:ahLst/>
                <a:cxnLst/>
                <a:rect l="l" t="t" r="r" b="b"/>
                <a:pathLst>
                  <a:path w="731" h="700" extrusionOk="0">
                    <a:moveTo>
                      <a:pt x="235" y="1"/>
                    </a:moveTo>
                    <a:cubicBezTo>
                      <a:pt x="220" y="1"/>
                      <a:pt x="203" y="4"/>
                      <a:pt x="183" y="14"/>
                    </a:cubicBezTo>
                    <a:cubicBezTo>
                      <a:pt x="153" y="14"/>
                      <a:pt x="122" y="44"/>
                      <a:pt x="92" y="75"/>
                    </a:cubicBezTo>
                    <a:cubicBezTo>
                      <a:pt x="61" y="105"/>
                      <a:pt x="31" y="136"/>
                      <a:pt x="31" y="166"/>
                    </a:cubicBezTo>
                    <a:cubicBezTo>
                      <a:pt x="31" y="196"/>
                      <a:pt x="1" y="257"/>
                      <a:pt x="31" y="288"/>
                    </a:cubicBezTo>
                    <a:cubicBezTo>
                      <a:pt x="31" y="318"/>
                      <a:pt x="31" y="318"/>
                      <a:pt x="31" y="348"/>
                    </a:cubicBezTo>
                    <a:cubicBezTo>
                      <a:pt x="31" y="379"/>
                      <a:pt x="31" y="409"/>
                      <a:pt x="31" y="440"/>
                    </a:cubicBezTo>
                    <a:lnTo>
                      <a:pt x="92" y="531"/>
                    </a:lnTo>
                    <a:cubicBezTo>
                      <a:pt x="122" y="592"/>
                      <a:pt x="183" y="652"/>
                      <a:pt x="244" y="683"/>
                    </a:cubicBezTo>
                    <a:cubicBezTo>
                      <a:pt x="284" y="693"/>
                      <a:pt x="328" y="700"/>
                      <a:pt x="372" y="700"/>
                    </a:cubicBezTo>
                    <a:cubicBezTo>
                      <a:pt x="460" y="700"/>
                      <a:pt x="548" y="673"/>
                      <a:pt x="608" y="592"/>
                    </a:cubicBezTo>
                    <a:cubicBezTo>
                      <a:pt x="700" y="500"/>
                      <a:pt x="730" y="379"/>
                      <a:pt x="700" y="257"/>
                    </a:cubicBezTo>
                    <a:cubicBezTo>
                      <a:pt x="700" y="196"/>
                      <a:pt x="639" y="136"/>
                      <a:pt x="578" y="75"/>
                    </a:cubicBezTo>
                    <a:cubicBezTo>
                      <a:pt x="517" y="44"/>
                      <a:pt x="456" y="14"/>
                      <a:pt x="365" y="14"/>
                    </a:cubicBezTo>
                    <a:lnTo>
                      <a:pt x="304" y="14"/>
                    </a:lnTo>
                    <a:cubicBezTo>
                      <a:pt x="284" y="14"/>
                      <a:pt x="264" y="1"/>
                      <a:pt x="2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0" name="Google Shape;6450;p40"/>
              <p:cNvSpPr/>
              <p:nvPr/>
            </p:nvSpPr>
            <p:spPr>
              <a:xfrm>
                <a:off x="1235100" y="4293675"/>
                <a:ext cx="1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365" y="0"/>
                    </a:moveTo>
                    <a:cubicBezTo>
                      <a:pt x="0" y="0"/>
                      <a:pt x="0" y="547"/>
                      <a:pt x="365" y="547"/>
                    </a:cubicBezTo>
                    <a:cubicBezTo>
                      <a:pt x="730" y="547"/>
                      <a:pt x="730" y="0"/>
                      <a:pt x="3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1" name="Google Shape;6451;p40"/>
              <p:cNvSpPr/>
              <p:nvPr/>
            </p:nvSpPr>
            <p:spPr>
              <a:xfrm>
                <a:off x="1268525" y="4340775"/>
                <a:ext cx="251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791" extrusionOk="0">
                    <a:moveTo>
                      <a:pt x="487" y="1"/>
                    </a:moveTo>
                    <a:cubicBezTo>
                      <a:pt x="1" y="1"/>
                      <a:pt x="1" y="791"/>
                      <a:pt x="487" y="791"/>
                    </a:cubicBezTo>
                    <a:cubicBezTo>
                      <a:pt x="1004" y="791"/>
                      <a:pt x="1004" y="1"/>
                      <a:pt x="4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2" name="Google Shape;6452;p40"/>
              <p:cNvSpPr/>
              <p:nvPr/>
            </p:nvSpPr>
            <p:spPr>
              <a:xfrm>
                <a:off x="1162150" y="4359775"/>
                <a:ext cx="22050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882" h="731" extrusionOk="0">
                    <a:moveTo>
                      <a:pt x="365" y="1"/>
                    </a:moveTo>
                    <a:cubicBezTo>
                      <a:pt x="274" y="1"/>
                      <a:pt x="183" y="61"/>
                      <a:pt x="122" y="122"/>
                    </a:cubicBezTo>
                    <a:cubicBezTo>
                      <a:pt x="61" y="183"/>
                      <a:pt x="0" y="274"/>
                      <a:pt x="0" y="365"/>
                    </a:cubicBezTo>
                    <a:cubicBezTo>
                      <a:pt x="31" y="456"/>
                      <a:pt x="61" y="578"/>
                      <a:pt x="122" y="639"/>
                    </a:cubicBezTo>
                    <a:cubicBezTo>
                      <a:pt x="183" y="700"/>
                      <a:pt x="274" y="730"/>
                      <a:pt x="365" y="730"/>
                    </a:cubicBezTo>
                    <a:cubicBezTo>
                      <a:pt x="487" y="730"/>
                      <a:pt x="608" y="730"/>
                      <a:pt x="699" y="669"/>
                    </a:cubicBezTo>
                    <a:cubicBezTo>
                      <a:pt x="760" y="639"/>
                      <a:pt x="790" y="608"/>
                      <a:pt x="821" y="548"/>
                    </a:cubicBezTo>
                    <a:cubicBezTo>
                      <a:pt x="851" y="487"/>
                      <a:pt x="882" y="426"/>
                      <a:pt x="882" y="365"/>
                    </a:cubicBezTo>
                    <a:cubicBezTo>
                      <a:pt x="882" y="305"/>
                      <a:pt x="851" y="244"/>
                      <a:pt x="821" y="213"/>
                    </a:cubicBezTo>
                    <a:cubicBezTo>
                      <a:pt x="790" y="153"/>
                      <a:pt x="760" y="122"/>
                      <a:pt x="699" y="92"/>
                    </a:cubicBezTo>
                    <a:cubicBezTo>
                      <a:pt x="608" y="31"/>
                      <a:pt x="487" y="31"/>
                      <a:pt x="3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3" name="Google Shape;6453;p40"/>
              <p:cNvSpPr/>
              <p:nvPr/>
            </p:nvSpPr>
            <p:spPr>
              <a:xfrm>
                <a:off x="1117300" y="4402325"/>
                <a:ext cx="2662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217" extrusionOk="0">
                    <a:moveTo>
                      <a:pt x="518" y="1"/>
                    </a:moveTo>
                    <a:cubicBezTo>
                      <a:pt x="396" y="1"/>
                      <a:pt x="244" y="62"/>
                      <a:pt x="153" y="153"/>
                    </a:cubicBezTo>
                    <a:lnTo>
                      <a:pt x="92" y="274"/>
                    </a:lnTo>
                    <a:cubicBezTo>
                      <a:pt x="31" y="335"/>
                      <a:pt x="31" y="426"/>
                      <a:pt x="1" y="517"/>
                    </a:cubicBezTo>
                    <a:lnTo>
                      <a:pt x="1" y="669"/>
                    </a:lnTo>
                    <a:cubicBezTo>
                      <a:pt x="1" y="761"/>
                      <a:pt x="31" y="821"/>
                      <a:pt x="62" y="882"/>
                    </a:cubicBezTo>
                    <a:cubicBezTo>
                      <a:pt x="62" y="943"/>
                      <a:pt x="122" y="1004"/>
                      <a:pt x="153" y="1065"/>
                    </a:cubicBezTo>
                    <a:cubicBezTo>
                      <a:pt x="214" y="1095"/>
                      <a:pt x="274" y="1125"/>
                      <a:pt x="335" y="1156"/>
                    </a:cubicBezTo>
                    <a:cubicBezTo>
                      <a:pt x="396" y="1186"/>
                      <a:pt x="457" y="1217"/>
                      <a:pt x="548" y="1217"/>
                    </a:cubicBezTo>
                    <a:cubicBezTo>
                      <a:pt x="670" y="1217"/>
                      <a:pt x="822" y="1156"/>
                      <a:pt x="913" y="1065"/>
                    </a:cubicBezTo>
                    <a:cubicBezTo>
                      <a:pt x="1004" y="943"/>
                      <a:pt x="1065" y="821"/>
                      <a:pt x="1065" y="669"/>
                    </a:cubicBezTo>
                    <a:lnTo>
                      <a:pt x="1034" y="517"/>
                    </a:lnTo>
                    <a:cubicBezTo>
                      <a:pt x="1034" y="396"/>
                      <a:pt x="1004" y="244"/>
                      <a:pt x="882" y="153"/>
                    </a:cubicBezTo>
                    <a:cubicBezTo>
                      <a:pt x="852" y="122"/>
                      <a:pt x="791" y="62"/>
                      <a:pt x="730" y="62"/>
                    </a:cubicBezTo>
                    <a:cubicBezTo>
                      <a:pt x="670" y="31"/>
                      <a:pt x="609" y="1"/>
                      <a:pt x="5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4" name="Google Shape;6454;p40"/>
              <p:cNvSpPr/>
              <p:nvPr/>
            </p:nvSpPr>
            <p:spPr>
              <a:xfrm>
                <a:off x="1246500" y="4413725"/>
                <a:ext cx="13700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427" extrusionOk="0">
                    <a:moveTo>
                      <a:pt x="274" y="1"/>
                    </a:moveTo>
                    <a:cubicBezTo>
                      <a:pt x="0" y="1"/>
                      <a:pt x="0" y="426"/>
                      <a:pt x="274" y="426"/>
                    </a:cubicBezTo>
                    <a:cubicBezTo>
                      <a:pt x="547" y="426"/>
                      <a:pt x="547" y="1"/>
                      <a:pt x="27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5" name="Google Shape;6455;p40"/>
              <p:cNvSpPr/>
              <p:nvPr/>
            </p:nvSpPr>
            <p:spPr>
              <a:xfrm>
                <a:off x="1307275" y="4412975"/>
                <a:ext cx="1980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821" extrusionOk="0">
                    <a:moveTo>
                      <a:pt x="396" y="0"/>
                    </a:moveTo>
                    <a:lnTo>
                      <a:pt x="335" y="31"/>
                    </a:lnTo>
                    <a:cubicBezTo>
                      <a:pt x="274" y="31"/>
                      <a:pt x="244" y="61"/>
                      <a:pt x="183" y="91"/>
                    </a:cubicBezTo>
                    <a:cubicBezTo>
                      <a:pt x="153" y="122"/>
                      <a:pt x="122" y="183"/>
                      <a:pt x="92" y="243"/>
                    </a:cubicBezTo>
                    <a:cubicBezTo>
                      <a:pt x="1" y="365"/>
                      <a:pt x="31" y="517"/>
                      <a:pt x="92" y="608"/>
                    </a:cubicBezTo>
                    <a:cubicBezTo>
                      <a:pt x="153" y="730"/>
                      <a:pt x="274" y="821"/>
                      <a:pt x="396" y="821"/>
                    </a:cubicBezTo>
                    <a:cubicBezTo>
                      <a:pt x="548" y="821"/>
                      <a:pt x="669" y="730"/>
                      <a:pt x="730" y="608"/>
                    </a:cubicBezTo>
                    <a:cubicBezTo>
                      <a:pt x="791" y="517"/>
                      <a:pt x="791" y="365"/>
                      <a:pt x="730" y="243"/>
                    </a:cubicBezTo>
                    <a:cubicBezTo>
                      <a:pt x="700" y="183"/>
                      <a:pt x="669" y="152"/>
                      <a:pt x="609" y="91"/>
                    </a:cubicBezTo>
                    <a:cubicBezTo>
                      <a:pt x="548" y="61"/>
                      <a:pt x="487" y="0"/>
                      <a:pt x="3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6" name="Google Shape;6456;p40"/>
              <p:cNvSpPr/>
              <p:nvPr/>
            </p:nvSpPr>
            <p:spPr>
              <a:xfrm>
                <a:off x="1170500" y="4397775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6" y="0"/>
                    </a:moveTo>
                    <a:cubicBezTo>
                      <a:pt x="1" y="0"/>
                      <a:pt x="1" y="639"/>
                      <a:pt x="396" y="639"/>
                    </a:cubicBezTo>
                    <a:cubicBezTo>
                      <a:pt x="821" y="639"/>
                      <a:pt x="821" y="0"/>
                      <a:pt x="3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7" name="Google Shape;6457;p40"/>
              <p:cNvSpPr/>
              <p:nvPr/>
            </p:nvSpPr>
            <p:spPr>
              <a:xfrm>
                <a:off x="1332350" y="4273625"/>
                <a:ext cx="21300" cy="180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23" extrusionOk="0">
                    <a:moveTo>
                      <a:pt x="491" y="0"/>
                    </a:moveTo>
                    <a:cubicBezTo>
                      <a:pt x="459" y="0"/>
                      <a:pt x="426" y="4"/>
                      <a:pt x="396" y="12"/>
                    </a:cubicBezTo>
                    <a:lnTo>
                      <a:pt x="305" y="12"/>
                    </a:lnTo>
                    <a:cubicBezTo>
                      <a:pt x="305" y="12"/>
                      <a:pt x="274" y="42"/>
                      <a:pt x="274" y="42"/>
                    </a:cubicBezTo>
                    <a:cubicBezTo>
                      <a:pt x="214" y="42"/>
                      <a:pt x="153" y="73"/>
                      <a:pt x="122" y="133"/>
                    </a:cubicBezTo>
                    <a:cubicBezTo>
                      <a:pt x="92" y="133"/>
                      <a:pt x="92" y="164"/>
                      <a:pt x="62" y="194"/>
                    </a:cubicBezTo>
                    <a:cubicBezTo>
                      <a:pt x="1" y="285"/>
                      <a:pt x="1" y="437"/>
                      <a:pt x="62" y="529"/>
                    </a:cubicBezTo>
                    <a:cubicBezTo>
                      <a:pt x="92" y="559"/>
                      <a:pt x="92" y="559"/>
                      <a:pt x="122" y="589"/>
                    </a:cubicBezTo>
                    <a:cubicBezTo>
                      <a:pt x="153" y="620"/>
                      <a:pt x="214" y="650"/>
                      <a:pt x="274" y="681"/>
                    </a:cubicBezTo>
                    <a:lnTo>
                      <a:pt x="305" y="681"/>
                    </a:lnTo>
                    <a:lnTo>
                      <a:pt x="396" y="711"/>
                    </a:lnTo>
                    <a:cubicBezTo>
                      <a:pt x="426" y="719"/>
                      <a:pt x="459" y="722"/>
                      <a:pt x="491" y="722"/>
                    </a:cubicBezTo>
                    <a:cubicBezTo>
                      <a:pt x="590" y="722"/>
                      <a:pt x="692" y="688"/>
                      <a:pt x="761" y="620"/>
                    </a:cubicBezTo>
                    <a:cubicBezTo>
                      <a:pt x="821" y="559"/>
                      <a:pt x="852" y="468"/>
                      <a:pt x="852" y="346"/>
                    </a:cubicBezTo>
                    <a:cubicBezTo>
                      <a:pt x="852" y="255"/>
                      <a:pt x="821" y="164"/>
                      <a:pt x="761" y="103"/>
                    </a:cubicBezTo>
                    <a:cubicBezTo>
                      <a:pt x="692" y="35"/>
                      <a:pt x="590" y="0"/>
                      <a:pt x="4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8" name="Google Shape;6458;p40"/>
              <p:cNvSpPr/>
              <p:nvPr/>
            </p:nvSpPr>
            <p:spPr>
              <a:xfrm>
                <a:off x="1464575" y="4210850"/>
                <a:ext cx="1597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08" extrusionOk="0">
                    <a:moveTo>
                      <a:pt x="433" y="52"/>
                    </a:moveTo>
                    <a:cubicBezTo>
                      <a:pt x="438" y="52"/>
                      <a:pt x="446" y="56"/>
                      <a:pt x="453" y="61"/>
                    </a:cubicBezTo>
                    <a:lnTo>
                      <a:pt x="426" y="61"/>
                    </a:lnTo>
                    <a:cubicBezTo>
                      <a:pt x="426" y="54"/>
                      <a:pt x="429" y="52"/>
                      <a:pt x="433" y="52"/>
                    </a:cubicBezTo>
                    <a:close/>
                    <a:moveTo>
                      <a:pt x="305" y="0"/>
                    </a:moveTo>
                    <a:cubicBezTo>
                      <a:pt x="274" y="0"/>
                      <a:pt x="213" y="0"/>
                      <a:pt x="183" y="61"/>
                    </a:cubicBezTo>
                    <a:cubicBezTo>
                      <a:pt x="61" y="122"/>
                      <a:pt x="1" y="274"/>
                      <a:pt x="31" y="395"/>
                    </a:cubicBezTo>
                    <a:cubicBezTo>
                      <a:pt x="61" y="517"/>
                      <a:pt x="183" y="608"/>
                      <a:pt x="305" y="608"/>
                    </a:cubicBezTo>
                    <a:cubicBezTo>
                      <a:pt x="426" y="608"/>
                      <a:pt x="548" y="547"/>
                      <a:pt x="578" y="426"/>
                    </a:cubicBezTo>
                    <a:cubicBezTo>
                      <a:pt x="639" y="304"/>
                      <a:pt x="578" y="152"/>
                      <a:pt x="457" y="61"/>
                    </a:cubicBezTo>
                    <a:cubicBezTo>
                      <a:pt x="426" y="30"/>
                      <a:pt x="365" y="0"/>
                      <a:pt x="3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9" name="Google Shape;6459;p40"/>
              <p:cNvSpPr/>
              <p:nvPr/>
            </p:nvSpPr>
            <p:spPr>
              <a:xfrm>
                <a:off x="1466850" y="4112050"/>
                <a:ext cx="198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1" extrusionOk="0">
                    <a:moveTo>
                      <a:pt x="396" y="1"/>
                    </a:moveTo>
                    <a:cubicBezTo>
                      <a:pt x="335" y="1"/>
                      <a:pt x="274" y="31"/>
                      <a:pt x="214" y="92"/>
                    </a:cubicBezTo>
                    <a:cubicBezTo>
                      <a:pt x="153" y="122"/>
                      <a:pt x="122" y="183"/>
                      <a:pt x="92" y="244"/>
                    </a:cubicBezTo>
                    <a:cubicBezTo>
                      <a:pt x="31" y="365"/>
                      <a:pt x="1" y="517"/>
                      <a:pt x="92" y="609"/>
                    </a:cubicBezTo>
                    <a:cubicBezTo>
                      <a:pt x="153" y="730"/>
                      <a:pt x="274" y="791"/>
                      <a:pt x="396" y="791"/>
                    </a:cubicBezTo>
                    <a:cubicBezTo>
                      <a:pt x="548" y="791"/>
                      <a:pt x="670" y="730"/>
                      <a:pt x="730" y="609"/>
                    </a:cubicBezTo>
                    <a:cubicBezTo>
                      <a:pt x="791" y="517"/>
                      <a:pt x="791" y="365"/>
                      <a:pt x="730" y="244"/>
                    </a:cubicBezTo>
                    <a:cubicBezTo>
                      <a:pt x="700" y="183"/>
                      <a:pt x="670" y="122"/>
                      <a:pt x="609" y="92"/>
                    </a:cubicBezTo>
                    <a:cubicBezTo>
                      <a:pt x="548" y="31"/>
                      <a:pt x="487" y="1"/>
                      <a:pt x="3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0" name="Google Shape;6460;p40"/>
              <p:cNvSpPr/>
              <p:nvPr/>
            </p:nvSpPr>
            <p:spPr>
              <a:xfrm>
                <a:off x="1364275" y="4180450"/>
                <a:ext cx="6100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65" extrusionOk="0">
                    <a:moveTo>
                      <a:pt x="122" y="0"/>
                    </a:moveTo>
                    <a:cubicBezTo>
                      <a:pt x="61" y="0"/>
                      <a:pt x="31" y="61"/>
                      <a:pt x="31" y="122"/>
                    </a:cubicBezTo>
                    <a:cubicBezTo>
                      <a:pt x="31" y="152"/>
                      <a:pt x="31" y="213"/>
                      <a:pt x="0" y="243"/>
                    </a:cubicBezTo>
                    <a:cubicBezTo>
                      <a:pt x="0" y="304"/>
                      <a:pt x="61" y="365"/>
                      <a:pt x="122" y="365"/>
                    </a:cubicBezTo>
                    <a:cubicBezTo>
                      <a:pt x="183" y="365"/>
                      <a:pt x="244" y="304"/>
                      <a:pt x="244" y="243"/>
                    </a:cubicBezTo>
                    <a:lnTo>
                      <a:pt x="244" y="122"/>
                    </a:lnTo>
                    <a:cubicBezTo>
                      <a:pt x="213" y="61"/>
                      <a:pt x="213" y="0"/>
                      <a:pt x="1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1" name="Google Shape;6461;p40"/>
              <p:cNvSpPr/>
              <p:nvPr/>
            </p:nvSpPr>
            <p:spPr>
              <a:xfrm>
                <a:off x="1332350" y="4094200"/>
                <a:ext cx="16000" cy="17875"/>
              </a:xfrm>
              <a:custGeom>
                <a:avLst/>
                <a:gdLst/>
                <a:ahLst/>
                <a:cxnLst/>
                <a:rect l="l" t="t" r="r" b="b"/>
                <a:pathLst>
                  <a:path w="640" h="715" extrusionOk="0">
                    <a:moveTo>
                      <a:pt x="320" y="0"/>
                    </a:moveTo>
                    <a:cubicBezTo>
                      <a:pt x="229" y="0"/>
                      <a:pt x="138" y="46"/>
                      <a:pt x="92" y="137"/>
                    </a:cubicBezTo>
                    <a:cubicBezTo>
                      <a:pt x="62" y="198"/>
                      <a:pt x="31" y="259"/>
                      <a:pt x="31" y="350"/>
                    </a:cubicBezTo>
                    <a:cubicBezTo>
                      <a:pt x="1" y="441"/>
                      <a:pt x="1" y="563"/>
                      <a:pt x="92" y="623"/>
                    </a:cubicBezTo>
                    <a:cubicBezTo>
                      <a:pt x="153" y="684"/>
                      <a:pt x="214" y="715"/>
                      <a:pt x="305" y="715"/>
                    </a:cubicBezTo>
                    <a:cubicBezTo>
                      <a:pt x="396" y="715"/>
                      <a:pt x="487" y="684"/>
                      <a:pt x="518" y="623"/>
                    </a:cubicBezTo>
                    <a:cubicBezTo>
                      <a:pt x="609" y="563"/>
                      <a:pt x="639" y="441"/>
                      <a:pt x="609" y="350"/>
                    </a:cubicBezTo>
                    <a:cubicBezTo>
                      <a:pt x="609" y="259"/>
                      <a:pt x="578" y="198"/>
                      <a:pt x="548" y="137"/>
                    </a:cubicBezTo>
                    <a:cubicBezTo>
                      <a:pt x="502" y="46"/>
                      <a:pt x="411" y="0"/>
                      <a:pt x="3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2" name="Google Shape;6462;p40"/>
              <p:cNvSpPr/>
              <p:nvPr/>
            </p:nvSpPr>
            <p:spPr>
              <a:xfrm>
                <a:off x="1436475" y="4036825"/>
                <a:ext cx="1825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70" extrusionOk="0">
                    <a:moveTo>
                      <a:pt x="395" y="0"/>
                    </a:moveTo>
                    <a:cubicBezTo>
                      <a:pt x="274" y="0"/>
                      <a:pt x="152" y="31"/>
                      <a:pt x="91" y="152"/>
                    </a:cubicBezTo>
                    <a:cubicBezTo>
                      <a:pt x="0" y="244"/>
                      <a:pt x="0" y="365"/>
                      <a:pt x="30" y="487"/>
                    </a:cubicBezTo>
                    <a:cubicBezTo>
                      <a:pt x="91" y="578"/>
                      <a:pt x="182" y="669"/>
                      <a:pt x="304" y="669"/>
                    </a:cubicBezTo>
                    <a:lnTo>
                      <a:pt x="486" y="669"/>
                    </a:lnTo>
                    <a:cubicBezTo>
                      <a:pt x="547" y="639"/>
                      <a:pt x="608" y="578"/>
                      <a:pt x="638" y="517"/>
                    </a:cubicBezTo>
                    <a:cubicBezTo>
                      <a:pt x="638" y="487"/>
                      <a:pt x="669" y="456"/>
                      <a:pt x="669" y="426"/>
                    </a:cubicBezTo>
                    <a:cubicBezTo>
                      <a:pt x="730" y="396"/>
                      <a:pt x="730" y="304"/>
                      <a:pt x="669" y="244"/>
                    </a:cubicBezTo>
                    <a:cubicBezTo>
                      <a:pt x="669" y="244"/>
                      <a:pt x="669" y="213"/>
                      <a:pt x="638" y="213"/>
                    </a:cubicBezTo>
                    <a:cubicBezTo>
                      <a:pt x="608" y="92"/>
                      <a:pt x="517" y="31"/>
                      <a:pt x="3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3" name="Google Shape;6463;p40"/>
              <p:cNvSpPr/>
              <p:nvPr/>
            </p:nvSpPr>
            <p:spPr>
              <a:xfrm>
                <a:off x="1380225" y="4238200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6" y="0"/>
                    </a:moveTo>
                    <a:cubicBezTo>
                      <a:pt x="1" y="0"/>
                      <a:pt x="1" y="639"/>
                      <a:pt x="396" y="639"/>
                    </a:cubicBezTo>
                    <a:cubicBezTo>
                      <a:pt x="821" y="639"/>
                      <a:pt x="821" y="0"/>
                      <a:pt x="3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4" name="Google Shape;6464;p40"/>
              <p:cNvSpPr/>
              <p:nvPr/>
            </p:nvSpPr>
            <p:spPr>
              <a:xfrm>
                <a:off x="1239650" y="4210850"/>
                <a:ext cx="1902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8" extrusionOk="0">
                    <a:moveTo>
                      <a:pt x="365" y="0"/>
                    </a:moveTo>
                    <a:cubicBezTo>
                      <a:pt x="1" y="0"/>
                      <a:pt x="1" y="608"/>
                      <a:pt x="365" y="608"/>
                    </a:cubicBezTo>
                    <a:cubicBezTo>
                      <a:pt x="760" y="608"/>
                      <a:pt x="760" y="0"/>
                      <a:pt x="3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5" name="Google Shape;6465;p40"/>
              <p:cNvSpPr/>
              <p:nvPr/>
            </p:nvSpPr>
            <p:spPr>
              <a:xfrm>
                <a:off x="1238125" y="4104450"/>
                <a:ext cx="1220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396" extrusionOk="0">
                    <a:moveTo>
                      <a:pt x="244" y="1"/>
                    </a:moveTo>
                    <a:cubicBezTo>
                      <a:pt x="1" y="1"/>
                      <a:pt x="1" y="396"/>
                      <a:pt x="244" y="396"/>
                    </a:cubicBezTo>
                    <a:cubicBezTo>
                      <a:pt x="487" y="396"/>
                      <a:pt x="487" y="1"/>
                      <a:pt x="2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6" name="Google Shape;6466;p40"/>
              <p:cNvSpPr/>
              <p:nvPr/>
            </p:nvSpPr>
            <p:spPr>
              <a:xfrm>
                <a:off x="1130975" y="4248075"/>
                <a:ext cx="17525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548" extrusionOk="0">
                    <a:moveTo>
                      <a:pt x="335" y="0"/>
                    </a:moveTo>
                    <a:cubicBezTo>
                      <a:pt x="1" y="0"/>
                      <a:pt x="1" y="548"/>
                      <a:pt x="335" y="548"/>
                    </a:cubicBezTo>
                    <a:cubicBezTo>
                      <a:pt x="700" y="548"/>
                      <a:pt x="700" y="0"/>
                      <a:pt x="33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7" name="Google Shape;6467;p40"/>
              <p:cNvSpPr/>
              <p:nvPr/>
            </p:nvSpPr>
            <p:spPr>
              <a:xfrm>
                <a:off x="1232800" y="4240475"/>
                <a:ext cx="137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426" extrusionOk="0">
                    <a:moveTo>
                      <a:pt x="275" y="0"/>
                    </a:moveTo>
                    <a:cubicBezTo>
                      <a:pt x="1" y="0"/>
                      <a:pt x="1" y="426"/>
                      <a:pt x="275" y="426"/>
                    </a:cubicBezTo>
                    <a:cubicBezTo>
                      <a:pt x="548" y="426"/>
                      <a:pt x="548" y="0"/>
                      <a:pt x="2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8" name="Google Shape;6468;p40"/>
              <p:cNvSpPr/>
              <p:nvPr/>
            </p:nvSpPr>
            <p:spPr>
              <a:xfrm>
                <a:off x="1152275" y="42974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0"/>
                    </a:moveTo>
                    <a:cubicBezTo>
                      <a:pt x="0" y="0"/>
                      <a:pt x="0" y="608"/>
                      <a:pt x="395" y="608"/>
                    </a:cubicBezTo>
                    <a:cubicBezTo>
                      <a:pt x="790" y="608"/>
                      <a:pt x="790" y="0"/>
                      <a:pt x="3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9" name="Google Shape;6469;p40"/>
              <p:cNvSpPr/>
              <p:nvPr/>
            </p:nvSpPr>
            <p:spPr>
              <a:xfrm>
                <a:off x="1052725" y="4302775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60" y="578"/>
                      <a:pt x="760" y="1"/>
                      <a:pt x="3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0" name="Google Shape;6470;p40"/>
              <p:cNvSpPr/>
              <p:nvPr/>
            </p:nvSpPr>
            <p:spPr>
              <a:xfrm>
                <a:off x="1102100" y="4360975"/>
                <a:ext cx="18275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45" extrusionOk="0">
                    <a:moveTo>
                      <a:pt x="425" y="1"/>
                    </a:moveTo>
                    <a:cubicBezTo>
                      <a:pt x="404" y="1"/>
                      <a:pt x="383" y="4"/>
                      <a:pt x="366" y="13"/>
                    </a:cubicBezTo>
                    <a:cubicBezTo>
                      <a:pt x="305" y="13"/>
                      <a:pt x="214" y="44"/>
                      <a:pt x="183" y="105"/>
                    </a:cubicBezTo>
                    <a:lnTo>
                      <a:pt x="122" y="165"/>
                    </a:lnTo>
                    <a:cubicBezTo>
                      <a:pt x="1" y="226"/>
                      <a:pt x="1" y="408"/>
                      <a:pt x="122" y="500"/>
                    </a:cubicBezTo>
                    <a:cubicBezTo>
                      <a:pt x="153" y="500"/>
                      <a:pt x="153" y="500"/>
                      <a:pt x="183" y="530"/>
                    </a:cubicBezTo>
                    <a:lnTo>
                      <a:pt x="122" y="500"/>
                    </a:lnTo>
                    <a:lnTo>
                      <a:pt x="183" y="560"/>
                    </a:lnTo>
                    <a:lnTo>
                      <a:pt x="244" y="591"/>
                    </a:lnTo>
                    <a:lnTo>
                      <a:pt x="335" y="621"/>
                    </a:lnTo>
                    <a:cubicBezTo>
                      <a:pt x="366" y="636"/>
                      <a:pt x="396" y="644"/>
                      <a:pt x="426" y="644"/>
                    </a:cubicBezTo>
                    <a:cubicBezTo>
                      <a:pt x="457" y="644"/>
                      <a:pt x="487" y="636"/>
                      <a:pt x="518" y="621"/>
                    </a:cubicBezTo>
                    <a:cubicBezTo>
                      <a:pt x="639" y="560"/>
                      <a:pt x="730" y="439"/>
                      <a:pt x="730" y="317"/>
                    </a:cubicBezTo>
                    <a:cubicBezTo>
                      <a:pt x="730" y="226"/>
                      <a:pt x="670" y="105"/>
                      <a:pt x="578" y="44"/>
                    </a:cubicBezTo>
                    <a:cubicBezTo>
                      <a:pt x="535" y="22"/>
                      <a:pt x="477" y="1"/>
                      <a:pt x="4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1" name="Google Shape;6471;p40"/>
              <p:cNvSpPr/>
              <p:nvPr/>
            </p:nvSpPr>
            <p:spPr>
              <a:xfrm>
                <a:off x="1041325" y="4397900"/>
                <a:ext cx="16725" cy="153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612" extrusionOk="0">
                    <a:moveTo>
                      <a:pt x="279" y="1"/>
                    </a:moveTo>
                    <a:cubicBezTo>
                      <a:pt x="205" y="1"/>
                      <a:pt x="126" y="44"/>
                      <a:pt x="61" y="87"/>
                    </a:cubicBezTo>
                    <a:cubicBezTo>
                      <a:pt x="31" y="147"/>
                      <a:pt x="0" y="208"/>
                      <a:pt x="0" y="299"/>
                    </a:cubicBezTo>
                    <a:cubicBezTo>
                      <a:pt x="0" y="390"/>
                      <a:pt x="31" y="451"/>
                      <a:pt x="61" y="512"/>
                    </a:cubicBezTo>
                    <a:cubicBezTo>
                      <a:pt x="136" y="562"/>
                      <a:pt x="230" y="611"/>
                      <a:pt x="312" y="611"/>
                    </a:cubicBezTo>
                    <a:cubicBezTo>
                      <a:pt x="331" y="611"/>
                      <a:pt x="348" y="609"/>
                      <a:pt x="365" y="603"/>
                    </a:cubicBezTo>
                    <a:lnTo>
                      <a:pt x="487" y="542"/>
                    </a:lnTo>
                    <a:cubicBezTo>
                      <a:pt x="547" y="512"/>
                      <a:pt x="578" y="512"/>
                      <a:pt x="608" y="451"/>
                    </a:cubicBezTo>
                    <a:cubicBezTo>
                      <a:pt x="639" y="421"/>
                      <a:pt x="669" y="360"/>
                      <a:pt x="669" y="299"/>
                    </a:cubicBezTo>
                    <a:cubicBezTo>
                      <a:pt x="669" y="269"/>
                      <a:pt x="669" y="208"/>
                      <a:pt x="639" y="178"/>
                    </a:cubicBezTo>
                    <a:cubicBezTo>
                      <a:pt x="608" y="117"/>
                      <a:pt x="547" y="87"/>
                      <a:pt x="487" y="56"/>
                    </a:cubicBezTo>
                    <a:lnTo>
                      <a:pt x="365" y="26"/>
                    </a:lnTo>
                    <a:cubicBezTo>
                      <a:pt x="338" y="8"/>
                      <a:pt x="309" y="1"/>
                      <a:pt x="2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2" name="Google Shape;6472;p40"/>
              <p:cNvSpPr/>
              <p:nvPr/>
            </p:nvSpPr>
            <p:spPr>
              <a:xfrm>
                <a:off x="1077025" y="4421325"/>
                <a:ext cx="612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183" extrusionOk="0">
                    <a:moveTo>
                      <a:pt x="122" y="1"/>
                    </a:moveTo>
                    <a:cubicBezTo>
                      <a:pt x="1" y="1"/>
                      <a:pt x="1" y="183"/>
                      <a:pt x="122" y="183"/>
                    </a:cubicBezTo>
                    <a:cubicBezTo>
                      <a:pt x="244" y="183"/>
                      <a:pt x="244" y="1"/>
                      <a:pt x="1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3" name="Google Shape;6473;p40"/>
              <p:cNvSpPr/>
              <p:nvPr/>
            </p:nvSpPr>
            <p:spPr>
              <a:xfrm>
                <a:off x="1198625" y="4435000"/>
                <a:ext cx="1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365" y="1"/>
                    </a:moveTo>
                    <a:cubicBezTo>
                      <a:pt x="0" y="1"/>
                      <a:pt x="0" y="548"/>
                      <a:pt x="365" y="548"/>
                    </a:cubicBezTo>
                    <a:cubicBezTo>
                      <a:pt x="730" y="548"/>
                      <a:pt x="730" y="1"/>
                      <a:pt x="3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4" name="Google Shape;6474;p40"/>
              <p:cNvSpPr/>
              <p:nvPr/>
            </p:nvSpPr>
            <p:spPr>
              <a:xfrm>
                <a:off x="1455450" y="4427400"/>
                <a:ext cx="15225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457" extrusionOk="0">
                    <a:moveTo>
                      <a:pt x="305" y="1"/>
                    </a:moveTo>
                    <a:cubicBezTo>
                      <a:pt x="1" y="1"/>
                      <a:pt x="1" y="457"/>
                      <a:pt x="305" y="457"/>
                    </a:cubicBezTo>
                    <a:cubicBezTo>
                      <a:pt x="609" y="457"/>
                      <a:pt x="609" y="1"/>
                      <a:pt x="3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5" name="Google Shape;6475;p40"/>
              <p:cNvSpPr/>
              <p:nvPr/>
            </p:nvSpPr>
            <p:spPr>
              <a:xfrm>
                <a:off x="1594525" y="4429675"/>
                <a:ext cx="205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0" extrusionOk="0">
                    <a:moveTo>
                      <a:pt x="395" y="1"/>
                    </a:moveTo>
                    <a:cubicBezTo>
                      <a:pt x="0" y="1"/>
                      <a:pt x="0" y="639"/>
                      <a:pt x="395" y="639"/>
                    </a:cubicBezTo>
                    <a:cubicBezTo>
                      <a:pt x="821" y="639"/>
                      <a:pt x="821" y="1"/>
                      <a:pt x="3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6" name="Google Shape;6476;p40"/>
              <p:cNvSpPr/>
              <p:nvPr/>
            </p:nvSpPr>
            <p:spPr>
              <a:xfrm>
                <a:off x="1768525" y="4433475"/>
                <a:ext cx="21325" cy="1772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709" extrusionOk="0">
                    <a:moveTo>
                      <a:pt x="366" y="1"/>
                    </a:moveTo>
                    <a:cubicBezTo>
                      <a:pt x="275" y="1"/>
                      <a:pt x="183" y="31"/>
                      <a:pt x="123" y="92"/>
                    </a:cubicBezTo>
                    <a:cubicBezTo>
                      <a:pt x="62" y="153"/>
                      <a:pt x="1" y="274"/>
                      <a:pt x="1" y="366"/>
                    </a:cubicBezTo>
                    <a:cubicBezTo>
                      <a:pt x="31" y="457"/>
                      <a:pt x="62" y="548"/>
                      <a:pt x="123" y="609"/>
                    </a:cubicBezTo>
                    <a:cubicBezTo>
                      <a:pt x="172" y="658"/>
                      <a:pt x="242" y="708"/>
                      <a:pt x="316" y="708"/>
                    </a:cubicBezTo>
                    <a:cubicBezTo>
                      <a:pt x="332" y="708"/>
                      <a:pt x="349" y="706"/>
                      <a:pt x="366" y="700"/>
                    </a:cubicBezTo>
                    <a:lnTo>
                      <a:pt x="487" y="700"/>
                    </a:lnTo>
                    <a:cubicBezTo>
                      <a:pt x="609" y="700"/>
                      <a:pt x="670" y="670"/>
                      <a:pt x="761" y="609"/>
                    </a:cubicBezTo>
                    <a:cubicBezTo>
                      <a:pt x="822" y="548"/>
                      <a:pt x="852" y="426"/>
                      <a:pt x="852" y="335"/>
                    </a:cubicBezTo>
                    <a:cubicBezTo>
                      <a:pt x="852" y="274"/>
                      <a:pt x="822" y="153"/>
                      <a:pt x="761" y="92"/>
                    </a:cubicBezTo>
                    <a:cubicBezTo>
                      <a:pt x="670" y="31"/>
                      <a:pt x="609" y="1"/>
                      <a:pt x="4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7" name="Google Shape;6477;p40"/>
              <p:cNvSpPr/>
              <p:nvPr/>
            </p:nvSpPr>
            <p:spPr>
              <a:xfrm>
                <a:off x="1961550" y="4438425"/>
                <a:ext cx="182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39" extrusionOk="0">
                    <a:moveTo>
                      <a:pt x="308" y="1"/>
                    </a:moveTo>
                    <a:cubicBezTo>
                      <a:pt x="251" y="1"/>
                      <a:pt x="198" y="16"/>
                      <a:pt x="152" y="46"/>
                    </a:cubicBezTo>
                    <a:cubicBezTo>
                      <a:pt x="61" y="107"/>
                      <a:pt x="0" y="228"/>
                      <a:pt x="0" y="320"/>
                    </a:cubicBezTo>
                    <a:cubicBezTo>
                      <a:pt x="0" y="441"/>
                      <a:pt x="61" y="563"/>
                      <a:pt x="152" y="593"/>
                    </a:cubicBezTo>
                    <a:cubicBezTo>
                      <a:pt x="198" y="624"/>
                      <a:pt x="251" y="639"/>
                      <a:pt x="308" y="639"/>
                    </a:cubicBezTo>
                    <a:cubicBezTo>
                      <a:pt x="365" y="639"/>
                      <a:pt x="426" y="624"/>
                      <a:pt x="487" y="593"/>
                    </a:cubicBezTo>
                    <a:cubicBezTo>
                      <a:pt x="487" y="593"/>
                      <a:pt x="517" y="593"/>
                      <a:pt x="548" y="563"/>
                    </a:cubicBezTo>
                    <a:cubicBezTo>
                      <a:pt x="730" y="472"/>
                      <a:pt x="730" y="198"/>
                      <a:pt x="548" y="76"/>
                    </a:cubicBezTo>
                    <a:cubicBezTo>
                      <a:pt x="517" y="76"/>
                      <a:pt x="487" y="76"/>
                      <a:pt x="487" y="46"/>
                    </a:cubicBezTo>
                    <a:cubicBezTo>
                      <a:pt x="426" y="16"/>
                      <a:pt x="365" y="1"/>
                      <a:pt x="3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8" name="Google Shape;6478;p40"/>
              <p:cNvSpPr/>
              <p:nvPr/>
            </p:nvSpPr>
            <p:spPr>
              <a:xfrm>
                <a:off x="1988900" y="4250350"/>
                <a:ext cx="25100" cy="1902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761" extrusionOk="0">
                    <a:moveTo>
                      <a:pt x="487" y="1"/>
                    </a:moveTo>
                    <a:cubicBezTo>
                      <a:pt x="1" y="1"/>
                      <a:pt x="1" y="760"/>
                      <a:pt x="487" y="760"/>
                    </a:cubicBezTo>
                    <a:cubicBezTo>
                      <a:pt x="1004" y="760"/>
                      <a:pt x="1004" y="1"/>
                      <a:pt x="4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9" name="Google Shape;6479;p40"/>
              <p:cNvSpPr/>
              <p:nvPr/>
            </p:nvSpPr>
            <p:spPr>
              <a:xfrm>
                <a:off x="1912150" y="4195650"/>
                <a:ext cx="2357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943" h="730" extrusionOk="0">
                    <a:moveTo>
                      <a:pt x="457" y="0"/>
                    </a:moveTo>
                    <a:cubicBezTo>
                      <a:pt x="1" y="0"/>
                      <a:pt x="1" y="730"/>
                      <a:pt x="457" y="730"/>
                    </a:cubicBezTo>
                    <a:cubicBezTo>
                      <a:pt x="943" y="730"/>
                      <a:pt x="943" y="0"/>
                      <a:pt x="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0" name="Google Shape;6480;p40"/>
              <p:cNvSpPr/>
              <p:nvPr/>
            </p:nvSpPr>
            <p:spPr>
              <a:xfrm>
                <a:off x="1995750" y="41834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1" y="609"/>
                      <a:pt x="791" y="1"/>
                      <a:pt x="3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1" name="Google Shape;6481;p40"/>
              <p:cNvSpPr/>
              <p:nvPr/>
            </p:nvSpPr>
            <p:spPr>
              <a:xfrm>
                <a:off x="1900000" y="413332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6" y="1"/>
                    </a:moveTo>
                    <a:cubicBezTo>
                      <a:pt x="0" y="1"/>
                      <a:pt x="0" y="609"/>
                      <a:pt x="396" y="609"/>
                    </a:cubicBezTo>
                    <a:cubicBezTo>
                      <a:pt x="791" y="609"/>
                      <a:pt x="791" y="1"/>
                      <a:pt x="3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2" name="Google Shape;6482;p40"/>
              <p:cNvSpPr/>
              <p:nvPr/>
            </p:nvSpPr>
            <p:spPr>
              <a:xfrm>
                <a:off x="1792100" y="4112800"/>
                <a:ext cx="258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22" extrusionOk="0">
                    <a:moveTo>
                      <a:pt x="517" y="1"/>
                    </a:moveTo>
                    <a:cubicBezTo>
                      <a:pt x="0" y="1"/>
                      <a:pt x="0" y="822"/>
                      <a:pt x="517" y="822"/>
                    </a:cubicBezTo>
                    <a:cubicBezTo>
                      <a:pt x="1034" y="822"/>
                      <a:pt x="1034" y="1"/>
                      <a:pt x="5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3" name="Google Shape;6483;p40"/>
              <p:cNvSpPr/>
              <p:nvPr/>
            </p:nvSpPr>
            <p:spPr>
              <a:xfrm>
                <a:off x="1659100" y="4109150"/>
                <a:ext cx="20550" cy="183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33" extrusionOk="0">
                    <a:moveTo>
                      <a:pt x="373" y="1"/>
                    </a:moveTo>
                    <a:cubicBezTo>
                      <a:pt x="189" y="1"/>
                      <a:pt x="1" y="155"/>
                      <a:pt x="1" y="360"/>
                    </a:cubicBezTo>
                    <a:cubicBezTo>
                      <a:pt x="1" y="574"/>
                      <a:pt x="206" y="733"/>
                      <a:pt x="398" y="733"/>
                    </a:cubicBezTo>
                    <a:cubicBezTo>
                      <a:pt x="450" y="733"/>
                      <a:pt x="502" y="720"/>
                      <a:pt x="548" y="694"/>
                    </a:cubicBezTo>
                    <a:lnTo>
                      <a:pt x="639" y="633"/>
                    </a:lnTo>
                    <a:cubicBezTo>
                      <a:pt x="730" y="573"/>
                      <a:pt x="822" y="481"/>
                      <a:pt x="822" y="360"/>
                    </a:cubicBezTo>
                    <a:cubicBezTo>
                      <a:pt x="822" y="238"/>
                      <a:pt x="730" y="147"/>
                      <a:pt x="639" y="117"/>
                    </a:cubicBezTo>
                    <a:lnTo>
                      <a:pt x="548" y="56"/>
                    </a:lnTo>
                    <a:cubicBezTo>
                      <a:pt x="495" y="18"/>
                      <a:pt x="434" y="1"/>
                      <a:pt x="3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4" name="Google Shape;6484;p40"/>
              <p:cNvSpPr/>
              <p:nvPr/>
            </p:nvSpPr>
            <p:spPr>
              <a:xfrm>
                <a:off x="1631000" y="4060375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5" y="1"/>
                    </a:moveTo>
                    <a:cubicBezTo>
                      <a:pt x="0" y="1"/>
                      <a:pt x="0" y="639"/>
                      <a:pt x="395" y="639"/>
                    </a:cubicBezTo>
                    <a:cubicBezTo>
                      <a:pt x="821" y="639"/>
                      <a:pt x="821" y="1"/>
                      <a:pt x="3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5" name="Google Shape;6485;p40"/>
              <p:cNvSpPr/>
              <p:nvPr/>
            </p:nvSpPr>
            <p:spPr>
              <a:xfrm>
                <a:off x="1527650" y="4117375"/>
                <a:ext cx="258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1" extrusionOk="0">
                    <a:moveTo>
                      <a:pt x="517" y="0"/>
                    </a:moveTo>
                    <a:cubicBezTo>
                      <a:pt x="1" y="0"/>
                      <a:pt x="1" y="791"/>
                      <a:pt x="517" y="791"/>
                    </a:cubicBezTo>
                    <a:cubicBezTo>
                      <a:pt x="1034" y="79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6" name="Google Shape;6486;p40"/>
              <p:cNvSpPr/>
              <p:nvPr/>
            </p:nvSpPr>
            <p:spPr>
              <a:xfrm>
                <a:off x="1508650" y="4223750"/>
                <a:ext cx="9900" cy="84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36" extrusionOk="0">
                    <a:moveTo>
                      <a:pt x="183" y="1"/>
                    </a:moveTo>
                    <a:cubicBezTo>
                      <a:pt x="1" y="1"/>
                      <a:pt x="1" y="335"/>
                      <a:pt x="183" y="335"/>
                    </a:cubicBezTo>
                    <a:cubicBezTo>
                      <a:pt x="396" y="335"/>
                      <a:pt x="396" y="1"/>
                      <a:pt x="1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7" name="Google Shape;6487;p40"/>
              <p:cNvSpPr/>
              <p:nvPr/>
            </p:nvSpPr>
            <p:spPr>
              <a:xfrm>
                <a:off x="1590725" y="4143200"/>
                <a:ext cx="18250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30" y="578"/>
                      <a:pt x="730" y="1"/>
                      <a:pt x="3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8" name="Google Shape;6488;p40"/>
              <p:cNvSpPr/>
              <p:nvPr/>
            </p:nvSpPr>
            <p:spPr>
              <a:xfrm>
                <a:off x="1551200" y="4055825"/>
                <a:ext cx="1902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9" extrusionOk="0">
                    <a:moveTo>
                      <a:pt x="244" y="0"/>
                    </a:moveTo>
                    <a:cubicBezTo>
                      <a:pt x="183" y="31"/>
                      <a:pt x="122" y="61"/>
                      <a:pt x="92" y="92"/>
                    </a:cubicBezTo>
                    <a:cubicBezTo>
                      <a:pt x="31" y="152"/>
                      <a:pt x="1" y="213"/>
                      <a:pt x="1" y="304"/>
                    </a:cubicBezTo>
                    <a:cubicBezTo>
                      <a:pt x="1" y="395"/>
                      <a:pt x="31" y="456"/>
                      <a:pt x="92" y="517"/>
                    </a:cubicBezTo>
                    <a:cubicBezTo>
                      <a:pt x="122" y="578"/>
                      <a:pt x="183" y="578"/>
                      <a:pt x="244" y="608"/>
                    </a:cubicBezTo>
                    <a:lnTo>
                      <a:pt x="396" y="608"/>
                    </a:lnTo>
                    <a:lnTo>
                      <a:pt x="548" y="578"/>
                    </a:lnTo>
                    <a:lnTo>
                      <a:pt x="639" y="547"/>
                    </a:lnTo>
                    <a:cubicBezTo>
                      <a:pt x="669" y="547"/>
                      <a:pt x="700" y="517"/>
                      <a:pt x="700" y="487"/>
                    </a:cubicBezTo>
                    <a:cubicBezTo>
                      <a:pt x="730" y="426"/>
                      <a:pt x="761" y="365"/>
                      <a:pt x="761" y="304"/>
                    </a:cubicBezTo>
                    <a:cubicBezTo>
                      <a:pt x="761" y="274"/>
                      <a:pt x="761" y="213"/>
                      <a:pt x="730" y="152"/>
                    </a:cubicBezTo>
                    <a:cubicBezTo>
                      <a:pt x="700" y="122"/>
                      <a:pt x="609" y="31"/>
                      <a:pt x="548" y="31"/>
                    </a:cubicBezTo>
                    <a:lnTo>
                      <a:pt x="39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9" name="Google Shape;6489;p40"/>
              <p:cNvSpPr/>
              <p:nvPr/>
            </p:nvSpPr>
            <p:spPr>
              <a:xfrm>
                <a:off x="1744225" y="3967675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43" y="0"/>
                    </a:moveTo>
                    <a:cubicBezTo>
                      <a:pt x="0" y="0"/>
                      <a:pt x="0" y="396"/>
                      <a:pt x="243" y="396"/>
                    </a:cubicBezTo>
                    <a:cubicBezTo>
                      <a:pt x="517" y="396"/>
                      <a:pt x="517" y="0"/>
                      <a:pt x="2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0" name="Google Shape;6490;p40"/>
              <p:cNvSpPr/>
              <p:nvPr/>
            </p:nvSpPr>
            <p:spPr>
              <a:xfrm>
                <a:off x="1864275" y="4079375"/>
                <a:ext cx="1827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579" extrusionOk="0">
                    <a:moveTo>
                      <a:pt x="366" y="1"/>
                    </a:moveTo>
                    <a:cubicBezTo>
                      <a:pt x="1" y="1"/>
                      <a:pt x="1" y="578"/>
                      <a:pt x="366" y="578"/>
                    </a:cubicBezTo>
                    <a:cubicBezTo>
                      <a:pt x="730" y="578"/>
                      <a:pt x="730" y="1"/>
                      <a:pt x="3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491" name="Google Shape;6491;p40"/>
            <p:cNvSpPr/>
            <p:nvPr/>
          </p:nvSpPr>
          <p:spPr>
            <a:xfrm rot="10800000" flipH="1">
              <a:off x="6676150" y="-322754"/>
              <a:ext cx="923701" cy="953435"/>
            </a:xfrm>
            <a:custGeom>
              <a:avLst/>
              <a:gdLst/>
              <a:ahLst/>
              <a:cxnLst/>
              <a:rect l="l" t="t" r="r" b="b"/>
              <a:pathLst>
                <a:path w="46628" h="48129" extrusionOk="0">
                  <a:moveTo>
                    <a:pt x="26272" y="1"/>
                  </a:moveTo>
                  <a:cubicBezTo>
                    <a:pt x="19508" y="1"/>
                    <a:pt x="12739" y="1936"/>
                    <a:pt x="7053" y="5590"/>
                  </a:cubicBezTo>
                  <a:cubicBezTo>
                    <a:pt x="1642" y="9085"/>
                    <a:pt x="4043" y="10423"/>
                    <a:pt x="3527" y="15772"/>
                  </a:cubicBezTo>
                  <a:cubicBezTo>
                    <a:pt x="3131" y="19997"/>
                    <a:pt x="1" y="25347"/>
                    <a:pt x="3101" y="29238"/>
                  </a:cubicBezTo>
                  <a:lnTo>
                    <a:pt x="3131" y="29238"/>
                  </a:lnTo>
                  <a:cubicBezTo>
                    <a:pt x="4317" y="30727"/>
                    <a:pt x="6262" y="31517"/>
                    <a:pt x="7205" y="33189"/>
                  </a:cubicBezTo>
                  <a:cubicBezTo>
                    <a:pt x="7843" y="34344"/>
                    <a:pt x="7904" y="35712"/>
                    <a:pt x="8086" y="37019"/>
                  </a:cubicBezTo>
                  <a:cubicBezTo>
                    <a:pt x="8542" y="40119"/>
                    <a:pt x="9788" y="43189"/>
                    <a:pt x="12068" y="45347"/>
                  </a:cubicBezTo>
                  <a:cubicBezTo>
                    <a:pt x="13805" y="46992"/>
                    <a:pt x="16179" y="48037"/>
                    <a:pt x="18542" y="48037"/>
                  </a:cubicBezTo>
                  <a:cubicBezTo>
                    <a:pt x="19279" y="48037"/>
                    <a:pt x="20015" y="47935"/>
                    <a:pt x="20731" y="47718"/>
                  </a:cubicBezTo>
                  <a:cubicBezTo>
                    <a:pt x="23567" y="46850"/>
                    <a:pt x="25990" y="44355"/>
                    <a:pt x="28892" y="44355"/>
                  </a:cubicBezTo>
                  <a:cubicBezTo>
                    <a:pt x="29038" y="44355"/>
                    <a:pt x="29185" y="44362"/>
                    <a:pt x="29333" y="44375"/>
                  </a:cubicBezTo>
                  <a:cubicBezTo>
                    <a:pt x="32403" y="44679"/>
                    <a:pt x="34591" y="47840"/>
                    <a:pt x="37661" y="48113"/>
                  </a:cubicBezTo>
                  <a:cubicBezTo>
                    <a:pt x="37787" y="48124"/>
                    <a:pt x="37912" y="48129"/>
                    <a:pt x="38037" y="48129"/>
                  </a:cubicBezTo>
                  <a:cubicBezTo>
                    <a:pt x="40115" y="48129"/>
                    <a:pt x="42044" y="46730"/>
                    <a:pt x="43163" y="44952"/>
                  </a:cubicBezTo>
                  <a:cubicBezTo>
                    <a:pt x="44348" y="43098"/>
                    <a:pt x="44804" y="40849"/>
                    <a:pt x="45138" y="38660"/>
                  </a:cubicBezTo>
                  <a:cubicBezTo>
                    <a:pt x="46324" y="31001"/>
                    <a:pt x="46628" y="23189"/>
                    <a:pt x="46050" y="15468"/>
                  </a:cubicBezTo>
                  <a:cubicBezTo>
                    <a:pt x="45777" y="11821"/>
                    <a:pt x="45199" y="7930"/>
                    <a:pt x="42737" y="5195"/>
                  </a:cubicBezTo>
                  <a:cubicBezTo>
                    <a:pt x="40974" y="3219"/>
                    <a:pt x="38421" y="2125"/>
                    <a:pt x="35898" y="1365"/>
                  </a:cubicBezTo>
                  <a:cubicBezTo>
                    <a:pt x="32771" y="447"/>
                    <a:pt x="29522" y="1"/>
                    <a:pt x="26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2" name="Google Shape;6492;p40"/>
            <p:cNvSpPr/>
            <p:nvPr/>
          </p:nvSpPr>
          <p:spPr>
            <a:xfrm rot="10800000" flipH="1">
              <a:off x="6829907" y="-58879"/>
              <a:ext cx="706345" cy="772174"/>
            </a:xfrm>
            <a:custGeom>
              <a:avLst/>
              <a:gdLst/>
              <a:ahLst/>
              <a:cxnLst/>
              <a:rect l="l" t="t" r="r" b="b"/>
              <a:pathLst>
                <a:path w="35656" h="38979" extrusionOk="0">
                  <a:moveTo>
                    <a:pt x="20065" y="0"/>
                  </a:moveTo>
                  <a:cubicBezTo>
                    <a:pt x="18350" y="0"/>
                    <a:pt x="16674" y="196"/>
                    <a:pt x="15199" y="679"/>
                  </a:cubicBezTo>
                  <a:cubicBezTo>
                    <a:pt x="7296" y="3293"/>
                    <a:pt x="1" y="14661"/>
                    <a:pt x="2949" y="22746"/>
                  </a:cubicBezTo>
                  <a:cubicBezTo>
                    <a:pt x="3284" y="23628"/>
                    <a:pt x="3709" y="24479"/>
                    <a:pt x="3892" y="25391"/>
                  </a:cubicBezTo>
                  <a:cubicBezTo>
                    <a:pt x="4074" y="26333"/>
                    <a:pt x="4013" y="27275"/>
                    <a:pt x="4135" y="28187"/>
                  </a:cubicBezTo>
                  <a:cubicBezTo>
                    <a:pt x="4530" y="31530"/>
                    <a:pt x="7296" y="34448"/>
                    <a:pt x="10609" y="34965"/>
                  </a:cubicBezTo>
                  <a:cubicBezTo>
                    <a:pt x="11104" y="35045"/>
                    <a:pt x="11604" y="35077"/>
                    <a:pt x="12105" y="35077"/>
                  </a:cubicBezTo>
                  <a:cubicBezTo>
                    <a:pt x="14157" y="35077"/>
                    <a:pt x="16246" y="34542"/>
                    <a:pt x="18264" y="34542"/>
                  </a:cubicBezTo>
                  <a:cubicBezTo>
                    <a:pt x="19143" y="34542"/>
                    <a:pt x="20009" y="34643"/>
                    <a:pt x="20852" y="34935"/>
                  </a:cubicBezTo>
                  <a:cubicBezTo>
                    <a:pt x="23712" y="35928"/>
                    <a:pt x="25826" y="38978"/>
                    <a:pt x="28849" y="38978"/>
                  </a:cubicBezTo>
                  <a:cubicBezTo>
                    <a:pt x="28878" y="38978"/>
                    <a:pt x="28908" y="38978"/>
                    <a:pt x="28938" y="38977"/>
                  </a:cubicBezTo>
                  <a:cubicBezTo>
                    <a:pt x="30944" y="38947"/>
                    <a:pt x="32676" y="37458"/>
                    <a:pt x="33619" y="35664"/>
                  </a:cubicBezTo>
                  <a:cubicBezTo>
                    <a:pt x="34530" y="33901"/>
                    <a:pt x="34743" y="31865"/>
                    <a:pt x="34926" y="29859"/>
                  </a:cubicBezTo>
                  <a:cubicBezTo>
                    <a:pt x="35473" y="24084"/>
                    <a:pt x="35655" y="18278"/>
                    <a:pt x="35534" y="12472"/>
                  </a:cubicBezTo>
                  <a:cubicBezTo>
                    <a:pt x="35412" y="6454"/>
                    <a:pt x="33345" y="2442"/>
                    <a:pt x="27266" y="953"/>
                  </a:cubicBezTo>
                  <a:cubicBezTo>
                    <a:pt x="25124" y="412"/>
                    <a:pt x="22555" y="0"/>
                    <a:pt x="20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3" name="Google Shape;6493;p40"/>
            <p:cNvSpPr/>
            <p:nvPr/>
          </p:nvSpPr>
          <p:spPr>
            <a:xfrm rot="10800000" flipH="1">
              <a:off x="6676150" y="-345842"/>
              <a:ext cx="1183212" cy="1346070"/>
            </a:xfrm>
            <a:custGeom>
              <a:avLst/>
              <a:gdLst/>
              <a:ahLst/>
              <a:cxnLst/>
              <a:rect l="l" t="t" r="r" b="b"/>
              <a:pathLst>
                <a:path w="59728" h="67949" extrusionOk="0">
                  <a:moveTo>
                    <a:pt x="30526" y="3294"/>
                  </a:moveTo>
                  <a:cubicBezTo>
                    <a:pt x="30655" y="3294"/>
                    <a:pt x="30784" y="3295"/>
                    <a:pt x="30913" y="3298"/>
                  </a:cubicBezTo>
                  <a:cubicBezTo>
                    <a:pt x="40214" y="3450"/>
                    <a:pt x="47722" y="10532"/>
                    <a:pt x="51521" y="18557"/>
                  </a:cubicBezTo>
                  <a:cubicBezTo>
                    <a:pt x="55868" y="27736"/>
                    <a:pt x="55564" y="38557"/>
                    <a:pt x="52889" y="48162"/>
                  </a:cubicBezTo>
                  <a:cubicBezTo>
                    <a:pt x="52190" y="50655"/>
                    <a:pt x="51339" y="53117"/>
                    <a:pt x="50427" y="55548"/>
                  </a:cubicBezTo>
                  <a:cubicBezTo>
                    <a:pt x="49576" y="57798"/>
                    <a:pt x="48542" y="60168"/>
                    <a:pt x="46688" y="61749"/>
                  </a:cubicBezTo>
                  <a:cubicBezTo>
                    <a:pt x="45117" y="63114"/>
                    <a:pt x="43327" y="63590"/>
                    <a:pt x="41472" y="63590"/>
                  </a:cubicBezTo>
                  <a:cubicBezTo>
                    <a:pt x="38949" y="63590"/>
                    <a:pt x="36304" y="62710"/>
                    <a:pt x="33922" y="61992"/>
                  </a:cubicBezTo>
                  <a:cubicBezTo>
                    <a:pt x="32615" y="61627"/>
                    <a:pt x="31278" y="61658"/>
                    <a:pt x="29971" y="61384"/>
                  </a:cubicBezTo>
                  <a:cubicBezTo>
                    <a:pt x="28633" y="61080"/>
                    <a:pt x="27448" y="60533"/>
                    <a:pt x="26171" y="60199"/>
                  </a:cubicBezTo>
                  <a:cubicBezTo>
                    <a:pt x="23375" y="59500"/>
                    <a:pt x="20639" y="59682"/>
                    <a:pt x="17812" y="59621"/>
                  </a:cubicBezTo>
                  <a:cubicBezTo>
                    <a:pt x="12159" y="59469"/>
                    <a:pt x="7599" y="55670"/>
                    <a:pt x="8025" y="49743"/>
                  </a:cubicBezTo>
                  <a:cubicBezTo>
                    <a:pt x="8083" y="48962"/>
                    <a:pt x="7314" y="48125"/>
                    <a:pt x="6532" y="48125"/>
                  </a:cubicBezTo>
                  <a:cubicBezTo>
                    <a:pt x="6493" y="48125"/>
                    <a:pt x="6453" y="48127"/>
                    <a:pt x="6414" y="48132"/>
                  </a:cubicBezTo>
                  <a:cubicBezTo>
                    <a:pt x="6328" y="48141"/>
                    <a:pt x="6245" y="48145"/>
                    <a:pt x="6166" y="48145"/>
                  </a:cubicBezTo>
                  <a:cubicBezTo>
                    <a:pt x="3561" y="48145"/>
                    <a:pt x="4628" y="43407"/>
                    <a:pt x="4864" y="41961"/>
                  </a:cubicBezTo>
                  <a:cubicBezTo>
                    <a:pt x="5411" y="38679"/>
                    <a:pt x="4469" y="36156"/>
                    <a:pt x="3192" y="33147"/>
                  </a:cubicBezTo>
                  <a:cubicBezTo>
                    <a:pt x="2706" y="31961"/>
                    <a:pt x="2037" y="30715"/>
                    <a:pt x="1703" y="29469"/>
                  </a:cubicBezTo>
                  <a:cubicBezTo>
                    <a:pt x="1338" y="28071"/>
                    <a:pt x="1794" y="26369"/>
                    <a:pt x="2250" y="25001"/>
                  </a:cubicBezTo>
                  <a:cubicBezTo>
                    <a:pt x="2944" y="22804"/>
                    <a:pt x="4185" y="21021"/>
                    <a:pt x="5799" y="19505"/>
                  </a:cubicBezTo>
                  <a:lnTo>
                    <a:pt x="5799" y="19505"/>
                  </a:lnTo>
                  <a:cubicBezTo>
                    <a:pt x="6299" y="19428"/>
                    <a:pt x="6768" y="19099"/>
                    <a:pt x="6935" y="18528"/>
                  </a:cubicBezTo>
                  <a:lnTo>
                    <a:pt x="6935" y="18528"/>
                  </a:lnTo>
                  <a:cubicBezTo>
                    <a:pt x="7171" y="18341"/>
                    <a:pt x="7413" y="18158"/>
                    <a:pt x="7660" y="17979"/>
                  </a:cubicBezTo>
                  <a:cubicBezTo>
                    <a:pt x="8039" y="17701"/>
                    <a:pt x="7809" y="17108"/>
                    <a:pt x="7424" y="17108"/>
                  </a:cubicBezTo>
                  <a:cubicBezTo>
                    <a:pt x="7361" y="17108"/>
                    <a:pt x="7294" y="17124"/>
                    <a:pt x="7225" y="17159"/>
                  </a:cubicBezTo>
                  <a:lnTo>
                    <a:pt x="7225" y="17159"/>
                  </a:lnTo>
                  <a:cubicBezTo>
                    <a:pt x="7891" y="15343"/>
                    <a:pt x="9776" y="13991"/>
                    <a:pt x="11186" y="12812"/>
                  </a:cubicBezTo>
                  <a:cubicBezTo>
                    <a:pt x="13192" y="11171"/>
                    <a:pt x="15229" y="9590"/>
                    <a:pt x="17387" y="8131"/>
                  </a:cubicBezTo>
                  <a:cubicBezTo>
                    <a:pt x="21325" y="5496"/>
                    <a:pt x="25695" y="3294"/>
                    <a:pt x="30526" y="3294"/>
                  </a:cubicBezTo>
                  <a:close/>
                  <a:moveTo>
                    <a:pt x="30528" y="0"/>
                  </a:moveTo>
                  <a:cubicBezTo>
                    <a:pt x="25174" y="0"/>
                    <a:pt x="20120" y="2157"/>
                    <a:pt x="15685" y="5244"/>
                  </a:cubicBezTo>
                  <a:cubicBezTo>
                    <a:pt x="13162" y="6976"/>
                    <a:pt x="10791" y="8952"/>
                    <a:pt x="8450" y="10958"/>
                  </a:cubicBezTo>
                  <a:cubicBezTo>
                    <a:pt x="6110" y="12964"/>
                    <a:pt x="4195" y="15061"/>
                    <a:pt x="4256" y="18223"/>
                  </a:cubicBezTo>
                  <a:cubicBezTo>
                    <a:pt x="4271" y="18679"/>
                    <a:pt x="4452" y="19013"/>
                    <a:pt x="4714" y="19228"/>
                  </a:cubicBezTo>
                  <a:lnTo>
                    <a:pt x="4714" y="19228"/>
                  </a:lnTo>
                  <a:cubicBezTo>
                    <a:pt x="3371" y="20680"/>
                    <a:pt x="2352" y="22446"/>
                    <a:pt x="1642" y="24302"/>
                  </a:cubicBezTo>
                  <a:cubicBezTo>
                    <a:pt x="1034" y="25943"/>
                    <a:pt x="973" y="27554"/>
                    <a:pt x="608" y="29226"/>
                  </a:cubicBezTo>
                  <a:cubicBezTo>
                    <a:pt x="274" y="30928"/>
                    <a:pt x="0" y="32356"/>
                    <a:pt x="456" y="34089"/>
                  </a:cubicBezTo>
                  <a:cubicBezTo>
                    <a:pt x="699" y="35092"/>
                    <a:pt x="1064" y="36034"/>
                    <a:pt x="1247" y="37037"/>
                  </a:cubicBezTo>
                  <a:cubicBezTo>
                    <a:pt x="1459" y="38314"/>
                    <a:pt x="1247" y="39317"/>
                    <a:pt x="973" y="40563"/>
                  </a:cubicBezTo>
                  <a:cubicBezTo>
                    <a:pt x="608" y="42357"/>
                    <a:pt x="31" y="44302"/>
                    <a:pt x="304" y="46156"/>
                  </a:cubicBezTo>
                  <a:cubicBezTo>
                    <a:pt x="665" y="48587"/>
                    <a:pt x="2571" y="50790"/>
                    <a:pt x="4918" y="51284"/>
                  </a:cubicBezTo>
                  <a:lnTo>
                    <a:pt x="4918" y="51284"/>
                  </a:lnTo>
                  <a:cubicBezTo>
                    <a:pt x="5568" y="55299"/>
                    <a:pt x="8291" y="58979"/>
                    <a:pt x="12067" y="60624"/>
                  </a:cubicBezTo>
                  <a:cubicBezTo>
                    <a:pt x="14077" y="61510"/>
                    <a:pt x="16205" y="61666"/>
                    <a:pt x="18356" y="61666"/>
                  </a:cubicBezTo>
                  <a:cubicBezTo>
                    <a:pt x="19531" y="61666"/>
                    <a:pt x="20713" y="61620"/>
                    <a:pt x="21886" y="61620"/>
                  </a:cubicBezTo>
                  <a:cubicBezTo>
                    <a:pt x="24611" y="61620"/>
                    <a:pt x="27289" y="61871"/>
                    <a:pt x="29727" y="63542"/>
                  </a:cubicBezTo>
                  <a:cubicBezTo>
                    <a:pt x="31004" y="64393"/>
                    <a:pt x="31916" y="65305"/>
                    <a:pt x="33314" y="65944"/>
                  </a:cubicBezTo>
                  <a:cubicBezTo>
                    <a:pt x="34591" y="66521"/>
                    <a:pt x="35837" y="67038"/>
                    <a:pt x="37205" y="67372"/>
                  </a:cubicBezTo>
                  <a:cubicBezTo>
                    <a:pt x="38663" y="67728"/>
                    <a:pt x="40183" y="67948"/>
                    <a:pt x="41705" y="67948"/>
                  </a:cubicBezTo>
                  <a:cubicBezTo>
                    <a:pt x="42785" y="67948"/>
                    <a:pt x="43866" y="67837"/>
                    <a:pt x="44925" y="67585"/>
                  </a:cubicBezTo>
                  <a:cubicBezTo>
                    <a:pt x="50761" y="66187"/>
                    <a:pt x="52585" y="60594"/>
                    <a:pt x="54165" y="55487"/>
                  </a:cubicBezTo>
                  <a:cubicBezTo>
                    <a:pt x="57722" y="44089"/>
                    <a:pt x="59728" y="31171"/>
                    <a:pt x="55351" y="19712"/>
                  </a:cubicBezTo>
                  <a:cubicBezTo>
                    <a:pt x="51703" y="10168"/>
                    <a:pt x="43831" y="1687"/>
                    <a:pt x="33314" y="198"/>
                  </a:cubicBezTo>
                  <a:cubicBezTo>
                    <a:pt x="32377" y="64"/>
                    <a:pt x="31448" y="0"/>
                    <a:pt x="305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4" name="Google Shape;6494;p40"/>
            <p:cNvSpPr/>
            <p:nvPr/>
          </p:nvSpPr>
          <p:spPr>
            <a:xfrm rot="10800000">
              <a:off x="7944865" y="-533420"/>
              <a:ext cx="1479235" cy="1874223"/>
            </a:xfrm>
            <a:custGeom>
              <a:avLst/>
              <a:gdLst/>
              <a:ahLst/>
              <a:cxnLst/>
              <a:rect l="l" t="t" r="r" b="b"/>
              <a:pathLst>
                <a:path w="72556" h="91930" extrusionOk="0">
                  <a:moveTo>
                    <a:pt x="8404" y="0"/>
                  </a:moveTo>
                  <a:cubicBezTo>
                    <a:pt x="5829" y="0"/>
                    <a:pt x="4478" y="4262"/>
                    <a:pt x="4074" y="7018"/>
                  </a:cubicBezTo>
                  <a:cubicBezTo>
                    <a:pt x="3132" y="13614"/>
                    <a:pt x="2159" y="20210"/>
                    <a:pt x="1460" y="26836"/>
                  </a:cubicBezTo>
                  <a:cubicBezTo>
                    <a:pt x="396" y="37201"/>
                    <a:pt x="1" y="47627"/>
                    <a:pt x="305" y="58052"/>
                  </a:cubicBezTo>
                  <a:cubicBezTo>
                    <a:pt x="578" y="67566"/>
                    <a:pt x="1855" y="78022"/>
                    <a:pt x="8785" y="84557"/>
                  </a:cubicBezTo>
                  <a:cubicBezTo>
                    <a:pt x="14621" y="90059"/>
                    <a:pt x="23132" y="91487"/>
                    <a:pt x="31157" y="91822"/>
                  </a:cubicBezTo>
                  <a:cubicBezTo>
                    <a:pt x="32812" y="91894"/>
                    <a:pt x="34469" y="91930"/>
                    <a:pt x="36126" y="91930"/>
                  </a:cubicBezTo>
                  <a:cubicBezTo>
                    <a:pt x="42105" y="91930"/>
                    <a:pt x="48088" y="91469"/>
                    <a:pt x="54014" y="90636"/>
                  </a:cubicBezTo>
                  <a:cubicBezTo>
                    <a:pt x="60245" y="89724"/>
                    <a:pt x="66993" y="88053"/>
                    <a:pt x="70762" y="83007"/>
                  </a:cubicBezTo>
                  <a:cubicBezTo>
                    <a:pt x="71735" y="81700"/>
                    <a:pt x="72495" y="80180"/>
                    <a:pt x="72525" y="78539"/>
                  </a:cubicBezTo>
                  <a:cubicBezTo>
                    <a:pt x="72555" y="76958"/>
                    <a:pt x="71917" y="75438"/>
                    <a:pt x="71309" y="73949"/>
                  </a:cubicBezTo>
                  <a:cubicBezTo>
                    <a:pt x="70884" y="72946"/>
                    <a:pt x="70397" y="71882"/>
                    <a:pt x="69516" y="71244"/>
                  </a:cubicBezTo>
                  <a:cubicBezTo>
                    <a:pt x="68817" y="70727"/>
                    <a:pt x="67935" y="70545"/>
                    <a:pt x="67115" y="70241"/>
                  </a:cubicBezTo>
                  <a:cubicBezTo>
                    <a:pt x="63072" y="68630"/>
                    <a:pt x="61370" y="63949"/>
                    <a:pt x="58330" y="60879"/>
                  </a:cubicBezTo>
                  <a:cubicBezTo>
                    <a:pt x="56111" y="58599"/>
                    <a:pt x="52859" y="56806"/>
                    <a:pt x="52434" y="53675"/>
                  </a:cubicBezTo>
                  <a:cubicBezTo>
                    <a:pt x="52130" y="51608"/>
                    <a:pt x="53224" y="49602"/>
                    <a:pt x="53528" y="47566"/>
                  </a:cubicBezTo>
                  <a:cubicBezTo>
                    <a:pt x="53790" y="45587"/>
                    <a:pt x="52687" y="43052"/>
                    <a:pt x="50779" y="43052"/>
                  </a:cubicBezTo>
                  <a:cubicBezTo>
                    <a:pt x="50694" y="43052"/>
                    <a:pt x="50607" y="43057"/>
                    <a:pt x="50519" y="43067"/>
                  </a:cubicBezTo>
                  <a:cubicBezTo>
                    <a:pt x="49516" y="43189"/>
                    <a:pt x="48695" y="43979"/>
                    <a:pt x="47692" y="44070"/>
                  </a:cubicBezTo>
                  <a:cubicBezTo>
                    <a:pt x="47623" y="44076"/>
                    <a:pt x="47555" y="44079"/>
                    <a:pt x="47489" y="44079"/>
                  </a:cubicBezTo>
                  <a:cubicBezTo>
                    <a:pt x="45562" y="44079"/>
                    <a:pt x="44648" y="41579"/>
                    <a:pt x="43649" y="39845"/>
                  </a:cubicBezTo>
                  <a:cubicBezTo>
                    <a:pt x="41643" y="36380"/>
                    <a:pt x="37388" y="34708"/>
                    <a:pt x="35382" y="31274"/>
                  </a:cubicBezTo>
                  <a:cubicBezTo>
                    <a:pt x="33254" y="27687"/>
                    <a:pt x="34075" y="23219"/>
                    <a:pt x="34500" y="19085"/>
                  </a:cubicBezTo>
                  <a:cubicBezTo>
                    <a:pt x="34713" y="17109"/>
                    <a:pt x="34774" y="14982"/>
                    <a:pt x="33831" y="13249"/>
                  </a:cubicBezTo>
                  <a:cubicBezTo>
                    <a:pt x="31886" y="9662"/>
                    <a:pt x="27023" y="9389"/>
                    <a:pt x="23071" y="8477"/>
                  </a:cubicBezTo>
                  <a:cubicBezTo>
                    <a:pt x="17934" y="7322"/>
                    <a:pt x="14682" y="4465"/>
                    <a:pt x="10852" y="1121"/>
                  </a:cubicBezTo>
                  <a:cubicBezTo>
                    <a:pt x="9937" y="332"/>
                    <a:pt x="9123" y="0"/>
                    <a:pt x="84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5" name="Google Shape;6495;p40"/>
            <p:cNvSpPr/>
            <p:nvPr/>
          </p:nvSpPr>
          <p:spPr>
            <a:xfrm rot="10800000">
              <a:off x="8237756" y="-268786"/>
              <a:ext cx="1016317" cy="972688"/>
            </a:xfrm>
            <a:custGeom>
              <a:avLst/>
              <a:gdLst/>
              <a:ahLst/>
              <a:cxnLst/>
              <a:rect l="l" t="t" r="r" b="b"/>
              <a:pathLst>
                <a:path w="49850" h="47710" extrusionOk="0">
                  <a:moveTo>
                    <a:pt x="5062" y="1"/>
                  </a:moveTo>
                  <a:cubicBezTo>
                    <a:pt x="5006" y="1"/>
                    <a:pt x="4951" y="1"/>
                    <a:pt x="4894" y="1"/>
                  </a:cubicBezTo>
                  <a:cubicBezTo>
                    <a:pt x="92" y="1"/>
                    <a:pt x="1733" y="3527"/>
                    <a:pt x="1976" y="7509"/>
                  </a:cubicBezTo>
                  <a:cubicBezTo>
                    <a:pt x="2250" y="12281"/>
                    <a:pt x="2554" y="17114"/>
                    <a:pt x="1976" y="21856"/>
                  </a:cubicBezTo>
                  <a:cubicBezTo>
                    <a:pt x="1399" y="26598"/>
                    <a:pt x="1" y="31552"/>
                    <a:pt x="1703" y="36020"/>
                  </a:cubicBezTo>
                  <a:cubicBezTo>
                    <a:pt x="3800" y="41613"/>
                    <a:pt x="9940" y="44470"/>
                    <a:pt x="15746" y="45929"/>
                  </a:cubicBezTo>
                  <a:cubicBezTo>
                    <a:pt x="20540" y="47111"/>
                    <a:pt x="25471" y="47710"/>
                    <a:pt x="30404" y="47710"/>
                  </a:cubicBezTo>
                  <a:cubicBezTo>
                    <a:pt x="34478" y="47710"/>
                    <a:pt x="38554" y="47301"/>
                    <a:pt x="42555" y="46476"/>
                  </a:cubicBezTo>
                  <a:cubicBezTo>
                    <a:pt x="45260" y="45929"/>
                    <a:pt x="48330" y="44835"/>
                    <a:pt x="49272" y="42221"/>
                  </a:cubicBezTo>
                  <a:cubicBezTo>
                    <a:pt x="49850" y="40610"/>
                    <a:pt x="49424" y="38817"/>
                    <a:pt x="48938" y="37145"/>
                  </a:cubicBezTo>
                  <a:cubicBezTo>
                    <a:pt x="48178" y="34409"/>
                    <a:pt x="47266" y="31643"/>
                    <a:pt x="45594" y="29333"/>
                  </a:cubicBezTo>
                  <a:cubicBezTo>
                    <a:pt x="43923" y="27054"/>
                    <a:pt x="41369" y="25230"/>
                    <a:pt x="38512" y="25108"/>
                  </a:cubicBezTo>
                  <a:cubicBezTo>
                    <a:pt x="37752" y="25078"/>
                    <a:pt x="36901" y="25139"/>
                    <a:pt x="36263" y="24713"/>
                  </a:cubicBezTo>
                  <a:cubicBezTo>
                    <a:pt x="35229" y="24044"/>
                    <a:pt x="35260" y="22555"/>
                    <a:pt x="34834" y="21400"/>
                  </a:cubicBezTo>
                  <a:cubicBezTo>
                    <a:pt x="34105" y="19455"/>
                    <a:pt x="32007" y="18360"/>
                    <a:pt x="29941" y="17996"/>
                  </a:cubicBezTo>
                  <a:cubicBezTo>
                    <a:pt x="27904" y="17631"/>
                    <a:pt x="25776" y="17783"/>
                    <a:pt x="23740" y="17418"/>
                  </a:cubicBezTo>
                  <a:cubicBezTo>
                    <a:pt x="19484" y="16628"/>
                    <a:pt x="15746" y="13345"/>
                    <a:pt x="14469" y="9181"/>
                  </a:cubicBezTo>
                  <a:cubicBezTo>
                    <a:pt x="13831" y="7084"/>
                    <a:pt x="13740" y="4774"/>
                    <a:pt x="12524" y="3011"/>
                  </a:cubicBezTo>
                  <a:cubicBezTo>
                    <a:pt x="10344" y="831"/>
                    <a:pt x="8135" y="1"/>
                    <a:pt x="50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6" name="Google Shape;6496;p40"/>
            <p:cNvSpPr/>
            <p:nvPr/>
          </p:nvSpPr>
          <p:spPr>
            <a:xfrm rot="10800000">
              <a:off x="8768600" y="513153"/>
              <a:ext cx="377000" cy="370975"/>
            </a:xfrm>
            <a:custGeom>
              <a:avLst/>
              <a:gdLst/>
              <a:ahLst/>
              <a:cxnLst/>
              <a:rect l="l" t="t" r="r" b="b"/>
              <a:pathLst>
                <a:path w="15080" h="14839" extrusionOk="0">
                  <a:moveTo>
                    <a:pt x="6698" y="0"/>
                  </a:moveTo>
                  <a:cubicBezTo>
                    <a:pt x="4340" y="0"/>
                    <a:pt x="1761" y="579"/>
                    <a:pt x="31" y="609"/>
                  </a:cubicBezTo>
                  <a:cubicBezTo>
                    <a:pt x="0" y="609"/>
                    <a:pt x="0" y="639"/>
                    <a:pt x="31" y="639"/>
                  </a:cubicBezTo>
                  <a:lnTo>
                    <a:pt x="0" y="639"/>
                  </a:lnTo>
                  <a:cubicBezTo>
                    <a:pt x="2493" y="639"/>
                    <a:pt x="5168" y="2220"/>
                    <a:pt x="7356" y="3284"/>
                  </a:cubicBezTo>
                  <a:cubicBezTo>
                    <a:pt x="8177" y="3679"/>
                    <a:pt x="8511" y="3709"/>
                    <a:pt x="8785" y="4560"/>
                  </a:cubicBezTo>
                  <a:cubicBezTo>
                    <a:pt x="9058" y="5442"/>
                    <a:pt x="9210" y="6293"/>
                    <a:pt x="9423" y="7174"/>
                  </a:cubicBezTo>
                  <a:cubicBezTo>
                    <a:pt x="9758" y="8573"/>
                    <a:pt x="10244" y="9819"/>
                    <a:pt x="11429" y="10670"/>
                  </a:cubicBezTo>
                  <a:cubicBezTo>
                    <a:pt x="11976" y="11035"/>
                    <a:pt x="12128" y="11004"/>
                    <a:pt x="12645" y="11551"/>
                  </a:cubicBezTo>
                  <a:cubicBezTo>
                    <a:pt x="13405" y="12311"/>
                    <a:pt x="13162" y="12311"/>
                    <a:pt x="13375" y="13193"/>
                  </a:cubicBezTo>
                  <a:cubicBezTo>
                    <a:pt x="13527" y="13770"/>
                    <a:pt x="13770" y="14226"/>
                    <a:pt x="14165" y="14682"/>
                  </a:cubicBezTo>
                  <a:cubicBezTo>
                    <a:pt x="14261" y="14793"/>
                    <a:pt x="14369" y="14839"/>
                    <a:pt x="14473" y="14839"/>
                  </a:cubicBezTo>
                  <a:cubicBezTo>
                    <a:pt x="14798" y="14839"/>
                    <a:pt x="15079" y="14389"/>
                    <a:pt x="14803" y="14044"/>
                  </a:cubicBezTo>
                  <a:cubicBezTo>
                    <a:pt x="14043" y="13041"/>
                    <a:pt x="14074" y="11673"/>
                    <a:pt x="13557" y="10548"/>
                  </a:cubicBezTo>
                  <a:cubicBezTo>
                    <a:pt x="13283" y="9940"/>
                    <a:pt x="12797" y="9515"/>
                    <a:pt x="12463" y="8937"/>
                  </a:cubicBezTo>
                  <a:cubicBezTo>
                    <a:pt x="11460" y="7174"/>
                    <a:pt x="12706" y="5047"/>
                    <a:pt x="12128" y="3132"/>
                  </a:cubicBezTo>
                  <a:cubicBezTo>
                    <a:pt x="11354" y="624"/>
                    <a:pt x="9145" y="0"/>
                    <a:pt x="66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7" name="Google Shape;6497;p40"/>
            <p:cNvSpPr/>
            <p:nvPr/>
          </p:nvSpPr>
          <p:spPr>
            <a:xfrm rot="10800000">
              <a:off x="8162782" y="-52088"/>
              <a:ext cx="598638" cy="534336"/>
            </a:xfrm>
            <a:custGeom>
              <a:avLst/>
              <a:gdLst/>
              <a:ahLst/>
              <a:cxnLst/>
              <a:rect l="l" t="t" r="r" b="b"/>
              <a:pathLst>
                <a:path w="29363" h="26209" extrusionOk="0">
                  <a:moveTo>
                    <a:pt x="9676" y="1"/>
                  </a:moveTo>
                  <a:cubicBezTo>
                    <a:pt x="9064" y="1"/>
                    <a:pt x="8443" y="95"/>
                    <a:pt x="7843" y="275"/>
                  </a:cubicBezTo>
                  <a:cubicBezTo>
                    <a:pt x="5472" y="1005"/>
                    <a:pt x="2767" y="1066"/>
                    <a:pt x="274" y="1309"/>
                  </a:cubicBezTo>
                  <a:cubicBezTo>
                    <a:pt x="31" y="1339"/>
                    <a:pt x="1" y="1704"/>
                    <a:pt x="274" y="1734"/>
                  </a:cubicBezTo>
                  <a:cubicBezTo>
                    <a:pt x="720" y="1745"/>
                    <a:pt x="1180" y="1747"/>
                    <a:pt x="1650" y="1747"/>
                  </a:cubicBezTo>
                  <a:cubicBezTo>
                    <a:pt x="1807" y="1747"/>
                    <a:pt x="1966" y="1746"/>
                    <a:pt x="2125" y="1746"/>
                  </a:cubicBezTo>
                  <a:cubicBezTo>
                    <a:pt x="5473" y="1746"/>
                    <a:pt x="9172" y="1814"/>
                    <a:pt x="11217" y="4804"/>
                  </a:cubicBezTo>
                  <a:cubicBezTo>
                    <a:pt x="11976" y="5929"/>
                    <a:pt x="12372" y="7540"/>
                    <a:pt x="13435" y="8391"/>
                  </a:cubicBezTo>
                  <a:cubicBezTo>
                    <a:pt x="13894" y="8760"/>
                    <a:pt x="14398" y="8861"/>
                    <a:pt x="14921" y="8861"/>
                  </a:cubicBezTo>
                  <a:cubicBezTo>
                    <a:pt x="15552" y="8861"/>
                    <a:pt x="16211" y="8714"/>
                    <a:pt x="16850" y="8714"/>
                  </a:cubicBezTo>
                  <a:cubicBezTo>
                    <a:pt x="17297" y="8714"/>
                    <a:pt x="17735" y="8786"/>
                    <a:pt x="18147" y="9029"/>
                  </a:cubicBezTo>
                  <a:cubicBezTo>
                    <a:pt x="18967" y="9485"/>
                    <a:pt x="19636" y="10397"/>
                    <a:pt x="20274" y="11096"/>
                  </a:cubicBezTo>
                  <a:cubicBezTo>
                    <a:pt x="21034" y="11887"/>
                    <a:pt x="22129" y="12798"/>
                    <a:pt x="22615" y="13801"/>
                  </a:cubicBezTo>
                  <a:cubicBezTo>
                    <a:pt x="23344" y="15260"/>
                    <a:pt x="22159" y="16628"/>
                    <a:pt x="23375" y="18118"/>
                  </a:cubicBezTo>
                  <a:cubicBezTo>
                    <a:pt x="23892" y="18756"/>
                    <a:pt x="24530" y="19121"/>
                    <a:pt x="24803" y="19972"/>
                  </a:cubicBezTo>
                  <a:cubicBezTo>
                    <a:pt x="25016" y="20701"/>
                    <a:pt x="24986" y="21552"/>
                    <a:pt x="24986" y="22312"/>
                  </a:cubicBezTo>
                  <a:cubicBezTo>
                    <a:pt x="24955" y="23680"/>
                    <a:pt x="24591" y="24865"/>
                    <a:pt x="25594" y="25990"/>
                  </a:cubicBezTo>
                  <a:cubicBezTo>
                    <a:pt x="25705" y="26124"/>
                    <a:pt x="25914" y="26208"/>
                    <a:pt x="26101" y="26208"/>
                  </a:cubicBezTo>
                  <a:cubicBezTo>
                    <a:pt x="26170" y="26208"/>
                    <a:pt x="26236" y="26197"/>
                    <a:pt x="26293" y="26172"/>
                  </a:cubicBezTo>
                  <a:cubicBezTo>
                    <a:pt x="29363" y="25109"/>
                    <a:pt x="28968" y="19698"/>
                    <a:pt x="27539" y="17479"/>
                  </a:cubicBezTo>
                  <a:cubicBezTo>
                    <a:pt x="27053" y="16689"/>
                    <a:pt x="26354" y="16172"/>
                    <a:pt x="25624" y="15595"/>
                  </a:cubicBezTo>
                  <a:cubicBezTo>
                    <a:pt x="24925" y="15017"/>
                    <a:pt x="24743" y="14409"/>
                    <a:pt x="24165" y="13710"/>
                  </a:cubicBezTo>
                  <a:cubicBezTo>
                    <a:pt x="23496" y="12890"/>
                    <a:pt x="22524" y="12282"/>
                    <a:pt x="21733" y="11552"/>
                  </a:cubicBezTo>
                  <a:cubicBezTo>
                    <a:pt x="20943" y="10823"/>
                    <a:pt x="20183" y="9941"/>
                    <a:pt x="19332" y="9272"/>
                  </a:cubicBezTo>
                  <a:cubicBezTo>
                    <a:pt x="18815" y="8877"/>
                    <a:pt x="18390" y="8725"/>
                    <a:pt x="17812" y="8513"/>
                  </a:cubicBezTo>
                  <a:cubicBezTo>
                    <a:pt x="17235" y="8300"/>
                    <a:pt x="16171" y="8239"/>
                    <a:pt x="15685" y="7783"/>
                  </a:cubicBezTo>
                  <a:cubicBezTo>
                    <a:pt x="15350" y="7449"/>
                    <a:pt x="15229" y="6628"/>
                    <a:pt x="15168" y="6233"/>
                  </a:cubicBezTo>
                  <a:cubicBezTo>
                    <a:pt x="14864" y="4288"/>
                    <a:pt x="14651" y="2677"/>
                    <a:pt x="13071" y="1248"/>
                  </a:cubicBezTo>
                  <a:cubicBezTo>
                    <a:pt x="12133" y="392"/>
                    <a:pt x="10922" y="1"/>
                    <a:pt x="96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8" name="Google Shape;6498;p40"/>
            <p:cNvSpPr/>
            <p:nvPr/>
          </p:nvSpPr>
          <p:spPr>
            <a:xfrm rot="10800000">
              <a:off x="7885571" y="380712"/>
              <a:ext cx="250980" cy="387401"/>
            </a:xfrm>
            <a:custGeom>
              <a:avLst/>
              <a:gdLst/>
              <a:ahLst/>
              <a:cxnLst/>
              <a:rect l="l" t="t" r="r" b="b"/>
              <a:pathLst>
                <a:path w="11217" h="17314" extrusionOk="0">
                  <a:moveTo>
                    <a:pt x="3682" y="0"/>
                  </a:moveTo>
                  <a:cubicBezTo>
                    <a:pt x="3334" y="0"/>
                    <a:pt x="2991" y="82"/>
                    <a:pt x="2676" y="272"/>
                  </a:cubicBezTo>
                  <a:cubicBezTo>
                    <a:pt x="1825" y="758"/>
                    <a:pt x="1521" y="1822"/>
                    <a:pt x="1308" y="2795"/>
                  </a:cubicBezTo>
                  <a:cubicBezTo>
                    <a:pt x="913" y="4436"/>
                    <a:pt x="518" y="6077"/>
                    <a:pt x="153" y="7749"/>
                  </a:cubicBezTo>
                  <a:cubicBezTo>
                    <a:pt x="62" y="8083"/>
                    <a:pt x="1" y="8418"/>
                    <a:pt x="31" y="8752"/>
                  </a:cubicBezTo>
                  <a:lnTo>
                    <a:pt x="31" y="8722"/>
                  </a:lnTo>
                  <a:cubicBezTo>
                    <a:pt x="244" y="10211"/>
                    <a:pt x="2281" y="11001"/>
                    <a:pt x="2858" y="12430"/>
                  </a:cubicBezTo>
                  <a:cubicBezTo>
                    <a:pt x="3284" y="13524"/>
                    <a:pt x="2828" y="14831"/>
                    <a:pt x="3436" y="15834"/>
                  </a:cubicBezTo>
                  <a:cubicBezTo>
                    <a:pt x="4073" y="16893"/>
                    <a:pt x="4918" y="17314"/>
                    <a:pt x="5808" y="17314"/>
                  </a:cubicBezTo>
                  <a:cubicBezTo>
                    <a:pt x="7803" y="17314"/>
                    <a:pt x="10020" y="15199"/>
                    <a:pt x="10609" y="13433"/>
                  </a:cubicBezTo>
                  <a:cubicBezTo>
                    <a:pt x="11217" y="11640"/>
                    <a:pt x="11126" y="9694"/>
                    <a:pt x="10943" y="7810"/>
                  </a:cubicBezTo>
                  <a:cubicBezTo>
                    <a:pt x="10852" y="6685"/>
                    <a:pt x="10700" y="5469"/>
                    <a:pt x="9910" y="4679"/>
                  </a:cubicBezTo>
                  <a:cubicBezTo>
                    <a:pt x="9484" y="4284"/>
                    <a:pt x="8968" y="4010"/>
                    <a:pt x="8481" y="3676"/>
                  </a:cubicBezTo>
                  <a:cubicBezTo>
                    <a:pt x="7509" y="2977"/>
                    <a:pt x="6870" y="1883"/>
                    <a:pt x="5989" y="1062"/>
                  </a:cubicBezTo>
                  <a:cubicBezTo>
                    <a:pt x="5369" y="463"/>
                    <a:pt x="4508" y="0"/>
                    <a:pt x="3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99" name="Google Shape;6499;p40"/>
            <p:cNvGrpSpPr/>
            <p:nvPr/>
          </p:nvGrpSpPr>
          <p:grpSpPr>
            <a:xfrm rot="10800000">
              <a:off x="5709697" y="221288"/>
              <a:ext cx="822293" cy="608113"/>
              <a:chOff x="2865710" y="4140652"/>
              <a:chExt cx="822293" cy="608113"/>
            </a:xfrm>
          </p:grpSpPr>
          <p:sp>
            <p:nvSpPr>
              <p:cNvPr id="6500" name="Google Shape;6500;p40"/>
              <p:cNvSpPr/>
              <p:nvPr/>
            </p:nvSpPr>
            <p:spPr>
              <a:xfrm rot="-7016196">
                <a:off x="3007886" y="4562827"/>
                <a:ext cx="57774" cy="10334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134" extrusionOk="0">
                    <a:moveTo>
                      <a:pt x="1228" y="0"/>
                    </a:moveTo>
                    <a:cubicBezTo>
                      <a:pt x="1102" y="0"/>
                      <a:pt x="977" y="49"/>
                      <a:pt x="882" y="163"/>
                    </a:cubicBezTo>
                    <a:cubicBezTo>
                      <a:pt x="669" y="436"/>
                      <a:pt x="578" y="740"/>
                      <a:pt x="396" y="1044"/>
                    </a:cubicBezTo>
                    <a:cubicBezTo>
                      <a:pt x="152" y="1531"/>
                      <a:pt x="0" y="1804"/>
                      <a:pt x="92" y="2382"/>
                    </a:cubicBezTo>
                    <a:cubicBezTo>
                      <a:pt x="213" y="3142"/>
                      <a:pt x="730" y="3689"/>
                      <a:pt x="1368" y="4053"/>
                    </a:cubicBezTo>
                    <a:cubicBezTo>
                      <a:pt x="1466" y="4102"/>
                      <a:pt x="1572" y="4134"/>
                      <a:pt x="1678" y="4134"/>
                    </a:cubicBezTo>
                    <a:cubicBezTo>
                      <a:pt x="1770" y="4134"/>
                      <a:pt x="1861" y="4110"/>
                      <a:pt x="1946" y="4053"/>
                    </a:cubicBezTo>
                    <a:cubicBezTo>
                      <a:pt x="2311" y="3810"/>
                      <a:pt x="2219" y="3324"/>
                      <a:pt x="2189" y="2929"/>
                    </a:cubicBezTo>
                    <a:cubicBezTo>
                      <a:pt x="2128" y="2534"/>
                      <a:pt x="2159" y="2138"/>
                      <a:pt x="2067" y="1713"/>
                    </a:cubicBezTo>
                    <a:cubicBezTo>
                      <a:pt x="2007" y="1500"/>
                      <a:pt x="1824" y="1348"/>
                      <a:pt x="1763" y="1135"/>
                    </a:cubicBezTo>
                    <a:cubicBezTo>
                      <a:pt x="1703" y="983"/>
                      <a:pt x="1794" y="710"/>
                      <a:pt x="1794" y="528"/>
                    </a:cubicBezTo>
                    <a:cubicBezTo>
                      <a:pt x="1794" y="235"/>
                      <a:pt x="1507" y="0"/>
                      <a:pt x="12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1" name="Google Shape;6501;p40"/>
              <p:cNvSpPr/>
              <p:nvPr/>
            </p:nvSpPr>
            <p:spPr>
              <a:xfrm rot="-7016196">
                <a:off x="2966336" y="4516401"/>
                <a:ext cx="45025" cy="66949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2678" extrusionOk="0">
                    <a:moveTo>
                      <a:pt x="607" y="1"/>
                    </a:moveTo>
                    <a:cubicBezTo>
                      <a:pt x="518" y="1"/>
                      <a:pt x="428" y="21"/>
                      <a:pt x="342" y="64"/>
                    </a:cubicBezTo>
                    <a:cubicBezTo>
                      <a:pt x="145" y="204"/>
                      <a:pt x="0" y="474"/>
                      <a:pt x="51" y="706"/>
                    </a:cubicBezTo>
                    <a:lnTo>
                      <a:pt x="51" y="706"/>
                    </a:lnTo>
                    <a:cubicBezTo>
                      <a:pt x="11" y="957"/>
                      <a:pt x="85" y="1124"/>
                      <a:pt x="159" y="1371"/>
                    </a:cubicBezTo>
                    <a:cubicBezTo>
                      <a:pt x="190" y="1553"/>
                      <a:pt x="190" y="1705"/>
                      <a:pt x="190" y="1888"/>
                    </a:cubicBezTo>
                    <a:cubicBezTo>
                      <a:pt x="190" y="2283"/>
                      <a:pt x="433" y="2496"/>
                      <a:pt x="767" y="2648"/>
                    </a:cubicBezTo>
                    <a:cubicBezTo>
                      <a:pt x="797" y="2678"/>
                      <a:pt x="889" y="2678"/>
                      <a:pt x="949" y="2678"/>
                    </a:cubicBezTo>
                    <a:cubicBezTo>
                      <a:pt x="1314" y="2678"/>
                      <a:pt x="1618" y="2404"/>
                      <a:pt x="1709" y="2100"/>
                    </a:cubicBezTo>
                    <a:cubicBezTo>
                      <a:pt x="1801" y="1766"/>
                      <a:pt x="1770" y="1371"/>
                      <a:pt x="1679" y="1006"/>
                    </a:cubicBezTo>
                    <a:cubicBezTo>
                      <a:pt x="1562" y="569"/>
                      <a:pt x="1362" y="215"/>
                      <a:pt x="916" y="80"/>
                    </a:cubicBezTo>
                    <a:lnTo>
                      <a:pt x="916" y="80"/>
                    </a:lnTo>
                    <a:cubicBezTo>
                      <a:pt x="818" y="29"/>
                      <a:pt x="713" y="1"/>
                      <a:pt x="6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2" name="Google Shape;6502;p40"/>
              <p:cNvSpPr/>
              <p:nvPr/>
            </p:nvSpPr>
            <p:spPr>
              <a:xfrm rot="-7016196">
                <a:off x="3030704" y="4450217"/>
                <a:ext cx="29675" cy="32675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307" extrusionOk="0">
                    <a:moveTo>
                      <a:pt x="799" y="0"/>
                    </a:moveTo>
                    <a:cubicBezTo>
                      <a:pt x="710" y="0"/>
                      <a:pt x="618" y="39"/>
                      <a:pt x="553" y="133"/>
                    </a:cubicBezTo>
                    <a:cubicBezTo>
                      <a:pt x="461" y="285"/>
                      <a:pt x="340" y="437"/>
                      <a:pt x="249" y="619"/>
                    </a:cubicBezTo>
                    <a:cubicBezTo>
                      <a:pt x="218" y="680"/>
                      <a:pt x="188" y="741"/>
                      <a:pt x="157" y="832"/>
                    </a:cubicBezTo>
                    <a:cubicBezTo>
                      <a:pt x="127" y="923"/>
                      <a:pt x="97" y="984"/>
                      <a:pt x="66" y="1075"/>
                    </a:cubicBezTo>
                    <a:cubicBezTo>
                      <a:pt x="1" y="1206"/>
                      <a:pt x="124" y="1306"/>
                      <a:pt x="244" y="1306"/>
                    </a:cubicBezTo>
                    <a:cubicBezTo>
                      <a:pt x="290" y="1306"/>
                      <a:pt x="336" y="1291"/>
                      <a:pt x="370" y="1257"/>
                    </a:cubicBezTo>
                    <a:cubicBezTo>
                      <a:pt x="492" y="1136"/>
                      <a:pt x="644" y="1014"/>
                      <a:pt x="735" y="862"/>
                    </a:cubicBezTo>
                    <a:cubicBezTo>
                      <a:pt x="857" y="710"/>
                      <a:pt x="948" y="558"/>
                      <a:pt x="1039" y="406"/>
                    </a:cubicBezTo>
                    <a:cubicBezTo>
                      <a:pt x="1186" y="196"/>
                      <a:pt x="999" y="0"/>
                      <a:pt x="7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3" name="Google Shape;6503;p40"/>
              <p:cNvSpPr/>
              <p:nvPr/>
            </p:nvSpPr>
            <p:spPr>
              <a:xfrm rot="-7016196">
                <a:off x="3121320" y="4409859"/>
                <a:ext cx="41825" cy="79624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3185" extrusionOk="0">
                    <a:moveTo>
                      <a:pt x="836" y="0"/>
                    </a:moveTo>
                    <a:cubicBezTo>
                      <a:pt x="555" y="0"/>
                      <a:pt x="274" y="160"/>
                      <a:pt x="213" y="479"/>
                    </a:cubicBezTo>
                    <a:lnTo>
                      <a:pt x="183" y="479"/>
                    </a:lnTo>
                    <a:cubicBezTo>
                      <a:pt x="152" y="570"/>
                      <a:pt x="91" y="661"/>
                      <a:pt x="61" y="783"/>
                    </a:cubicBezTo>
                    <a:cubicBezTo>
                      <a:pt x="31" y="904"/>
                      <a:pt x="31" y="1026"/>
                      <a:pt x="31" y="1148"/>
                    </a:cubicBezTo>
                    <a:cubicBezTo>
                      <a:pt x="0" y="1360"/>
                      <a:pt x="0" y="1603"/>
                      <a:pt x="0" y="1816"/>
                    </a:cubicBezTo>
                    <a:cubicBezTo>
                      <a:pt x="31" y="2090"/>
                      <a:pt x="152" y="2242"/>
                      <a:pt x="243" y="2485"/>
                    </a:cubicBezTo>
                    <a:cubicBezTo>
                      <a:pt x="335" y="2667"/>
                      <a:pt x="395" y="2850"/>
                      <a:pt x="517" y="3002"/>
                    </a:cubicBezTo>
                    <a:cubicBezTo>
                      <a:pt x="593" y="3123"/>
                      <a:pt x="715" y="3184"/>
                      <a:pt x="836" y="3184"/>
                    </a:cubicBezTo>
                    <a:cubicBezTo>
                      <a:pt x="958" y="3184"/>
                      <a:pt x="1079" y="3123"/>
                      <a:pt x="1155" y="3002"/>
                    </a:cubicBezTo>
                    <a:cubicBezTo>
                      <a:pt x="1277" y="2850"/>
                      <a:pt x="1338" y="2667"/>
                      <a:pt x="1398" y="2485"/>
                    </a:cubicBezTo>
                    <a:cubicBezTo>
                      <a:pt x="1520" y="2242"/>
                      <a:pt x="1611" y="2090"/>
                      <a:pt x="1642" y="1816"/>
                    </a:cubicBezTo>
                    <a:cubicBezTo>
                      <a:pt x="1672" y="1603"/>
                      <a:pt x="1672" y="1360"/>
                      <a:pt x="1642" y="1148"/>
                    </a:cubicBezTo>
                    <a:cubicBezTo>
                      <a:pt x="1642" y="1026"/>
                      <a:pt x="1611" y="904"/>
                      <a:pt x="1611" y="783"/>
                    </a:cubicBezTo>
                    <a:cubicBezTo>
                      <a:pt x="1550" y="692"/>
                      <a:pt x="1520" y="570"/>
                      <a:pt x="1459" y="479"/>
                    </a:cubicBezTo>
                    <a:cubicBezTo>
                      <a:pt x="1398" y="160"/>
                      <a:pt x="1117" y="0"/>
                      <a:pt x="8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4" name="Google Shape;6504;p40"/>
              <p:cNvSpPr/>
              <p:nvPr/>
            </p:nvSpPr>
            <p:spPr>
              <a:xfrm rot="-7016196">
                <a:off x="3135058" y="4522280"/>
                <a:ext cx="42600" cy="475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903" extrusionOk="0">
                    <a:moveTo>
                      <a:pt x="1000" y="0"/>
                    </a:moveTo>
                    <a:cubicBezTo>
                      <a:pt x="766" y="0"/>
                      <a:pt x="539" y="119"/>
                      <a:pt x="427" y="321"/>
                    </a:cubicBezTo>
                    <a:cubicBezTo>
                      <a:pt x="305" y="503"/>
                      <a:pt x="214" y="686"/>
                      <a:pt x="123" y="898"/>
                    </a:cubicBezTo>
                    <a:cubicBezTo>
                      <a:pt x="31" y="1081"/>
                      <a:pt x="1" y="1233"/>
                      <a:pt x="62" y="1415"/>
                    </a:cubicBezTo>
                    <a:cubicBezTo>
                      <a:pt x="92" y="1567"/>
                      <a:pt x="214" y="1750"/>
                      <a:pt x="366" y="1810"/>
                    </a:cubicBezTo>
                    <a:cubicBezTo>
                      <a:pt x="469" y="1872"/>
                      <a:pt x="586" y="1903"/>
                      <a:pt x="705" y="1903"/>
                    </a:cubicBezTo>
                    <a:cubicBezTo>
                      <a:pt x="934" y="1903"/>
                      <a:pt x="1168" y="1788"/>
                      <a:pt x="1308" y="1567"/>
                    </a:cubicBezTo>
                    <a:cubicBezTo>
                      <a:pt x="1430" y="1354"/>
                      <a:pt x="1521" y="1081"/>
                      <a:pt x="1642" y="838"/>
                    </a:cubicBezTo>
                    <a:cubicBezTo>
                      <a:pt x="1703" y="686"/>
                      <a:pt x="1642" y="443"/>
                      <a:pt x="1551" y="321"/>
                    </a:cubicBezTo>
                    <a:cubicBezTo>
                      <a:pt x="1490" y="199"/>
                      <a:pt x="1369" y="108"/>
                      <a:pt x="1247" y="47"/>
                    </a:cubicBezTo>
                    <a:cubicBezTo>
                      <a:pt x="1167" y="15"/>
                      <a:pt x="1083" y="0"/>
                      <a:pt x="10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5" name="Google Shape;6505;p40"/>
              <p:cNvSpPr/>
              <p:nvPr/>
            </p:nvSpPr>
            <p:spPr>
              <a:xfrm rot="-7016196">
                <a:off x="3197074" y="4592698"/>
                <a:ext cx="77249" cy="80449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218" extrusionOk="0">
                    <a:moveTo>
                      <a:pt x="2223" y="1"/>
                    </a:moveTo>
                    <a:cubicBezTo>
                      <a:pt x="2179" y="1"/>
                      <a:pt x="2133" y="6"/>
                      <a:pt x="2088" y="14"/>
                    </a:cubicBezTo>
                    <a:lnTo>
                      <a:pt x="2088" y="14"/>
                    </a:lnTo>
                    <a:cubicBezTo>
                      <a:pt x="2055" y="11"/>
                      <a:pt x="2022" y="9"/>
                      <a:pt x="1988" y="9"/>
                    </a:cubicBezTo>
                    <a:cubicBezTo>
                      <a:pt x="1540" y="9"/>
                      <a:pt x="1059" y="312"/>
                      <a:pt x="761" y="635"/>
                    </a:cubicBezTo>
                    <a:cubicBezTo>
                      <a:pt x="426" y="1000"/>
                      <a:pt x="153" y="1486"/>
                      <a:pt x="62" y="2003"/>
                    </a:cubicBezTo>
                    <a:cubicBezTo>
                      <a:pt x="1" y="2398"/>
                      <a:pt x="122" y="2884"/>
                      <a:pt x="518" y="3066"/>
                    </a:cubicBezTo>
                    <a:cubicBezTo>
                      <a:pt x="705" y="3170"/>
                      <a:pt x="835" y="3217"/>
                      <a:pt x="995" y="3217"/>
                    </a:cubicBezTo>
                    <a:cubicBezTo>
                      <a:pt x="1070" y="3217"/>
                      <a:pt x="1151" y="3207"/>
                      <a:pt x="1247" y="3188"/>
                    </a:cubicBezTo>
                    <a:cubicBezTo>
                      <a:pt x="1551" y="3097"/>
                      <a:pt x="1855" y="2823"/>
                      <a:pt x="1916" y="2489"/>
                    </a:cubicBezTo>
                    <a:cubicBezTo>
                      <a:pt x="1977" y="2246"/>
                      <a:pt x="2037" y="2063"/>
                      <a:pt x="2159" y="1851"/>
                    </a:cubicBezTo>
                    <a:cubicBezTo>
                      <a:pt x="2306" y="1641"/>
                      <a:pt x="2511" y="1489"/>
                      <a:pt x="2664" y="1294"/>
                    </a:cubicBezTo>
                    <a:lnTo>
                      <a:pt x="2664" y="1294"/>
                    </a:lnTo>
                    <a:cubicBezTo>
                      <a:pt x="2754" y="1216"/>
                      <a:pt x="2806" y="1134"/>
                      <a:pt x="2858" y="1030"/>
                    </a:cubicBezTo>
                    <a:cubicBezTo>
                      <a:pt x="2875" y="996"/>
                      <a:pt x="2892" y="962"/>
                      <a:pt x="2904" y="928"/>
                    </a:cubicBezTo>
                    <a:lnTo>
                      <a:pt x="2904" y="928"/>
                    </a:lnTo>
                    <a:cubicBezTo>
                      <a:pt x="3090" y="663"/>
                      <a:pt x="3032" y="225"/>
                      <a:pt x="2676" y="149"/>
                    </a:cubicBezTo>
                    <a:lnTo>
                      <a:pt x="2676" y="149"/>
                    </a:lnTo>
                    <a:cubicBezTo>
                      <a:pt x="2706" y="194"/>
                      <a:pt x="2721" y="217"/>
                      <a:pt x="2718" y="217"/>
                    </a:cubicBezTo>
                    <a:cubicBezTo>
                      <a:pt x="2714" y="217"/>
                      <a:pt x="2691" y="194"/>
                      <a:pt x="2645" y="149"/>
                    </a:cubicBezTo>
                    <a:cubicBezTo>
                      <a:pt x="2554" y="88"/>
                      <a:pt x="2463" y="57"/>
                      <a:pt x="2372" y="27"/>
                    </a:cubicBezTo>
                    <a:cubicBezTo>
                      <a:pt x="2325" y="8"/>
                      <a:pt x="2275" y="1"/>
                      <a:pt x="222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6" name="Google Shape;6506;p40"/>
              <p:cNvSpPr/>
              <p:nvPr/>
            </p:nvSpPr>
            <p:spPr>
              <a:xfrm rot="-7016196">
                <a:off x="3225815" y="4382501"/>
                <a:ext cx="99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275" extrusionOk="0">
                    <a:moveTo>
                      <a:pt x="183" y="1"/>
                    </a:moveTo>
                    <a:cubicBezTo>
                      <a:pt x="0" y="1"/>
                      <a:pt x="0" y="274"/>
                      <a:pt x="183" y="274"/>
                    </a:cubicBezTo>
                    <a:cubicBezTo>
                      <a:pt x="395" y="274"/>
                      <a:pt x="395" y="1"/>
                      <a:pt x="18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7" name="Google Shape;6507;p40"/>
              <p:cNvSpPr/>
              <p:nvPr/>
            </p:nvSpPr>
            <p:spPr>
              <a:xfrm rot="-7016196">
                <a:off x="3273269" y="4491390"/>
                <a:ext cx="24350" cy="39525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581" extrusionOk="0">
                    <a:moveTo>
                      <a:pt x="487" y="0"/>
                    </a:moveTo>
                    <a:cubicBezTo>
                      <a:pt x="244" y="30"/>
                      <a:pt x="0" y="213"/>
                      <a:pt x="31" y="486"/>
                    </a:cubicBezTo>
                    <a:lnTo>
                      <a:pt x="0" y="486"/>
                    </a:lnTo>
                    <a:lnTo>
                      <a:pt x="31" y="1094"/>
                    </a:lnTo>
                    <a:cubicBezTo>
                      <a:pt x="31" y="1337"/>
                      <a:pt x="244" y="1581"/>
                      <a:pt x="487" y="1581"/>
                    </a:cubicBezTo>
                    <a:cubicBezTo>
                      <a:pt x="760" y="1550"/>
                      <a:pt x="943" y="1368"/>
                      <a:pt x="973" y="1094"/>
                    </a:cubicBezTo>
                    <a:lnTo>
                      <a:pt x="973" y="486"/>
                    </a:lnTo>
                    <a:cubicBezTo>
                      <a:pt x="973" y="243"/>
                      <a:pt x="760" y="0"/>
                      <a:pt x="4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8" name="Google Shape;6508;p40"/>
              <p:cNvSpPr/>
              <p:nvPr/>
            </p:nvSpPr>
            <p:spPr>
              <a:xfrm rot="-7016196">
                <a:off x="3197746" y="4380793"/>
                <a:ext cx="44100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369" extrusionOk="0">
                    <a:moveTo>
                      <a:pt x="882" y="1"/>
                    </a:moveTo>
                    <a:cubicBezTo>
                      <a:pt x="0" y="1"/>
                      <a:pt x="0" y="1368"/>
                      <a:pt x="882" y="1368"/>
                    </a:cubicBezTo>
                    <a:cubicBezTo>
                      <a:pt x="1763" y="1368"/>
                      <a:pt x="1763" y="1"/>
                      <a:pt x="8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9" name="Google Shape;6509;p40"/>
              <p:cNvSpPr/>
              <p:nvPr/>
            </p:nvSpPr>
            <p:spPr>
              <a:xfrm rot="-7016196">
                <a:off x="2878951" y="4474420"/>
                <a:ext cx="50800" cy="60874"/>
              </a:xfrm>
              <a:custGeom>
                <a:avLst/>
                <a:gdLst/>
                <a:ahLst/>
                <a:cxnLst/>
                <a:rect l="l" t="t" r="r" b="b"/>
                <a:pathLst>
                  <a:path w="2032" h="2435" extrusionOk="0">
                    <a:moveTo>
                      <a:pt x="665" y="0"/>
                    </a:moveTo>
                    <a:cubicBezTo>
                      <a:pt x="603" y="0"/>
                      <a:pt x="526" y="29"/>
                      <a:pt x="482" y="73"/>
                    </a:cubicBezTo>
                    <a:cubicBezTo>
                      <a:pt x="435" y="143"/>
                      <a:pt x="407" y="195"/>
                      <a:pt x="368" y="256"/>
                    </a:cubicBezTo>
                    <a:lnTo>
                      <a:pt x="368" y="256"/>
                    </a:lnTo>
                    <a:cubicBezTo>
                      <a:pt x="1" y="655"/>
                      <a:pt x="160" y="1341"/>
                      <a:pt x="269" y="1806"/>
                    </a:cubicBezTo>
                    <a:cubicBezTo>
                      <a:pt x="330" y="2079"/>
                      <a:pt x="603" y="2353"/>
                      <a:pt x="877" y="2414"/>
                    </a:cubicBezTo>
                    <a:cubicBezTo>
                      <a:pt x="974" y="2424"/>
                      <a:pt x="1066" y="2435"/>
                      <a:pt x="1156" y="2435"/>
                    </a:cubicBezTo>
                    <a:cubicBezTo>
                      <a:pt x="1319" y="2435"/>
                      <a:pt x="1469" y="2399"/>
                      <a:pt x="1606" y="2262"/>
                    </a:cubicBezTo>
                    <a:lnTo>
                      <a:pt x="1698" y="2201"/>
                    </a:lnTo>
                    <a:cubicBezTo>
                      <a:pt x="1910" y="2018"/>
                      <a:pt x="2032" y="1654"/>
                      <a:pt x="1910" y="1380"/>
                    </a:cubicBezTo>
                    <a:cubicBezTo>
                      <a:pt x="1796" y="1061"/>
                      <a:pt x="1700" y="777"/>
                      <a:pt x="1492" y="539"/>
                    </a:cubicBezTo>
                    <a:lnTo>
                      <a:pt x="1492" y="539"/>
                    </a:lnTo>
                    <a:lnTo>
                      <a:pt x="1515" y="559"/>
                    </a:lnTo>
                    <a:cubicBezTo>
                      <a:pt x="1359" y="326"/>
                      <a:pt x="1181" y="114"/>
                      <a:pt x="924" y="76"/>
                    </a:cubicBezTo>
                    <a:lnTo>
                      <a:pt x="924" y="76"/>
                    </a:lnTo>
                    <a:cubicBezTo>
                      <a:pt x="864" y="50"/>
                      <a:pt x="801" y="31"/>
                      <a:pt x="725" y="12"/>
                    </a:cubicBezTo>
                    <a:cubicBezTo>
                      <a:pt x="709" y="4"/>
                      <a:pt x="688" y="0"/>
                      <a:pt x="6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0" name="Google Shape;6510;p40"/>
              <p:cNvSpPr/>
              <p:nvPr/>
            </p:nvSpPr>
            <p:spPr>
              <a:xfrm rot="-7016196">
                <a:off x="3000470" y="4291259"/>
                <a:ext cx="41825" cy="79624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3185" extrusionOk="0">
                    <a:moveTo>
                      <a:pt x="836" y="0"/>
                    </a:moveTo>
                    <a:cubicBezTo>
                      <a:pt x="555" y="0"/>
                      <a:pt x="274" y="160"/>
                      <a:pt x="213" y="479"/>
                    </a:cubicBezTo>
                    <a:lnTo>
                      <a:pt x="183" y="479"/>
                    </a:lnTo>
                    <a:cubicBezTo>
                      <a:pt x="152" y="570"/>
                      <a:pt x="91" y="661"/>
                      <a:pt x="61" y="783"/>
                    </a:cubicBezTo>
                    <a:cubicBezTo>
                      <a:pt x="31" y="904"/>
                      <a:pt x="31" y="1026"/>
                      <a:pt x="31" y="1148"/>
                    </a:cubicBezTo>
                    <a:cubicBezTo>
                      <a:pt x="0" y="1360"/>
                      <a:pt x="0" y="1603"/>
                      <a:pt x="0" y="1816"/>
                    </a:cubicBezTo>
                    <a:cubicBezTo>
                      <a:pt x="31" y="2090"/>
                      <a:pt x="152" y="2242"/>
                      <a:pt x="243" y="2485"/>
                    </a:cubicBezTo>
                    <a:cubicBezTo>
                      <a:pt x="335" y="2667"/>
                      <a:pt x="395" y="2850"/>
                      <a:pt x="517" y="3002"/>
                    </a:cubicBezTo>
                    <a:cubicBezTo>
                      <a:pt x="593" y="3123"/>
                      <a:pt x="715" y="3184"/>
                      <a:pt x="836" y="3184"/>
                    </a:cubicBezTo>
                    <a:cubicBezTo>
                      <a:pt x="958" y="3184"/>
                      <a:pt x="1079" y="3123"/>
                      <a:pt x="1155" y="3002"/>
                    </a:cubicBezTo>
                    <a:cubicBezTo>
                      <a:pt x="1277" y="2850"/>
                      <a:pt x="1338" y="2667"/>
                      <a:pt x="1398" y="2485"/>
                    </a:cubicBezTo>
                    <a:cubicBezTo>
                      <a:pt x="1520" y="2242"/>
                      <a:pt x="1611" y="2090"/>
                      <a:pt x="1642" y="1816"/>
                    </a:cubicBezTo>
                    <a:cubicBezTo>
                      <a:pt x="1672" y="1603"/>
                      <a:pt x="1672" y="1360"/>
                      <a:pt x="1642" y="1148"/>
                    </a:cubicBezTo>
                    <a:cubicBezTo>
                      <a:pt x="1642" y="1026"/>
                      <a:pt x="1611" y="904"/>
                      <a:pt x="1611" y="783"/>
                    </a:cubicBezTo>
                    <a:cubicBezTo>
                      <a:pt x="1550" y="692"/>
                      <a:pt x="1520" y="570"/>
                      <a:pt x="1459" y="479"/>
                    </a:cubicBezTo>
                    <a:cubicBezTo>
                      <a:pt x="1398" y="160"/>
                      <a:pt x="1117" y="0"/>
                      <a:pt x="8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1" name="Google Shape;6511;p40"/>
              <p:cNvSpPr/>
              <p:nvPr/>
            </p:nvSpPr>
            <p:spPr>
              <a:xfrm rot="-7016196">
                <a:off x="3351624" y="4459464"/>
                <a:ext cx="57774" cy="10334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134" extrusionOk="0">
                    <a:moveTo>
                      <a:pt x="1228" y="0"/>
                    </a:moveTo>
                    <a:cubicBezTo>
                      <a:pt x="1102" y="0"/>
                      <a:pt x="977" y="49"/>
                      <a:pt x="882" y="163"/>
                    </a:cubicBezTo>
                    <a:cubicBezTo>
                      <a:pt x="669" y="436"/>
                      <a:pt x="578" y="740"/>
                      <a:pt x="396" y="1044"/>
                    </a:cubicBezTo>
                    <a:cubicBezTo>
                      <a:pt x="152" y="1531"/>
                      <a:pt x="0" y="1804"/>
                      <a:pt x="92" y="2382"/>
                    </a:cubicBezTo>
                    <a:cubicBezTo>
                      <a:pt x="213" y="3142"/>
                      <a:pt x="730" y="3689"/>
                      <a:pt x="1368" y="4053"/>
                    </a:cubicBezTo>
                    <a:cubicBezTo>
                      <a:pt x="1466" y="4102"/>
                      <a:pt x="1572" y="4134"/>
                      <a:pt x="1678" y="4134"/>
                    </a:cubicBezTo>
                    <a:cubicBezTo>
                      <a:pt x="1770" y="4134"/>
                      <a:pt x="1861" y="4110"/>
                      <a:pt x="1946" y="4053"/>
                    </a:cubicBezTo>
                    <a:cubicBezTo>
                      <a:pt x="2311" y="3810"/>
                      <a:pt x="2219" y="3324"/>
                      <a:pt x="2189" y="2929"/>
                    </a:cubicBezTo>
                    <a:cubicBezTo>
                      <a:pt x="2128" y="2534"/>
                      <a:pt x="2159" y="2138"/>
                      <a:pt x="2067" y="1713"/>
                    </a:cubicBezTo>
                    <a:cubicBezTo>
                      <a:pt x="2007" y="1500"/>
                      <a:pt x="1824" y="1348"/>
                      <a:pt x="1763" y="1135"/>
                    </a:cubicBezTo>
                    <a:cubicBezTo>
                      <a:pt x="1703" y="983"/>
                      <a:pt x="1794" y="710"/>
                      <a:pt x="1794" y="528"/>
                    </a:cubicBezTo>
                    <a:cubicBezTo>
                      <a:pt x="1794" y="235"/>
                      <a:pt x="1507" y="0"/>
                      <a:pt x="12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2" name="Google Shape;6512;p40"/>
              <p:cNvSpPr/>
              <p:nvPr/>
            </p:nvSpPr>
            <p:spPr>
              <a:xfrm rot="-7016196">
                <a:off x="3134309" y="4274543"/>
                <a:ext cx="44100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369" extrusionOk="0">
                    <a:moveTo>
                      <a:pt x="882" y="1"/>
                    </a:moveTo>
                    <a:cubicBezTo>
                      <a:pt x="0" y="1"/>
                      <a:pt x="0" y="1368"/>
                      <a:pt x="882" y="1368"/>
                    </a:cubicBezTo>
                    <a:cubicBezTo>
                      <a:pt x="1763" y="1368"/>
                      <a:pt x="1763" y="1"/>
                      <a:pt x="8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3" name="Google Shape;6513;p40"/>
              <p:cNvSpPr/>
              <p:nvPr/>
            </p:nvSpPr>
            <p:spPr>
              <a:xfrm rot="-7016196">
                <a:off x="3263911" y="4297601"/>
                <a:ext cx="45025" cy="66949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2678" extrusionOk="0">
                    <a:moveTo>
                      <a:pt x="607" y="1"/>
                    </a:moveTo>
                    <a:cubicBezTo>
                      <a:pt x="518" y="1"/>
                      <a:pt x="428" y="21"/>
                      <a:pt x="342" y="64"/>
                    </a:cubicBezTo>
                    <a:cubicBezTo>
                      <a:pt x="145" y="204"/>
                      <a:pt x="0" y="474"/>
                      <a:pt x="51" y="706"/>
                    </a:cubicBezTo>
                    <a:lnTo>
                      <a:pt x="51" y="706"/>
                    </a:lnTo>
                    <a:cubicBezTo>
                      <a:pt x="11" y="957"/>
                      <a:pt x="85" y="1124"/>
                      <a:pt x="159" y="1371"/>
                    </a:cubicBezTo>
                    <a:cubicBezTo>
                      <a:pt x="190" y="1553"/>
                      <a:pt x="190" y="1705"/>
                      <a:pt x="190" y="1888"/>
                    </a:cubicBezTo>
                    <a:cubicBezTo>
                      <a:pt x="190" y="2283"/>
                      <a:pt x="433" y="2496"/>
                      <a:pt x="767" y="2648"/>
                    </a:cubicBezTo>
                    <a:cubicBezTo>
                      <a:pt x="797" y="2678"/>
                      <a:pt x="889" y="2678"/>
                      <a:pt x="949" y="2678"/>
                    </a:cubicBezTo>
                    <a:cubicBezTo>
                      <a:pt x="1314" y="2678"/>
                      <a:pt x="1618" y="2404"/>
                      <a:pt x="1709" y="2100"/>
                    </a:cubicBezTo>
                    <a:cubicBezTo>
                      <a:pt x="1801" y="1766"/>
                      <a:pt x="1770" y="1371"/>
                      <a:pt x="1679" y="1006"/>
                    </a:cubicBezTo>
                    <a:cubicBezTo>
                      <a:pt x="1562" y="569"/>
                      <a:pt x="1362" y="215"/>
                      <a:pt x="916" y="80"/>
                    </a:cubicBezTo>
                    <a:lnTo>
                      <a:pt x="916" y="80"/>
                    </a:lnTo>
                    <a:cubicBezTo>
                      <a:pt x="818" y="29"/>
                      <a:pt x="713" y="1"/>
                      <a:pt x="6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4" name="Google Shape;6514;p40"/>
              <p:cNvSpPr/>
              <p:nvPr/>
            </p:nvSpPr>
            <p:spPr>
              <a:xfrm rot="-7016196">
                <a:off x="3373651" y="4300633"/>
                <a:ext cx="50800" cy="60874"/>
              </a:xfrm>
              <a:custGeom>
                <a:avLst/>
                <a:gdLst/>
                <a:ahLst/>
                <a:cxnLst/>
                <a:rect l="l" t="t" r="r" b="b"/>
                <a:pathLst>
                  <a:path w="2032" h="2435" extrusionOk="0">
                    <a:moveTo>
                      <a:pt x="665" y="0"/>
                    </a:moveTo>
                    <a:cubicBezTo>
                      <a:pt x="603" y="0"/>
                      <a:pt x="526" y="29"/>
                      <a:pt x="482" y="73"/>
                    </a:cubicBezTo>
                    <a:cubicBezTo>
                      <a:pt x="435" y="143"/>
                      <a:pt x="407" y="195"/>
                      <a:pt x="368" y="256"/>
                    </a:cubicBezTo>
                    <a:lnTo>
                      <a:pt x="368" y="256"/>
                    </a:lnTo>
                    <a:cubicBezTo>
                      <a:pt x="1" y="655"/>
                      <a:pt x="160" y="1341"/>
                      <a:pt x="269" y="1806"/>
                    </a:cubicBezTo>
                    <a:cubicBezTo>
                      <a:pt x="330" y="2079"/>
                      <a:pt x="603" y="2353"/>
                      <a:pt x="877" y="2414"/>
                    </a:cubicBezTo>
                    <a:cubicBezTo>
                      <a:pt x="974" y="2424"/>
                      <a:pt x="1066" y="2435"/>
                      <a:pt x="1156" y="2435"/>
                    </a:cubicBezTo>
                    <a:cubicBezTo>
                      <a:pt x="1319" y="2435"/>
                      <a:pt x="1469" y="2399"/>
                      <a:pt x="1606" y="2262"/>
                    </a:cubicBezTo>
                    <a:lnTo>
                      <a:pt x="1698" y="2201"/>
                    </a:lnTo>
                    <a:cubicBezTo>
                      <a:pt x="1910" y="2018"/>
                      <a:pt x="2032" y="1654"/>
                      <a:pt x="1910" y="1380"/>
                    </a:cubicBezTo>
                    <a:cubicBezTo>
                      <a:pt x="1796" y="1061"/>
                      <a:pt x="1700" y="777"/>
                      <a:pt x="1492" y="539"/>
                    </a:cubicBezTo>
                    <a:lnTo>
                      <a:pt x="1492" y="539"/>
                    </a:lnTo>
                    <a:lnTo>
                      <a:pt x="1515" y="559"/>
                    </a:lnTo>
                    <a:cubicBezTo>
                      <a:pt x="1359" y="326"/>
                      <a:pt x="1181" y="114"/>
                      <a:pt x="924" y="76"/>
                    </a:cubicBezTo>
                    <a:lnTo>
                      <a:pt x="924" y="76"/>
                    </a:lnTo>
                    <a:cubicBezTo>
                      <a:pt x="864" y="50"/>
                      <a:pt x="801" y="31"/>
                      <a:pt x="725" y="12"/>
                    </a:cubicBezTo>
                    <a:cubicBezTo>
                      <a:pt x="709" y="4"/>
                      <a:pt x="688" y="0"/>
                      <a:pt x="6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5" name="Google Shape;6515;p40"/>
              <p:cNvSpPr/>
              <p:nvPr/>
            </p:nvSpPr>
            <p:spPr>
              <a:xfrm rot="-7016196">
                <a:off x="3492409" y="4449431"/>
                <a:ext cx="44100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369" extrusionOk="0">
                    <a:moveTo>
                      <a:pt x="882" y="1"/>
                    </a:moveTo>
                    <a:cubicBezTo>
                      <a:pt x="0" y="1"/>
                      <a:pt x="0" y="1368"/>
                      <a:pt x="882" y="1368"/>
                    </a:cubicBezTo>
                    <a:cubicBezTo>
                      <a:pt x="1763" y="1368"/>
                      <a:pt x="1763" y="1"/>
                      <a:pt x="8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6" name="Google Shape;6516;p40"/>
              <p:cNvSpPr/>
              <p:nvPr/>
            </p:nvSpPr>
            <p:spPr>
              <a:xfrm rot="-7016196">
                <a:off x="3599961" y="4428652"/>
                <a:ext cx="57774" cy="10334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134" extrusionOk="0">
                    <a:moveTo>
                      <a:pt x="1228" y="0"/>
                    </a:moveTo>
                    <a:cubicBezTo>
                      <a:pt x="1102" y="0"/>
                      <a:pt x="977" y="49"/>
                      <a:pt x="882" y="163"/>
                    </a:cubicBezTo>
                    <a:cubicBezTo>
                      <a:pt x="669" y="436"/>
                      <a:pt x="578" y="740"/>
                      <a:pt x="396" y="1044"/>
                    </a:cubicBezTo>
                    <a:cubicBezTo>
                      <a:pt x="152" y="1531"/>
                      <a:pt x="0" y="1804"/>
                      <a:pt x="92" y="2382"/>
                    </a:cubicBezTo>
                    <a:cubicBezTo>
                      <a:pt x="213" y="3142"/>
                      <a:pt x="730" y="3689"/>
                      <a:pt x="1368" y="4053"/>
                    </a:cubicBezTo>
                    <a:cubicBezTo>
                      <a:pt x="1466" y="4102"/>
                      <a:pt x="1572" y="4134"/>
                      <a:pt x="1678" y="4134"/>
                    </a:cubicBezTo>
                    <a:cubicBezTo>
                      <a:pt x="1770" y="4134"/>
                      <a:pt x="1861" y="4110"/>
                      <a:pt x="1946" y="4053"/>
                    </a:cubicBezTo>
                    <a:cubicBezTo>
                      <a:pt x="2311" y="3810"/>
                      <a:pt x="2219" y="3324"/>
                      <a:pt x="2189" y="2929"/>
                    </a:cubicBezTo>
                    <a:cubicBezTo>
                      <a:pt x="2128" y="2534"/>
                      <a:pt x="2159" y="2138"/>
                      <a:pt x="2067" y="1713"/>
                    </a:cubicBezTo>
                    <a:cubicBezTo>
                      <a:pt x="2007" y="1500"/>
                      <a:pt x="1824" y="1348"/>
                      <a:pt x="1763" y="1135"/>
                    </a:cubicBezTo>
                    <a:cubicBezTo>
                      <a:pt x="1703" y="983"/>
                      <a:pt x="1794" y="710"/>
                      <a:pt x="1794" y="528"/>
                    </a:cubicBezTo>
                    <a:cubicBezTo>
                      <a:pt x="1794" y="235"/>
                      <a:pt x="1507" y="0"/>
                      <a:pt x="12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7" name="Google Shape;6517;p40"/>
              <p:cNvSpPr/>
              <p:nvPr/>
            </p:nvSpPr>
            <p:spPr>
              <a:xfrm rot="-7016196">
                <a:off x="3540382" y="4291259"/>
                <a:ext cx="41825" cy="79624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3185" extrusionOk="0">
                    <a:moveTo>
                      <a:pt x="836" y="0"/>
                    </a:moveTo>
                    <a:cubicBezTo>
                      <a:pt x="555" y="0"/>
                      <a:pt x="274" y="160"/>
                      <a:pt x="213" y="479"/>
                    </a:cubicBezTo>
                    <a:lnTo>
                      <a:pt x="183" y="479"/>
                    </a:lnTo>
                    <a:cubicBezTo>
                      <a:pt x="152" y="570"/>
                      <a:pt x="91" y="661"/>
                      <a:pt x="61" y="783"/>
                    </a:cubicBezTo>
                    <a:cubicBezTo>
                      <a:pt x="31" y="904"/>
                      <a:pt x="31" y="1026"/>
                      <a:pt x="31" y="1148"/>
                    </a:cubicBezTo>
                    <a:cubicBezTo>
                      <a:pt x="0" y="1360"/>
                      <a:pt x="0" y="1603"/>
                      <a:pt x="0" y="1816"/>
                    </a:cubicBezTo>
                    <a:cubicBezTo>
                      <a:pt x="31" y="2090"/>
                      <a:pt x="152" y="2242"/>
                      <a:pt x="243" y="2485"/>
                    </a:cubicBezTo>
                    <a:cubicBezTo>
                      <a:pt x="335" y="2667"/>
                      <a:pt x="395" y="2850"/>
                      <a:pt x="517" y="3002"/>
                    </a:cubicBezTo>
                    <a:cubicBezTo>
                      <a:pt x="593" y="3123"/>
                      <a:pt x="715" y="3184"/>
                      <a:pt x="836" y="3184"/>
                    </a:cubicBezTo>
                    <a:cubicBezTo>
                      <a:pt x="958" y="3184"/>
                      <a:pt x="1079" y="3123"/>
                      <a:pt x="1155" y="3002"/>
                    </a:cubicBezTo>
                    <a:cubicBezTo>
                      <a:pt x="1277" y="2850"/>
                      <a:pt x="1338" y="2667"/>
                      <a:pt x="1398" y="2485"/>
                    </a:cubicBezTo>
                    <a:cubicBezTo>
                      <a:pt x="1520" y="2242"/>
                      <a:pt x="1611" y="2090"/>
                      <a:pt x="1642" y="1816"/>
                    </a:cubicBezTo>
                    <a:cubicBezTo>
                      <a:pt x="1672" y="1603"/>
                      <a:pt x="1672" y="1360"/>
                      <a:pt x="1642" y="1148"/>
                    </a:cubicBezTo>
                    <a:cubicBezTo>
                      <a:pt x="1642" y="1026"/>
                      <a:pt x="1611" y="904"/>
                      <a:pt x="1611" y="783"/>
                    </a:cubicBezTo>
                    <a:cubicBezTo>
                      <a:pt x="1550" y="692"/>
                      <a:pt x="1520" y="570"/>
                      <a:pt x="1459" y="479"/>
                    </a:cubicBezTo>
                    <a:cubicBezTo>
                      <a:pt x="1398" y="160"/>
                      <a:pt x="1117" y="0"/>
                      <a:pt x="8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8" name="Google Shape;6518;p40"/>
              <p:cNvSpPr/>
              <p:nvPr/>
            </p:nvSpPr>
            <p:spPr>
              <a:xfrm rot="-7016196">
                <a:off x="3265120" y="4146630"/>
                <a:ext cx="42600" cy="475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903" extrusionOk="0">
                    <a:moveTo>
                      <a:pt x="1000" y="0"/>
                    </a:moveTo>
                    <a:cubicBezTo>
                      <a:pt x="766" y="0"/>
                      <a:pt x="539" y="119"/>
                      <a:pt x="427" y="321"/>
                    </a:cubicBezTo>
                    <a:cubicBezTo>
                      <a:pt x="305" y="503"/>
                      <a:pt x="214" y="686"/>
                      <a:pt x="123" y="898"/>
                    </a:cubicBezTo>
                    <a:cubicBezTo>
                      <a:pt x="31" y="1081"/>
                      <a:pt x="1" y="1233"/>
                      <a:pt x="62" y="1415"/>
                    </a:cubicBezTo>
                    <a:cubicBezTo>
                      <a:pt x="92" y="1567"/>
                      <a:pt x="214" y="1750"/>
                      <a:pt x="366" y="1810"/>
                    </a:cubicBezTo>
                    <a:cubicBezTo>
                      <a:pt x="469" y="1872"/>
                      <a:pt x="586" y="1903"/>
                      <a:pt x="705" y="1903"/>
                    </a:cubicBezTo>
                    <a:cubicBezTo>
                      <a:pt x="934" y="1903"/>
                      <a:pt x="1168" y="1788"/>
                      <a:pt x="1308" y="1567"/>
                    </a:cubicBezTo>
                    <a:cubicBezTo>
                      <a:pt x="1430" y="1354"/>
                      <a:pt x="1521" y="1081"/>
                      <a:pt x="1642" y="838"/>
                    </a:cubicBezTo>
                    <a:cubicBezTo>
                      <a:pt x="1703" y="686"/>
                      <a:pt x="1642" y="443"/>
                      <a:pt x="1551" y="321"/>
                    </a:cubicBezTo>
                    <a:cubicBezTo>
                      <a:pt x="1490" y="199"/>
                      <a:pt x="1369" y="108"/>
                      <a:pt x="1247" y="47"/>
                    </a:cubicBezTo>
                    <a:cubicBezTo>
                      <a:pt x="1167" y="15"/>
                      <a:pt x="1083" y="0"/>
                      <a:pt x="10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9" name="Google Shape;6519;p40"/>
              <p:cNvSpPr/>
              <p:nvPr/>
            </p:nvSpPr>
            <p:spPr>
              <a:xfrm rot="-7016196">
                <a:off x="3113739" y="4681895"/>
                <a:ext cx="50800" cy="60874"/>
              </a:xfrm>
              <a:custGeom>
                <a:avLst/>
                <a:gdLst/>
                <a:ahLst/>
                <a:cxnLst/>
                <a:rect l="l" t="t" r="r" b="b"/>
                <a:pathLst>
                  <a:path w="2032" h="2435" extrusionOk="0">
                    <a:moveTo>
                      <a:pt x="665" y="0"/>
                    </a:moveTo>
                    <a:cubicBezTo>
                      <a:pt x="603" y="0"/>
                      <a:pt x="526" y="29"/>
                      <a:pt x="482" y="73"/>
                    </a:cubicBezTo>
                    <a:cubicBezTo>
                      <a:pt x="435" y="143"/>
                      <a:pt x="407" y="195"/>
                      <a:pt x="368" y="256"/>
                    </a:cubicBezTo>
                    <a:lnTo>
                      <a:pt x="368" y="256"/>
                    </a:lnTo>
                    <a:cubicBezTo>
                      <a:pt x="1" y="655"/>
                      <a:pt x="160" y="1341"/>
                      <a:pt x="269" y="1806"/>
                    </a:cubicBezTo>
                    <a:cubicBezTo>
                      <a:pt x="330" y="2079"/>
                      <a:pt x="603" y="2353"/>
                      <a:pt x="877" y="2414"/>
                    </a:cubicBezTo>
                    <a:cubicBezTo>
                      <a:pt x="974" y="2424"/>
                      <a:pt x="1066" y="2435"/>
                      <a:pt x="1156" y="2435"/>
                    </a:cubicBezTo>
                    <a:cubicBezTo>
                      <a:pt x="1319" y="2435"/>
                      <a:pt x="1469" y="2399"/>
                      <a:pt x="1606" y="2262"/>
                    </a:cubicBezTo>
                    <a:lnTo>
                      <a:pt x="1698" y="2201"/>
                    </a:lnTo>
                    <a:cubicBezTo>
                      <a:pt x="1910" y="2018"/>
                      <a:pt x="2032" y="1654"/>
                      <a:pt x="1910" y="1380"/>
                    </a:cubicBezTo>
                    <a:cubicBezTo>
                      <a:pt x="1796" y="1061"/>
                      <a:pt x="1700" y="777"/>
                      <a:pt x="1492" y="539"/>
                    </a:cubicBezTo>
                    <a:lnTo>
                      <a:pt x="1492" y="539"/>
                    </a:lnTo>
                    <a:lnTo>
                      <a:pt x="1515" y="559"/>
                    </a:lnTo>
                    <a:cubicBezTo>
                      <a:pt x="1359" y="326"/>
                      <a:pt x="1181" y="114"/>
                      <a:pt x="924" y="76"/>
                    </a:cubicBezTo>
                    <a:lnTo>
                      <a:pt x="924" y="76"/>
                    </a:lnTo>
                    <a:cubicBezTo>
                      <a:pt x="864" y="50"/>
                      <a:pt x="801" y="31"/>
                      <a:pt x="725" y="12"/>
                    </a:cubicBezTo>
                    <a:cubicBezTo>
                      <a:pt x="709" y="4"/>
                      <a:pt x="688" y="0"/>
                      <a:pt x="6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Medium"/>
              <a:buNone/>
              <a:defRPr sz="28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Medium"/>
              <a:buNone/>
              <a:defRPr sz="28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Medium"/>
              <a:buNone/>
              <a:defRPr sz="28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Medium"/>
              <a:buNone/>
              <a:defRPr sz="28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Medium"/>
              <a:buNone/>
              <a:defRPr sz="28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Medium"/>
              <a:buNone/>
              <a:defRPr sz="28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Medium"/>
              <a:buNone/>
              <a:defRPr sz="28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Medium"/>
              <a:buNone/>
              <a:defRPr sz="28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Medium"/>
              <a:buNone/>
              <a:defRPr sz="28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62" r:id="rId6"/>
    <p:sldLayoutId id="2147483666" r:id="rId7"/>
    <p:sldLayoutId id="2147483671" r:id="rId8"/>
    <p:sldLayoutId id="2147483681" r:id="rId9"/>
    <p:sldLayoutId id="2147483685" r:id="rId10"/>
    <p:sldLayoutId id="2147483686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arage-t-shirt-sadden.ngrok-free.dev/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0" name="Google Shape;6530;p44"/>
          <p:cNvSpPr txBox="1">
            <a:spLocks noGrp="1"/>
          </p:cNvSpPr>
          <p:nvPr>
            <p:ph type="subTitle" idx="1"/>
          </p:nvPr>
        </p:nvSpPr>
        <p:spPr>
          <a:xfrm>
            <a:off x="4082300" y="3053524"/>
            <a:ext cx="4923661" cy="969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6531" name="Google Shape;6531;p44"/>
          <p:cNvSpPr txBox="1">
            <a:spLocks noGrp="1"/>
          </p:cNvSpPr>
          <p:nvPr>
            <p:ph type="ctrTitle"/>
          </p:nvPr>
        </p:nvSpPr>
        <p:spPr>
          <a:xfrm>
            <a:off x="800600" y="556966"/>
            <a:ext cx="6312300" cy="157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Air Quality Index (AQI) Prediction</a:t>
            </a:r>
            <a:endParaRPr dirty="0"/>
          </a:p>
        </p:txBody>
      </p:sp>
      <p:cxnSp>
        <p:nvCxnSpPr>
          <p:cNvPr id="6532" name="Google Shape;6532;p44"/>
          <p:cNvCxnSpPr>
            <a:stCxn id="6533" idx="6"/>
          </p:cNvCxnSpPr>
          <p:nvPr/>
        </p:nvCxnSpPr>
        <p:spPr>
          <a:xfrm rot="10800000" flipH="1">
            <a:off x="4082300" y="2927975"/>
            <a:ext cx="51129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4" name="Google Shape;6534;p44"/>
          <p:cNvSpPr/>
          <p:nvPr/>
        </p:nvSpPr>
        <p:spPr>
          <a:xfrm>
            <a:off x="3039800" y="2810975"/>
            <a:ext cx="251100" cy="251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5" name="Google Shape;6535;p44"/>
          <p:cNvSpPr/>
          <p:nvPr/>
        </p:nvSpPr>
        <p:spPr>
          <a:xfrm>
            <a:off x="3435500" y="2810975"/>
            <a:ext cx="251100" cy="251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3" name="Google Shape;6533;p44"/>
          <p:cNvSpPr/>
          <p:nvPr/>
        </p:nvSpPr>
        <p:spPr>
          <a:xfrm>
            <a:off x="3831200" y="2808125"/>
            <a:ext cx="251100" cy="25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2" name="Google Shape;6572;p47"/>
          <p:cNvSpPr txBox="1">
            <a:spLocks noGrp="1"/>
          </p:cNvSpPr>
          <p:nvPr>
            <p:ph type="title"/>
          </p:nvPr>
        </p:nvSpPr>
        <p:spPr>
          <a:xfrm>
            <a:off x="1534736" y="754626"/>
            <a:ext cx="6306420" cy="1254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73" name="Google Shape;6573;p47"/>
          <p:cNvSpPr txBox="1">
            <a:spLocks noGrp="1"/>
          </p:cNvSpPr>
          <p:nvPr>
            <p:ph type="subTitle" idx="1"/>
          </p:nvPr>
        </p:nvSpPr>
        <p:spPr>
          <a:xfrm>
            <a:off x="880883" y="1413855"/>
            <a:ext cx="7944388" cy="25694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 dirty="0"/>
              <a:t>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AQI serves as a key indicator of air quality and public health risk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pollution is a major environmental challenge affecting millions worldwide.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Air Quality Index (AQI) provides a standardized measure of air quality.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AQI is designed to communicate pollution levels and associated health impacts.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AQI forecasting can support timely and informed decision-making.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6574" name="Google Shape;6574;p47"/>
          <p:cNvCxnSpPr>
            <a:cxnSpLocks/>
          </p:cNvCxnSpPr>
          <p:nvPr/>
        </p:nvCxnSpPr>
        <p:spPr>
          <a:xfrm>
            <a:off x="4853077" y="1057248"/>
            <a:ext cx="41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76" name="Google Shape;6576;p47"/>
          <p:cNvSpPr/>
          <p:nvPr/>
        </p:nvSpPr>
        <p:spPr>
          <a:xfrm>
            <a:off x="3712397" y="957370"/>
            <a:ext cx="251100" cy="251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7" name="Google Shape;6577;p47"/>
          <p:cNvSpPr/>
          <p:nvPr/>
        </p:nvSpPr>
        <p:spPr>
          <a:xfrm>
            <a:off x="4135939" y="944534"/>
            <a:ext cx="251100" cy="251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5" name="Google Shape;6575;p47"/>
          <p:cNvSpPr/>
          <p:nvPr/>
        </p:nvSpPr>
        <p:spPr>
          <a:xfrm>
            <a:off x="4508193" y="931698"/>
            <a:ext cx="251100" cy="25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2" name="Google Shape;6582;p48"/>
          <p:cNvSpPr txBox="1">
            <a:spLocks noGrp="1"/>
          </p:cNvSpPr>
          <p:nvPr>
            <p:ph type="title"/>
          </p:nvPr>
        </p:nvSpPr>
        <p:spPr>
          <a:xfrm>
            <a:off x="713225" y="2192686"/>
            <a:ext cx="4276500" cy="82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583" name="Google Shape;6583;p48"/>
          <p:cNvSpPr txBox="1">
            <a:spLocks noGrp="1"/>
          </p:cNvSpPr>
          <p:nvPr>
            <p:ph type="title" idx="2"/>
          </p:nvPr>
        </p:nvSpPr>
        <p:spPr>
          <a:xfrm>
            <a:off x="713224" y="1276763"/>
            <a:ext cx="11574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88FF4-F172-688A-F082-DFAC0C67D3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 descr="The image depicts an air quality index chart with five levels, ranging from 0 to 50 (Good) to 301-500 (Very Hazardous), categorized into various health risk levels for different population groups.&#10;&#10;AI-generated content may be incorrect.">
            <a:extLst>
              <a:ext uri="{FF2B5EF4-FFF2-40B4-BE49-F238E27FC236}">
                <a16:creationId xmlns:a16="http://schemas.microsoft.com/office/drawing/2014/main" id="{0D225B09-D0D2-A47E-B482-EBC96A7B1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19"/>
            <a:ext cx="9144000" cy="51338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1">
          <a:extLst>
            <a:ext uri="{FF2B5EF4-FFF2-40B4-BE49-F238E27FC236}">
              <a16:creationId xmlns:a16="http://schemas.microsoft.com/office/drawing/2014/main" id="{31694EB5-FB31-2CC6-71E8-4D6B1A1DB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2" name="Google Shape;6572;p47">
            <a:extLst>
              <a:ext uri="{FF2B5EF4-FFF2-40B4-BE49-F238E27FC236}">
                <a16:creationId xmlns:a16="http://schemas.microsoft.com/office/drawing/2014/main" id="{02FEA860-4365-F7F8-D2DC-9FFDF8FD38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5263" y="447289"/>
            <a:ext cx="8774606" cy="4869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73" name="Google Shape;6573;p47">
            <a:extLst>
              <a:ext uri="{FF2B5EF4-FFF2-40B4-BE49-F238E27FC236}">
                <a16:creationId xmlns:a16="http://schemas.microsoft.com/office/drawing/2014/main" id="{3065192E-0363-7825-B97B-4E55963A8E9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4752" y="1382594"/>
            <a:ext cx="8911112" cy="24566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 dirty="0"/>
              <a:t>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AQI monitoring systems report air quality conditions but do not provide reliable forecasts.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AQI fluctuates due to changing pollutant concentrations and environmental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monitoring systems primarily provide real-time AQI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Sudden deterioration in air quality can impact public health and daily activities.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forecasting limits proactive decision-making and early intervention.</a:t>
            </a:r>
            <a:endParaRPr dirty="0"/>
          </a:p>
        </p:txBody>
      </p:sp>
      <p:cxnSp>
        <p:nvCxnSpPr>
          <p:cNvPr id="6574" name="Google Shape;6574;p47">
            <a:extLst>
              <a:ext uri="{FF2B5EF4-FFF2-40B4-BE49-F238E27FC236}">
                <a16:creationId xmlns:a16="http://schemas.microsoft.com/office/drawing/2014/main" id="{1BF800BE-2912-1B92-4F27-B9FD6BEEF47B}"/>
              </a:ext>
            </a:extLst>
          </p:cNvPr>
          <p:cNvCxnSpPr>
            <a:cxnSpLocks/>
          </p:cNvCxnSpPr>
          <p:nvPr/>
        </p:nvCxnSpPr>
        <p:spPr>
          <a:xfrm>
            <a:off x="4912689" y="1119771"/>
            <a:ext cx="41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76" name="Google Shape;6576;p47">
            <a:extLst>
              <a:ext uri="{FF2B5EF4-FFF2-40B4-BE49-F238E27FC236}">
                <a16:creationId xmlns:a16="http://schemas.microsoft.com/office/drawing/2014/main" id="{1E67A4EC-B3D5-49D5-8C50-A5D4CB9B24C8}"/>
              </a:ext>
            </a:extLst>
          </p:cNvPr>
          <p:cNvSpPr/>
          <p:nvPr/>
        </p:nvSpPr>
        <p:spPr>
          <a:xfrm>
            <a:off x="3834311" y="999972"/>
            <a:ext cx="251100" cy="251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7" name="Google Shape;6577;p47">
            <a:extLst>
              <a:ext uri="{FF2B5EF4-FFF2-40B4-BE49-F238E27FC236}">
                <a16:creationId xmlns:a16="http://schemas.microsoft.com/office/drawing/2014/main" id="{28364B99-5989-24A0-99B0-DCB47D29E406}"/>
              </a:ext>
            </a:extLst>
          </p:cNvPr>
          <p:cNvSpPr/>
          <p:nvPr/>
        </p:nvSpPr>
        <p:spPr>
          <a:xfrm>
            <a:off x="4203155" y="994221"/>
            <a:ext cx="251100" cy="251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5" name="Google Shape;6575;p47">
            <a:extLst>
              <a:ext uri="{FF2B5EF4-FFF2-40B4-BE49-F238E27FC236}">
                <a16:creationId xmlns:a16="http://schemas.microsoft.com/office/drawing/2014/main" id="{8057CF83-D174-A041-2002-9EA2EB120882}"/>
              </a:ext>
            </a:extLst>
          </p:cNvPr>
          <p:cNvSpPr/>
          <p:nvPr/>
        </p:nvSpPr>
        <p:spPr>
          <a:xfrm>
            <a:off x="4572000" y="999972"/>
            <a:ext cx="251100" cy="25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7534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74D2C-6031-5767-1B06-9097441C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155" y="117441"/>
            <a:ext cx="4631400" cy="822300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7FEF67-AAF4-1279-8460-8F2A2B4A68C5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38320" y="2079833"/>
            <a:ext cx="6201792" cy="1365643"/>
          </a:xfrm>
        </p:spPr>
        <p:txBody>
          <a:bodyPr/>
          <a:lstStyle/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Build AQI prediction models.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Compare regression algorithms.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Evaluate performance using MAE, MSE, RMSE, R².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Identify the best-performing model.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Deploy the model using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C39A9FF-4EC0-9881-2A0D-685B92235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809" y="1231314"/>
            <a:ext cx="7208796" cy="5879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and evaluate machine learning models for accurate AQI prediction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ubtitle 3">
            <a:extLst>
              <a:ext uri="{FF2B5EF4-FFF2-40B4-BE49-F238E27FC236}">
                <a16:creationId xmlns:a16="http://schemas.microsoft.com/office/drawing/2014/main" id="{CA45ED99-BB17-9378-3442-A04070718A3C}"/>
              </a:ext>
            </a:extLst>
          </p:cNvPr>
          <p:cNvSpPr txBox="1">
            <a:spLocks/>
          </p:cNvSpPr>
          <p:nvPr/>
        </p:nvSpPr>
        <p:spPr>
          <a:xfrm>
            <a:off x="763325" y="1581680"/>
            <a:ext cx="7578885" cy="20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6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the AQI using historical pollutant data we are going to :</a:t>
            </a:r>
          </a:p>
        </p:txBody>
      </p:sp>
    </p:spTree>
    <p:extLst>
      <p:ext uri="{BB962C8B-B14F-4D97-AF65-F5344CB8AC3E}">
        <p14:creationId xmlns:p14="http://schemas.microsoft.com/office/powerpoint/2010/main" val="2650814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1A904-1417-BEED-85D6-B8876C7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</p:spPr>
        <p:txBody>
          <a:bodyPr/>
          <a:lstStyle/>
          <a:p>
            <a:pPr algn="ctr"/>
            <a:r>
              <a:rPr lang="en-US" sz="4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sz="4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E5051E-71B9-70B2-C475-65E667BFA6C9}"/>
              </a:ext>
            </a:extLst>
          </p:cNvPr>
          <p:cNvSpPr txBox="1"/>
          <p:nvPr/>
        </p:nvSpPr>
        <p:spPr>
          <a:xfrm>
            <a:off x="906449" y="1017767"/>
            <a:ext cx="71402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AQI is influenced by multiple pollutant concentrations measure over time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5B195-0056-BBE9-9562-6E636BBF386B}"/>
              </a:ext>
            </a:extLst>
          </p:cNvPr>
          <p:cNvSpPr txBox="1"/>
          <p:nvPr/>
        </p:nvSpPr>
        <p:spPr>
          <a:xfrm>
            <a:off x="844993" y="1418545"/>
            <a:ext cx="2178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Used 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782E62-5DDA-362A-F309-1B85183A8137}"/>
              </a:ext>
            </a:extLst>
          </p:cNvPr>
          <p:cNvSpPr txBox="1"/>
          <p:nvPr/>
        </p:nvSpPr>
        <p:spPr>
          <a:xfrm>
            <a:off x="1017074" y="1661604"/>
            <a:ext cx="259644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PM2.5	-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Particulate Matter 2.5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PM10	-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Particulate Matter 10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	-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Nitrogen Monoxide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NO2	-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Nitrogen Dioxide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NOx	-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Nitrogen Oxides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NH3	-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Ammonia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	-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Monoxide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SO2	-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Sulphur Dioxide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O3	-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Ozone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AQI	- 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	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: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Quality Dataset (Kaggle) 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name 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city_day.csv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BC96C7-9340-FFD4-8476-E31BFFCE43BB}"/>
              </a:ext>
            </a:extLst>
          </p:cNvPr>
          <p:cNvSpPr txBox="1"/>
          <p:nvPr/>
        </p:nvSpPr>
        <p:spPr>
          <a:xfrm>
            <a:off x="4993419" y="1778768"/>
            <a:ext cx="3053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 descr="The image shows a DataFrame with 29,531 rows and 16 columns, containing various air pollutant measurements and their respective counts and data types.&#10;&#10;AI-generated content may be incorrect.">
            <a:extLst>
              <a:ext uri="{FF2B5EF4-FFF2-40B4-BE49-F238E27FC236}">
                <a16:creationId xmlns:a16="http://schemas.microsoft.com/office/drawing/2014/main" id="{C4B3B3A2-F5FC-0324-71B5-5820B8750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061" y="1539983"/>
            <a:ext cx="3300723" cy="296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58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7" name="Google Shape;6817;p53"/>
          <p:cNvSpPr txBox="1">
            <a:spLocks noGrp="1"/>
          </p:cNvSpPr>
          <p:nvPr>
            <p:ph type="title"/>
          </p:nvPr>
        </p:nvSpPr>
        <p:spPr>
          <a:xfrm>
            <a:off x="1915165" y="2104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18" name="Google Shape;6818;p53"/>
          <p:cNvSpPr txBox="1">
            <a:spLocks noGrp="1"/>
          </p:cNvSpPr>
          <p:nvPr>
            <p:ph type="subTitle" idx="1"/>
          </p:nvPr>
        </p:nvSpPr>
        <p:spPr>
          <a:xfrm>
            <a:off x="145548" y="2407679"/>
            <a:ext cx="2470279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Analysis:</a:t>
            </a:r>
            <a:b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skewness and spread.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19" name="Google Shape;6819;p53"/>
          <p:cNvSpPr txBox="1">
            <a:spLocks noGrp="1"/>
          </p:cNvSpPr>
          <p:nvPr>
            <p:ph type="subTitle" idx="2"/>
          </p:nvPr>
        </p:nvSpPr>
        <p:spPr>
          <a:xfrm>
            <a:off x="2368094" y="2407679"/>
            <a:ext cx="255069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highly influential features.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20" name="Google Shape;6820;p53"/>
          <p:cNvSpPr txBox="1">
            <a:spLocks noGrp="1"/>
          </p:cNvSpPr>
          <p:nvPr>
            <p:ph type="subTitle" idx="3"/>
          </p:nvPr>
        </p:nvSpPr>
        <p:spPr>
          <a:xfrm>
            <a:off x="4679771" y="2407611"/>
            <a:ext cx="2247114" cy="8499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Scatterplot Analysis: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PM 2.5 levels are associated with higher AQI values.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21" name="Google Shape;6821;p53"/>
          <p:cNvSpPr txBox="1">
            <a:spLocks noGrp="1"/>
          </p:cNvSpPr>
          <p:nvPr>
            <p:ph type="subTitle" idx="4"/>
          </p:nvPr>
        </p:nvSpPr>
        <p:spPr>
          <a:xfrm>
            <a:off x="2838616" y="6008129"/>
            <a:ext cx="2175300" cy="8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22" name="Google Shape;6822;p53"/>
          <p:cNvSpPr txBox="1">
            <a:spLocks noGrp="1"/>
          </p:cNvSpPr>
          <p:nvPr>
            <p:ph type="subTitle" idx="5"/>
          </p:nvPr>
        </p:nvSpPr>
        <p:spPr>
          <a:xfrm>
            <a:off x="5464225" y="6008129"/>
            <a:ext cx="2175300" cy="8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23" name="Google Shape;6823;p53"/>
          <p:cNvSpPr txBox="1">
            <a:spLocks noGrp="1"/>
          </p:cNvSpPr>
          <p:nvPr>
            <p:ph type="subTitle" idx="6"/>
          </p:nvPr>
        </p:nvSpPr>
        <p:spPr>
          <a:xfrm>
            <a:off x="131208" y="6175107"/>
            <a:ext cx="2175300" cy="8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8" name="Picture 7" descr="This diagram illustrates a scatter plot comparing PM2.5 concentration levels to AQI values, showing various data points that represent the relationship between air pollution and air quality index.&#10;&#10;AI-generated content may be incorrect.">
            <a:extLst>
              <a:ext uri="{FF2B5EF4-FFF2-40B4-BE49-F238E27FC236}">
                <a16:creationId xmlns:a16="http://schemas.microsoft.com/office/drawing/2014/main" id="{CA1D757C-1F5E-3266-19AE-30A7A0607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985" y="935612"/>
            <a:ext cx="1947535" cy="14937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2AED1A-B1BD-3229-D53C-B0831169BA7A}"/>
              </a:ext>
            </a:extLst>
          </p:cNvPr>
          <p:cNvSpPr txBox="1"/>
          <p:nvPr/>
        </p:nvSpPr>
        <p:spPr>
          <a:xfrm>
            <a:off x="647164" y="3449987"/>
            <a:ext cx="764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pollutant concentrations generally corresponded to higher AQI values.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The diagram shows a frequency distribution of air quality index (AQI) values, with a range from 0 to 17500, and a concentration of data points peaking around the 10,000 mark.&#10;&#10;AI-generated content may be incorrect.">
            <a:extLst>
              <a:ext uri="{FF2B5EF4-FFF2-40B4-BE49-F238E27FC236}">
                <a16:creationId xmlns:a16="http://schemas.microsoft.com/office/drawing/2014/main" id="{EDA65A13-BF9F-E40C-BE98-BB42FF07E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87" y="952252"/>
            <a:ext cx="2049283" cy="1514758"/>
          </a:xfrm>
          <a:prstGeom prst="rect">
            <a:avLst/>
          </a:prstGeom>
        </p:spPr>
      </p:pic>
      <p:pic>
        <p:nvPicPr>
          <p:cNvPr id="3" name="Picture 2" descr="The image is a correlation heatmap displaying the relationship between different pollutants (PM2.5, PM10, NO, NO2, NOX-, NH3, CO, SO2).&#10;&#10;AI-generated content may be incorrect.">
            <a:extLst>
              <a:ext uri="{FF2B5EF4-FFF2-40B4-BE49-F238E27FC236}">
                <a16:creationId xmlns:a16="http://schemas.microsoft.com/office/drawing/2014/main" id="{1569645C-2714-BFDA-2407-2660C1DA2D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483" y="952252"/>
            <a:ext cx="1870989" cy="1503224"/>
          </a:xfrm>
          <a:prstGeom prst="rect">
            <a:avLst/>
          </a:prstGeom>
        </p:spPr>
      </p:pic>
      <p:pic>
        <p:nvPicPr>
          <p:cNvPr id="4" name="Picture 3" descr="The diagram illustrates the distribution of air quality index (AQI) values across various categories, indicating the levels of air pollution from 'Good' to 'Very Poor'.&#10;&#10;AI-generated content may be incorrect.">
            <a:extLst>
              <a:ext uri="{FF2B5EF4-FFF2-40B4-BE49-F238E27FC236}">
                <a16:creationId xmlns:a16="http://schemas.microsoft.com/office/drawing/2014/main" id="{939801AD-58F2-1420-D88D-9EB58F131E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1487" y="935612"/>
            <a:ext cx="2161638" cy="1471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149FA4-AA8F-2779-A764-A86170BFC71B}"/>
              </a:ext>
            </a:extLst>
          </p:cNvPr>
          <p:cNvSpPr txBox="1"/>
          <p:nvPr/>
        </p:nvSpPr>
        <p:spPr>
          <a:xfrm>
            <a:off x="6926885" y="2455476"/>
            <a:ext cx="19254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Boxplot Analysis: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AQI increases with more variability levels.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4" name="Google Shape;7224;p63"/>
          <p:cNvSpPr txBox="1">
            <a:spLocks noGrp="1"/>
          </p:cNvSpPr>
          <p:nvPr>
            <p:ph type="title"/>
          </p:nvPr>
        </p:nvSpPr>
        <p:spPr>
          <a:xfrm>
            <a:off x="5254711" y="-459639"/>
            <a:ext cx="3519600" cy="158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 Importance</a:t>
            </a:r>
            <a:endParaRPr dirty="0"/>
          </a:p>
        </p:txBody>
      </p:sp>
      <p:sp>
        <p:nvSpPr>
          <p:cNvPr id="7225" name="Google Shape;7225;p63"/>
          <p:cNvSpPr txBox="1">
            <a:spLocks noGrp="1"/>
          </p:cNvSpPr>
          <p:nvPr>
            <p:ph type="subTitle" idx="1"/>
          </p:nvPr>
        </p:nvSpPr>
        <p:spPr>
          <a:xfrm>
            <a:off x="5119546" y="1212254"/>
            <a:ext cx="3801331" cy="11726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which pollutants contribute most to AQI prediction and explains how it makes decisions.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7227" name="Google Shape;7227;p63"/>
          <p:cNvGrpSpPr/>
          <p:nvPr/>
        </p:nvGrpSpPr>
        <p:grpSpPr>
          <a:xfrm rot="5400000">
            <a:off x="4355549" y="727386"/>
            <a:ext cx="1042500" cy="253950"/>
            <a:chOff x="3039800" y="2808125"/>
            <a:chExt cx="1042500" cy="253950"/>
          </a:xfrm>
        </p:grpSpPr>
        <p:sp>
          <p:nvSpPr>
            <p:cNvPr id="7228" name="Google Shape;7228;p63"/>
            <p:cNvSpPr/>
            <p:nvPr/>
          </p:nvSpPr>
          <p:spPr>
            <a:xfrm>
              <a:off x="3039800" y="2810975"/>
              <a:ext cx="251100" cy="251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9" name="Google Shape;7229;p63"/>
            <p:cNvSpPr/>
            <p:nvPr/>
          </p:nvSpPr>
          <p:spPr>
            <a:xfrm>
              <a:off x="3435500" y="281097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0" name="Google Shape;7230;p63"/>
            <p:cNvSpPr/>
            <p:nvPr/>
          </p:nvSpPr>
          <p:spPr>
            <a:xfrm>
              <a:off x="3831200" y="2808125"/>
              <a:ext cx="251100" cy="251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" name="Picture 7" descr="The image is a bar chart ranking the importance of various environmental pollutants, with PM2.5 and PM10 being the most important, followed by CO, NO, NO2, SO2, Toluene, and Benzene.&#10;&#10;AI-generated content may be incorrect.">
            <a:extLst>
              <a:ext uri="{FF2B5EF4-FFF2-40B4-BE49-F238E27FC236}">
                <a16:creationId xmlns:a16="http://schemas.microsoft.com/office/drawing/2014/main" id="{D838D728-DA94-B62E-C284-A4D5279D0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7" y="333111"/>
            <a:ext cx="4463894" cy="41848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146E4F-B525-4725-D975-166A47DB72BD}"/>
              </a:ext>
            </a:extLst>
          </p:cNvPr>
          <p:cNvSpPr txBox="1"/>
          <p:nvPr/>
        </p:nvSpPr>
        <p:spPr>
          <a:xfrm>
            <a:off x="5119546" y="2279735"/>
            <a:ext cx="359294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 2.5 is the strongest predictor of AQI.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Gaseous pollutants contributed less than particulate matter.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predictions were primarily driven by pollution concentration levels.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275F9-6F4C-8843-86C2-B57ACE70D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08" y="93679"/>
            <a:ext cx="7704000" cy="572700"/>
          </a:xfrm>
        </p:spPr>
        <p:txBody>
          <a:bodyPr/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+ Selection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ED774-3388-8B40-2989-C67CBFEBF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610" y="1023824"/>
            <a:ext cx="2950404" cy="118245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of multiple decision trees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non-linear relationships.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overfitting.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D08DE95-A317-82EC-F3A8-46C424D6A44B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943318" y="1023823"/>
            <a:ext cx="2679170" cy="10155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algorithm.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precision accuracy.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complex datasets.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19B57AF-5013-105D-2654-D149BE04544B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5622488" y="1047940"/>
            <a:ext cx="2679169" cy="10155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interpretable model.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representation.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training and prediction.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6867E20-A9FC-9CF7-5A6B-40D719DAE8B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05166" y="282523"/>
            <a:ext cx="2175300" cy="878400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B859518-575A-5A77-78EB-7AF0B35A7CD0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3112925" y="302050"/>
            <a:ext cx="2175300" cy="878400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8CA441E4-75E7-970A-E4B6-8FC472B93C0A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5792095" y="302050"/>
            <a:ext cx="2175300" cy="878400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 descr="The image displays a comparison of different statistical models (Random Forest, XGBoost, Linear Regression) with their respective R-squared (R2) scores, indicating their performance on a dataset.&#10;&#10;AI-generated content may be incorrect.">
            <a:extLst>
              <a:ext uri="{FF2B5EF4-FFF2-40B4-BE49-F238E27FC236}">
                <a16:creationId xmlns:a16="http://schemas.microsoft.com/office/drawing/2014/main" id="{56198EF8-24C1-B09C-5567-AB9BE1752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975" y="1930929"/>
            <a:ext cx="4033064" cy="263736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51E3E23-CCC2-3A57-3CD6-2A4E348EA0C0}"/>
              </a:ext>
            </a:extLst>
          </p:cNvPr>
          <p:cNvSpPr txBox="1"/>
          <p:nvPr/>
        </p:nvSpPr>
        <p:spPr>
          <a:xfrm>
            <a:off x="2657616" y="4687561"/>
            <a:ext cx="457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performed the best.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775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74F98-87AF-074A-04AF-5C1F8A3BC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9413F-B0B7-4B39-04EF-BA0C5448F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-52506"/>
            <a:ext cx="7704000" cy="572700"/>
          </a:xfrm>
        </p:spPr>
        <p:txBody>
          <a:bodyPr/>
          <a:lstStyle/>
          <a:p>
            <a:pPr algn="ctr"/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endParaRPr lang="en-I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6687F-B349-1631-E1B1-AAF98A7E34F1}"/>
              </a:ext>
            </a:extLst>
          </p:cNvPr>
          <p:cNvSpPr txBox="1"/>
          <p:nvPr/>
        </p:nvSpPr>
        <p:spPr>
          <a:xfrm>
            <a:off x="962108" y="693197"/>
            <a:ext cx="1884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Metrics: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BE981A-D86B-3F91-D9A4-B6021ECB46A0}"/>
              </a:ext>
            </a:extLst>
          </p:cNvPr>
          <p:cNvSpPr txBox="1"/>
          <p:nvPr/>
        </p:nvSpPr>
        <p:spPr>
          <a:xfrm>
            <a:off x="962108" y="1470991"/>
            <a:ext cx="2178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48D199-168D-EC9F-C6B4-448E89204D1B}"/>
              </a:ext>
            </a:extLst>
          </p:cNvPr>
          <p:cNvSpPr txBox="1"/>
          <p:nvPr/>
        </p:nvSpPr>
        <p:spPr>
          <a:xfrm>
            <a:off x="962108" y="1778768"/>
            <a:ext cx="25964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FCCEFD-3509-4A41-608A-5EA0F81B7060}"/>
              </a:ext>
            </a:extLst>
          </p:cNvPr>
          <p:cNvSpPr txBox="1"/>
          <p:nvPr/>
        </p:nvSpPr>
        <p:spPr>
          <a:xfrm>
            <a:off x="4993419" y="1778768"/>
            <a:ext cx="3053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0B9433-BC7F-51E3-E73B-8B70D4DF0C8B}"/>
              </a:ext>
            </a:extLst>
          </p:cNvPr>
          <p:cNvSpPr txBox="1"/>
          <p:nvPr/>
        </p:nvSpPr>
        <p:spPr>
          <a:xfrm>
            <a:off x="5716127" y="693197"/>
            <a:ext cx="2603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vs Predicted AQI: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The image displays a scatter plot comparing actual and predicted Air Quality Index (AQI) values, showing a range from 0 to 1600, with some data points indicating the predictions of a random forest model.&#10;&#10;AI-generated content may be incorrect.">
            <a:extLst>
              <a:ext uri="{FF2B5EF4-FFF2-40B4-BE49-F238E27FC236}">
                <a16:creationId xmlns:a16="http://schemas.microsoft.com/office/drawing/2014/main" id="{E463CA5D-F88D-20FE-BEE2-7FDD5D007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159" y="1065649"/>
            <a:ext cx="4174870" cy="3243827"/>
          </a:xfrm>
          <a:prstGeom prst="rect">
            <a:avLst/>
          </a:prstGeom>
        </p:spPr>
      </p:pic>
      <p:pic>
        <p:nvPicPr>
          <p:cNvPr id="11" name="Picture 10" descr="The image displays a table comparing various regression models (Linear Regression, Random Forest, and XGBoost) with their respective MAE, MSE, RMSE, and R2 Score metrics.&#10;&#10;AI-generated content may be incorrect.">
            <a:extLst>
              <a:ext uri="{FF2B5EF4-FFF2-40B4-BE49-F238E27FC236}">
                <a16:creationId xmlns:a16="http://schemas.microsoft.com/office/drawing/2014/main" id="{EB1817E5-CBC5-602D-E26B-39F3615311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71" t="6887" r="12105" b="-6887"/>
          <a:stretch>
            <a:fillRect/>
          </a:stretch>
        </p:blipFill>
        <p:spPr>
          <a:xfrm>
            <a:off x="121619" y="1074685"/>
            <a:ext cx="4085521" cy="9810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1E1683-2563-C2B4-052E-21022E0C36A6}"/>
              </a:ext>
            </a:extLst>
          </p:cNvPr>
          <p:cNvSpPr txBox="1"/>
          <p:nvPr/>
        </p:nvSpPr>
        <p:spPr>
          <a:xfrm>
            <a:off x="78494" y="2040378"/>
            <a:ext cx="394588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(Mean Absolute Error): 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average difference between actual and predicted AQI values.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 ( Mean Squared Error):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squared prediction errors, giving higher weight to large errors.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( Root MSE):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prediction error in AQI units and indicates model accuracy.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Score:</a:t>
            </a: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how well the model explains the variability in AQI values.</a:t>
            </a:r>
          </a:p>
        </p:txBody>
      </p:sp>
    </p:spTree>
    <p:extLst>
      <p:ext uri="{BB962C8B-B14F-4D97-AF65-F5344CB8AC3E}">
        <p14:creationId xmlns:p14="http://schemas.microsoft.com/office/powerpoint/2010/main" val="4063022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B7FE7-8D4D-14ED-5B39-07A76FCC0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85888-FA50-C74C-F74A-70A4E9883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08" y="93679"/>
            <a:ext cx="7704000" cy="572700"/>
          </a:xfrm>
        </p:spPr>
        <p:txBody>
          <a:bodyPr/>
          <a:lstStyle/>
          <a:p>
            <a:pPr algn="ctr"/>
            <a:r>
              <a:rPr 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Deployment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78D427-7F9F-A482-6D8F-2FAEEAFD3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610" y="1023824"/>
            <a:ext cx="2950404" cy="1182452"/>
          </a:xfrm>
        </p:spPr>
        <p:txBody>
          <a:bodyPr/>
          <a:lstStyle/>
          <a:p>
            <a:pPr marL="139700" indent="0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12B5D60-F5F5-3DC2-10F8-C94D82934F0D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943318" y="1023823"/>
            <a:ext cx="2679170" cy="1015500"/>
          </a:xfrm>
        </p:spPr>
        <p:txBody>
          <a:bodyPr/>
          <a:lstStyle/>
          <a:p>
            <a:pPr marL="139700" indent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8339A5C-9E00-834B-44FC-EE85EB734E14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5622488" y="1047940"/>
            <a:ext cx="2679169" cy="10155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E65903F-9A4C-310D-3DB4-01BB7B0169A1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3112925" y="302050"/>
            <a:ext cx="2175300" cy="878400"/>
          </a:xfrm>
        </p:spPr>
        <p:txBody>
          <a:bodyPr/>
          <a:lstStyle/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F382683-2CB9-E69E-53FC-689DAB37ABCB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5892195" y="788565"/>
            <a:ext cx="3323923" cy="391885"/>
          </a:xfrm>
        </p:spPr>
        <p:txBody>
          <a:bodyPr/>
          <a:lstStyle/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Streamlit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Link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The image is a dashboard displaying a pollutant concentration forecast for various air quality indices, such as PM2.5, PM10, SO2, NO, NO2, Benzene, Toluene, and Xylene.&#10;&#10;AI-generated content may be incorrect.">
            <a:extLst>
              <a:ext uri="{FF2B5EF4-FFF2-40B4-BE49-F238E27FC236}">
                <a16:creationId xmlns:a16="http://schemas.microsoft.com/office/drawing/2014/main" id="{73FCF900-708F-79A0-C06B-E6716D69B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32" y="916444"/>
            <a:ext cx="5352234" cy="3203232"/>
          </a:xfrm>
          <a:prstGeom prst="rect">
            <a:avLst/>
          </a:prstGeom>
        </p:spPr>
      </p:pic>
      <p:sp>
        <p:nvSpPr>
          <p:cNvPr id="11" name="Subtitle 10">
            <a:extLst>
              <a:ext uri="{FF2B5EF4-FFF2-40B4-BE49-F238E27FC236}">
                <a16:creationId xmlns:a16="http://schemas.microsoft.com/office/drawing/2014/main" id="{E5B313F1-22F7-5995-E02C-1CF28281225C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3" name="Picture 12" descr="The image displays a health profile section for an individual with asthma, indicating a satisfactory air quality index (AQI) of 96.7 and advising sensitive individuals to take precautions.&#10;&#10;AI-generated content may be incorrect.">
            <a:extLst>
              <a:ext uri="{FF2B5EF4-FFF2-40B4-BE49-F238E27FC236}">
                <a16:creationId xmlns:a16="http://schemas.microsoft.com/office/drawing/2014/main" id="{D598DED4-6164-8159-98EC-C7FB1DF082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1" t="-1683" r="4843" b="1683"/>
          <a:stretch>
            <a:fillRect/>
          </a:stretch>
        </p:blipFill>
        <p:spPr>
          <a:xfrm>
            <a:off x="5797282" y="1136359"/>
            <a:ext cx="3213636" cy="1381701"/>
          </a:xfrm>
          <a:prstGeom prst="rect">
            <a:avLst/>
          </a:prstGeom>
        </p:spPr>
      </p:pic>
      <p:pic>
        <p:nvPicPr>
          <p:cNvPr id="10" name="Picture 9" descr="The image displays a health profile indicating asthma, a poor air quality index (AQI) of 220.9, and health advisories for mask usage and indoor stay for vulnerable groups.&#10;&#10;AI-generated content may be incorrect.">
            <a:extLst>
              <a:ext uri="{FF2B5EF4-FFF2-40B4-BE49-F238E27FC236}">
                <a16:creationId xmlns:a16="http://schemas.microsoft.com/office/drawing/2014/main" id="{00BB992C-1515-C73A-129F-46FFA4488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908" y="2625441"/>
            <a:ext cx="2957283" cy="136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320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7" name="Google Shape;7567;p77"/>
          <p:cNvSpPr txBox="1">
            <a:spLocks noGrp="1"/>
          </p:cNvSpPr>
          <p:nvPr>
            <p:ph type="title"/>
          </p:nvPr>
        </p:nvSpPr>
        <p:spPr>
          <a:xfrm>
            <a:off x="289123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68" name="Google Shape;7568;p77"/>
          <p:cNvSpPr txBox="1">
            <a:spLocks noGrp="1"/>
          </p:cNvSpPr>
          <p:nvPr>
            <p:ph type="subTitle" idx="1"/>
          </p:nvPr>
        </p:nvSpPr>
        <p:spPr>
          <a:xfrm>
            <a:off x="606567" y="767205"/>
            <a:ext cx="7175645" cy="16148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end to end AQI prediction pipeline.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preprocessing and exploratory data analysis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and compared the three regression models.</a:t>
            </a:r>
          </a:p>
          <a:p>
            <a:pPr lvl="0">
              <a:spcBef>
                <a:spcPts val="1000"/>
              </a:spcBef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the best prediction accuracy (R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² = 0.886)</a:t>
            </a:r>
            <a:endParaRPr lang="e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 2.5 was identified as the most influential feature affecting AQI.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deployed the model using Streamlit.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endParaRPr lang="e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 algn="l" rtl="0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endParaRPr lang="en"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endParaRPr lang="e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473D8-3BCB-AB9A-38FB-28FCC1989CEB}"/>
              </a:ext>
            </a:extLst>
          </p:cNvPr>
          <p:cNvSpPr txBox="1"/>
          <p:nvPr/>
        </p:nvSpPr>
        <p:spPr>
          <a:xfrm>
            <a:off x="996812" y="3715061"/>
            <a:ext cx="6154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“Predicting air quality today helps protect public health tomorrow.”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1">
          <a:extLst>
            <a:ext uri="{FF2B5EF4-FFF2-40B4-BE49-F238E27FC236}">
              <a16:creationId xmlns:a16="http://schemas.microsoft.com/office/drawing/2014/main" id="{A3F8EA62-395E-4105-015E-C469FF829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2" name="Google Shape;6582;p48">
            <a:extLst>
              <a:ext uri="{FF2B5EF4-FFF2-40B4-BE49-F238E27FC236}">
                <a16:creationId xmlns:a16="http://schemas.microsoft.com/office/drawing/2014/main" id="{9A6C031A-1CA8-F29F-9DC4-DF7710395B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8129" y="1909215"/>
            <a:ext cx="5282346" cy="11403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THANK YOU!!</a:t>
            </a:r>
            <a:endParaRPr sz="5400" dirty="0"/>
          </a:p>
        </p:txBody>
      </p:sp>
      <p:sp>
        <p:nvSpPr>
          <p:cNvPr id="6583" name="Google Shape;6583;p48">
            <a:extLst>
              <a:ext uri="{FF2B5EF4-FFF2-40B4-BE49-F238E27FC236}">
                <a16:creationId xmlns:a16="http://schemas.microsoft.com/office/drawing/2014/main" id="{C6A318C2-EC7A-03F0-9D3E-8B28FB22052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653342" y="6826773"/>
            <a:ext cx="11574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584" name="Google Shape;6584;p48">
            <a:extLst>
              <a:ext uri="{FF2B5EF4-FFF2-40B4-BE49-F238E27FC236}">
                <a16:creationId xmlns:a16="http://schemas.microsoft.com/office/drawing/2014/main" id="{FF2388D7-B797-C3EA-9BC8-75CA68A9284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44721" y="7539573"/>
            <a:ext cx="42765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enter a subtitle here if you it</a:t>
            </a:r>
            <a:endParaRPr dirty="0"/>
          </a:p>
        </p:txBody>
      </p:sp>
      <p:grpSp>
        <p:nvGrpSpPr>
          <p:cNvPr id="6585" name="Google Shape;6585;p48">
            <a:extLst>
              <a:ext uri="{FF2B5EF4-FFF2-40B4-BE49-F238E27FC236}">
                <a16:creationId xmlns:a16="http://schemas.microsoft.com/office/drawing/2014/main" id="{B816525E-2618-97D2-BC3B-375253AD16FA}"/>
              </a:ext>
            </a:extLst>
          </p:cNvPr>
          <p:cNvGrpSpPr/>
          <p:nvPr/>
        </p:nvGrpSpPr>
        <p:grpSpPr>
          <a:xfrm>
            <a:off x="5546009" y="1059262"/>
            <a:ext cx="2803918" cy="3522272"/>
            <a:chOff x="5546009" y="1059262"/>
            <a:chExt cx="2803918" cy="3522272"/>
          </a:xfrm>
        </p:grpSpPr>
        <p:grpSp>
          <p:nvGrpSpPr>
            <p:cNvPr id="6586" name="Google Shape;6586;p48">
              <a:extLst>
                <a:ext uri="{FF2B5EF4-FFF2-40B4-BE49-F238E27FC236}">
                  <a16:creationId xmlns:a16="http://schemas.microsoft.com/office/drawing/2014/main" id="{1372A33E-1ADF-D712-F39B-4A30BC1BED3E}"/>
                </a:ext>
              </a:extLst>
            </p:cNvPr>
            <p:cNvGrpSpPr/>
            <p:nvPr/>
          </p:nvGrpSpPr>
          <p:grpSpPr>
            <a:xfrm rot="8541663" flipH="1">
              <a:off x="6772160" y="2516254"/>
              <a:ext cx="1385252" cy="584301"/>
              <a:chOff x="1134050" y="1811775"/>
              <a:chExt cx="730275" cy="373150"/>
            </a:xfrm>
          </p:grpSpPr>
          <p:sp>
            <p:nvSpPr>
              <p:cNvPr id="6587" name="Google Shape;6587;p48">
                <a:extLst>
                  <a:ext uri="{FF2B5EF4-FFF2-40B4-BE49-F238E27FC236}">
                    <a16:creationId xmlns:a16="http://schemas.microsoft.com/office/drawing/2014/main" id="{789A8059-078C-9DF3-2B36-5D05759DA3B0}"/>
                  </a:ext>
                </a:extLst>
              </p:cNvPr>
              <p:cNvSpPr/>
              <p:nvPr/>
            </p:nvSpPr>
            <p:spPr>
              <a:xfrm>
                <a:off x="1779200" y="1969075"/>
                <a:ext cx="14450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427" extrusionOk="0">
                    <a:moveTo>
                      <a:pt x="274" y="1"/>
                    </a:moveTo>
                    <a:cubicBezTo>
                      <a:pt x="0" y="1"/>
                      <a:pt x="0" y="426"/>
                      <a:pt x="274" y="426"/>
                    </a:cubicBezTo>
                    <a:cubicBezTo>
                      <a:pt x="578" y="426"/>
                      <a:pt x="578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8" name="Google Shape;6588;p48">
                <a:extLst>
                  <a:ext uri="{FF2B5EF4-FFF2-40B4-BE49-F238E27FC236}">
                    <a16:creationId xmlns:a16="http://schemas.microsoft.com/office/drawing/2014/main" id="{56D3D92B-88F5-34BD-FFF9-77E195143088}"/>
                  </a:ext>
                </a:extLst>
              </p:cNvPr>
              <p:cNvSpPr/>
              <p:nvPr/>
            </p:nvSpPr>
            <p:spPr>
              <a:xfrm>
                <a:off x="1704725" y="1895050"/>
                <a:ext cx="31175" cy="29975"/>
              </a:xfrm>
              <a:custGeom>
                <a:avLst/>
                <a:gdLst/>
                <a:ahLst/>
                <a:cxnLst/>
                <a:rect l="l" t="t" r="r" b="b"/>
                <a:pathLst>
                  <a:path w="1247" h="1199" extrusionOk="0">
                    <a:moveTo>
                      <a:pt x="316" y="246"/>
                    </a:moveTo>
                    <a:lnTo>
                      <a:pt x="274" y="257"/>
                    </a:lnTo>
                    <a:cubicBezTo>
                      <a:pt x="285" y="257"/>
                      <a:pt x="300" y="253"/>
                      <a:pt x="316" y="246"/>
                    </a:cubicBezTo>
                    <a:close/>
                    <a:moveTo>
                      <a:pt x="1083" y="688"/>
                    </a:moveTo>
                    <a:cubicBezTo>
                      <a:pt x="1072" y="704"/>
                      <a:pt x="1064" y="722"/>
                      <a:pt x="1064" y="743"/>
                    </a:cubicBezTo>
                    <a:lnTo>
                      <a:pt x="1083" y="688"/>
                    </a:lnTo>
                    <a:close/>
                    <a:moveTo>
                      <a:pt x="820" y="1"/>
                    </a:moveTo>
                    <a:cubicBezTo>
                      <a:pt x="740" y="1"/>
                      <a:pt x="651" y="22"/>
                      <a:pt x="608" y="44"/>
                    </a:cubicBezTo>
                    <a:lnTo>
                      <a:pt x="608" y="74"/>
                    </a:lnTo>
                    <a:cubicBezTo>
                      <a:pt x="576" y="90"/>
                      <a:pt x="553" y="106"/>
                      <a:pt x="529" y="122"/>
                    </a:cubicBezTo>
                    <a:lnTo>
                      <a:pt x="529" y="122"/>
                    </a:lnTo>
                    <a:cubicBezTo>
                      <a:pt x="465" y="147"/>
                      <a:pt x="420" y="171"/>
                      <a:pt x="395" y="196"/>
                    </a:cubicBezTo>
                    <a:cubicBezTo>
                      <a:pt x="376" y="215"/>
                      <a:pt x="344" y="235"/>
                      <a:pt x="316" y="246"/>
                    </a:cubicBezTo>
                    <a:lnTo>
                      <a:pt x="316" y="246"/>
                    </a:lnTo>
                    <a:lnTo>
                      <a:pt x="395" y="226"/>
                    </a:lnTo>
                    <a:lnTo>
                      <a:pt x="395" y="226"/>
                    </a:lnTo>
                    <a:cubicBezTo>
                      <a:pt x="304" y="257"/>
                      <a:pt x="213" y="287"/>
                      <a:pt x="152" y="378"/>
                    </a:cubicBezTo>
                    <a:cubicBezTo>
                      <a:pt x="61" y="469"/>
                      <a:pt x="0" y="561"/>
                      <a:pt x="0" y="713"/>
                    </a:cubicBezTo>
                    <a:cubicBezTo>
                      <a:pt x="0" y="834"/>
                      <a:pt x="61" y="986"/>
                      <a:pt x="152" y="1047"/>
                    </a:cubicBezTo>
                    <a:cubicBezTo>
                      <a:pt x="243" y="1138"/>
                      <a:pt x="365" y="1199"/>
                      <a:pt x="487" y="1199"/>
                    </a:cubicBezTo>
                    <a:lnTo>
                      <a:pt x="608" y="1169"/>
                    </a:lnTo>
                    <a:cubicBezTo>
                      <a:pt x="699" y="1169"/>
                      <a:pt x="791" y="1108"/>
                      <a:pt x="851" y="1047"/>
                    </a:cubicBezTo>
                    <a:cubicBezTo>
                      <a:pt x="887" y="1011"/>
                      <a:pt x="923" y="965"/>
                      <a:pt x="953" y="914"/>
                    </a:cubicBezTo>
                    <a:lnTo>
                      <a:pt x="953" y="914"/>
                    </a:lnTo>
                    <a:cubicBezTo>
                      <a:pt x="973" y="887"/>
                      <a:pt x="977" y="861"/>
                      <a:pt x="1003" y="834"/>
                    </a:cubicBezTo>
                    <a:cubicBezTo>
                      <a:pt x="1034" y="773"/>
                      <a:pt x="1064" y="713"/>
                      <a:pt x="1095" y="652"/>
                    </a:cubicBezTo>
                    <a:lnTo>
                      <a:pt x="1095" y="652"/>
                    </a:lnTo>
                    <a:lnTo>
                      <a:pt x="1083" y="688"/>
                    </a:lnTo>
                    <a:lnTo>
                      <a:pt x="1083" y="688"/>
                    </a:lnTo>
                    <a:cubicBezTo>
                      <a:pt x="1103" y="657"/>
                      <a:pt x="1136" y="631"/>
                      <a:pt x="1155" y="591"/>
                    </a:cubicBezTo>
                    <a:cubicBezTo>
                      <a:pt x="1247" y="469"/>
                      <a:pt x="1216" y="226"/>
                      <a:pt x="1095" y="105"/>
                    </a:cubicBezTo>
                    <a:cubicBezTo>
                      <a:pt x="1034" y="74"/>
                      <a:pt x="973" y="44"/>
                      <a:pt x="912" y="13"/>
                    </a:cubicBezTo>
                    <a:cubicBezTo>
                      <a:pt x="885" y="5"/>
                      <a:pt x="854" y="1"/>
                      <a:pt x="8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9" name="Google Shape;6589;p48">
                <a:extLst>
                  <a:ext uri="{FF2B5EF4-FFF2-40B4-BE49-F238E27FC236}">
                    <a16:creationId xmlns:a16="http://schemas.microsoft.com/office/drawing/2014/main" id="{453921F2-E718-7D9A-8FBF-E75605DA5C7A}"/>
                  </a:ext>
                </a:extLst>
              </p:cNvPr>
              <p:cNvSpPr/>
              <p:nvPr/>
            </p:nvSpPr>
            <p:spPr>
              <a:xfrm>
                <a:off x="1651525" y="2002450"/>
                <a:ext cx="28900" cy="2067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827" extrusionOk="0">
                    <a:moveTo>
                      <a:pt x="479" y="1"/>
                    </a:moveTo>
                    <a:cubicBezTo>
                      <a:pt x="413" y="1"/>
                      <a:pt x="349" y="26"/>
                      <a:pt x="274" y="64"/>
                    </a:cubicBezTo>
                    <a:cubicBezTo>
                      <a:pt x="1" y="186"/>
                      <a:pt x="1" y="642"/>
                      <a:pt x="274" y="763"/>
                    </a:cubicBezTo>
                    <a:cubicBezTo>
                      <a:pt x="349" y="801"/>
                      <a:pt x="413" y="827"/>
                      <a:pt x="479" y="827"/>
                    </a:cubicBezTo>
                    <a:cubicBezTo>
                      <a:pt x="492" y="827"/>
                      <a:pt x="505" y="826"/>
                      <a:pt x="518" y="824"/>
                    </a:cubicBezTo>
                    <a:lnTo>
                      <a:pt x="518" y="824"/>
                    </a:lnTo>
                    <a:lnTo>
                      <a:pt x="517" y="824"/>
                    </a:lnTo>
                    <a:lnTo>
                      <a:pt x="517" y="824"/>
                    </a:lnTo>
                    <a:lnTo>
                      <a:pt x="761" y="794"/>
                    </a:lnTo>
                    <a:cubicBezTo>
                      <a:pt x="882" y="763"/>
                      <a:pt x="973" y="763"/>
                      <a:pt x="1034" y="672"/>
                    </a:cubicBezTo>
                    <a:cubicBezTo>
                      <a:pt x="1095" y="611"/>
                      <a:pt x="1156" y="490"/>
                      <a:pt x="1156" y="398"/>
                    </a:cubicBezTo>
                    <a:cubicBezTo>
                      <a:pt x="1156" y="307"/>
                      <a:pt x="1125" y="216"/>
                      <a:pt x="1034" y="125"/>
                    </a:cubicBezTo>
                    <a:cubicBezTo>
                      <a:pt x="973" y="64"/>
                      <a:pt x="882" y="34"/>
                      <a:pt x="761" y="34"/>
                    </a:cubicBezTo>
                    <a:lnTo>
                      <a:pt x="517" y="3"/>
                    </a:lnTo>
                    <a:lnTo>
                      <a:pt x="518" y="4"/>
                    </a:lnTo>
                    <a:lnTo>
                      <a:pt x="518" y="4"/>
                    </a:lnTo>
                    <a:cubicBezTo>
                      <a:pt x="505" y="2"/>
                      <a:pt x="492" y="1"/>
                      <a:pt x="47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0" name="Google Shape;6590;p48">
                <a:extLst>
                  <a:ext uri="{FF2B5EF4-FFF2-40B4-BE49-F238E27FC236}">
                    <a16:creationId xmlns:a16="http://schemas.microsoft.com/office/drawing/2014/main" id="{1F39BBDC-B1BE-8040-EF00-F4E01B09C6DF}"/>
                  </a:ext>
                </a:extLst>
              </p:cNvPr>
              <p:cNvSpPr/>
              <p:nvPr/>
            </p:nvSpPr>
            <p:spPr>
              <a:xfrm>
                <a:off x="1644700" y="1950850"/>
                <a:ext cx="2205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882" h="670" extrusionOk="0">
                    <a:moveTo>
                      <a:pt x="426" y="0"/>
                    </a:moveTo>
                    <a:cubicBezTo>
                      <a:pt x="0" y="0"/>
                      <a:pt x="0" y="669"/>
                      <a:pt x="426" y="669"/>
                    </a:cubicBezTo>
                    <a:cubicBezTo>
                      <a:pt x="882" y="669"/>
                      <a:pt x="882" y="0"/>
                      <a:pt x="42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1" name="Google Shape;6591;p48">
                <a:extLst>
                  <a:ext uri="{FF2B5EF4-FFF2-40B4-BE49-F238E27FC236}">
                    <a16:creationId xmlns:a16="http://schemas.microsoft.com/office/drawing/2014/main" id="{456A200A-217F-48FC-277E-5395BC552F43}"/>
                  </a:ext>
                </a:extLst>
              </p:cNvPr>
              <p:cNvSpPr/>
              <p:nvPr/>
            </p:nvSpPr>
            <p:spPr>
              <a:xfrm>
                <a:off x="1582375" y="1893100"/>
                <a:ext cx="30425" cy="2432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973" extrusionOk="0">
                    <a:moveTo>
                      <a:pt x="609" y="31"/>
                    </a:moveTo>
                    <a:cubicBezTo>
                      <a:pt x="624" y="31"/>
                      <a:pt x="637" y="33"/>
                      <a:pt x="649" y="36"/>
                    </a:cubicBezTo>
                    <a:lnTo>
                      <a:pt x="649" y="36"/>
                    </a:lnTo>
                    <a:lnTo>
                      <a:pt x="639" y="31"/>
                    </a:lnTo>
                    <a:close/>
                    <a:moveTo>
                      <a:pt x="675" y="924"/>
                    </a:moveTo>
                    <a:lnTo>
                      <a:pt x="654" y="927"/>
                    </a:lnTo>
                    <a:lnTo>
                      <a:pt x="654" y="927"/>
                    </a:lnTo>
                    <a:lnTo>
                      <a:pt x="639" y="943"/>
                    </a:lnTo>
                    <a:lnTo>
                      <a:pt x="639" y="943"/>
                    </a:lnTo>
                    <a:lnTo>
                      <a:pt x="675" y="924"/>
                    </a:lnTo>
                    <a:close/>
                    <a:moveTo>
                      <a:pt x="457" y="0"/>
                    </a:moveTo>
                    <a:cubicBezTo>
                      <a:pt x="335" y="0"/>
                      <a:pt x="213" y="61"/>
                      <a:pt x="122" y="152"/>
                    </a:cubicBezTo>
                    <a:cubicBezTo>
                      <a:pt x="61" y="213"/>
                      <a:pt x="1" y="365"/>
                      <a:pt x="1" y="487"/>
                    </a:cubicBezTo>
                    <a:cubicBezTo>
                      <a:pt x="1" y="608"/>
                      <a:pt x="31" y="730"/>
                      <a:pt x="122" y="821"/>
                    </a:cubicBezTo>
                    <a:cubicBezTo>
                      <a:pt x="213" y="912"/>
                      <a:pt x="335" y="973"/>
                      <a:pt x="457" y="973"/>
                    </a:cubicBezTo>
                    <a:cubicBezTo>
                      <a:pt x="517" y="973"/>
                      <a:pt x="578" y="943"/>
                      <a:pt x="609" y="943"/>
                    </a:cubicBezTo>
                    <a:cubicBezTo>
                      <a:pt x="618" y="938"/>
                      <a:pt x="627" y="934"/>
                      <a:pt x="636" y="930"/>
                    </a:cubicBezTo>
                    <a:lnTo>
                      <a:pt x="636" y="930"/>
                    </a:lnTo>
                    <a:lnTo>
                      <a:pt x="654" y="927"/>
                    </a:lnTo>
                    <a:lnTo>
                      <a:pt x="654" y="927"/>
                    </a:lnTo>
                    <a:lnTo>
                      <a:pt x="661" y="920"/>
                    </a:lnTo>
                    <a:lnTo>
                      <a:pt x="661" y="920"/>
                    </a:lnTo>
                    <a:cubicBezTo>
                      <a:pt x="693" y="909"/>
                      <a:pt x="720" y="902"/>
                      <a:pt x="760" y="882"/>
                    </a:cubicBezTo>
                    <a:lnTo>
                      <a:pt x="760" y="882"/>
                    </a:lnTo>
                    <a:lnTo>
                      <a:pt x="675" y="924"/>
                    </a:lnTo>
                    <a:lnTo>
                      <a:pt x="675" y="924"/>
                    </a:lnTo>
                    <a:lnTo>
                      <a:pt x="761" y="912"/>
                    </a:lnTo>
                    <a:cubicBezTo>
                      <a:pt x="882" y="912"/>
                      <a:pt x="1004" y="882"/>
                      <a:pt x="1095" y="791"/>
                    </a:cubicBezTo>
                    <a:cubicBezTo>
                      <a:pt x="1156" y="699"/>
                      <a:pt x="1216" y="578"/>
                      <a:pt x="1216" y="487"/>
                    </a:cubicBezTo>
                    <a:cubicBezTo>
                      <a:pt x="1216" y="365"/>
                      <a:pt x="1156" y="243"/>
                      <a:pt x="1095" y="183"/>
                    </a:cubicBezTo>
                    <a:cubicBezTo>
                      <a:pt x="1004" y="91"/>
                      <a:pt x="882" y="61"/>
                      <a:pt x="761" y="61"/>
                    </a:cubicBezTo>
                    <a:lnTo>
                      <a:pt x="686" y="50"/>
                    </a:lnTo>
                    <a:lnTo>
                      <a:pt x="686" y="50"/>
                    </a:lnTo>
                    <a:cubicBezTo>
                      <a:pt x="674" y="44"/>
                      <a:pt x="662" y="39"/>
                      <a:pt x="649" y="36"/>
                    </a:cubicBezTo>
                    <a:lnTo>
                      <a:pt x="649" y="36"/>
                    </a:lnTo>
                    <a:lnTo>
                      <a:pt x="675" y="49"/>
                    </a:lnTo>
                    <a:lnTo>
                      <a:pt x="675" y="49"/>
                    </a:lnTo>
                    <a:lnTo>
                      <a:pt x="548" y="31"/>
                    </a:lnTo>
                    <a:lnTo>
                      <a:pt x="609" y="31"/>
                    </a:lnTo>
                    <a:cubicBezTo>
                      <a:pt x="578" y="0"/>
                      <a:pt x="517" y="0"/>
                      <a:pt x="4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2" name="Google Shape;6592;p48">
                <a:extLst>
                  <a:ext uri="{FF2B5EF4-FFF2-40B4-BE49-F238E27FC236}">
                    <a16:creationId xmlns:a16="http://schemas.microsoft.com/office/drawing/2014/main" id="{9244F484-0519-0065-8F91-FC7D504FB927}"/>
                  </a:ext>
                </a:extLst>
              </p:cNvPr>
              <p:cNvSpPr/>
              <p:nvPr/>
            </p:nvSpPr>
            <p:spPr>
              <a:xfrm>
                <a:off x="1537550" y="1972125"/>
                <a:ext cx="21300" cy="273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1095" extrusionOk="0">
                    <a:moveTo>
                      <a:pt x="426" y="0"/>
                    </a:moveTo>
                    <a:cubicBezTo>
                      <a:pt x="183" y="0"/>
                      <a:pt x="31" y="152"/>
                      <a:pt x="31" y="396"/>
                    </a:cubicBezTo>
                    <a:lnTo>
                      <a:pt x="0" y="396"/>
                    </a:lnTo>
                    <a:cubicBezTo>
                      <a:pt x="0" y="487"/>
                      <a:pt x="0" y="578"/>
                      <a:pt x="0" y="669"/>
                    </a:cubicBezTo>
                    <a:cubicBezTo>
                      <a:pt x="0" y="791"/>
                      <a:pt x="31" y="912"/>
                      <a:pt x="122" y="973"/>
                    </a:cubicBezTo>
                    <a:cubicBezTo>
                      <a:pt x="183" y="1064"/>
                      <a:pt x="304" y="1095"/>
                      <a:pt x="426" y="1095"/>
                    </a:cubicBezTo>
                    <a:cubicBezTo>
                      <a:pt x="669" y="1095"/>
                      <a:pt x="821" y="912"/>
                      <a:pt x="851" y="669"/>
                    </a:cubicBezTo>
                    <a:cubicBezTo>
                      <a:pt x="851" y="578"/>
                      <a:pt x="821" y="487"/>
                      <a:pt x="821" y="396"/>
                    </a:cubicBezTo>
                    <a:cubicBezTo>
                      <a:pt x="821" y="274"/>
                      <a:pt x="791" y="183"/>
                      <a:pt x="699" y="92"/>
                    </a:cubicBezTo>
                    <a:cubicBezTo>
                      <a:pt x="639" y="31"/>
                      <a:pt x="517" y="0"/>
                      <a:pt x="42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3" name="Google Shape;6593;p48">
                <a:extLst>
                  <a:ext uri="{FF2B5EF4-FFF2-40B4-BE49-F238E27FC236}">
                    <a16:creationId xmlns:a16="http://schemas.microsoft.com/office/drawing/2014/main" id="{4214F7BA-A838-321F-50A2-C81CCA34AF44}"/>
                  </a:ext>
                </a:extLst>
              </p:cNvPr>
              <p:cNvSpPr/>
              <p:nvPr/>
            </p:nvSpPr>
            <p:spPr>
              <a:xfrm>
                <a:off x="1586175" y="1937925"/>
                <a:ext cx="15975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639" h="457" extrusionOk="0">
                    <a:moveTo>
                      <a:pt x="305" y="1"/>
                    </a:moveTo>
                    <a:cubicBezTo>
                      <a:pt x="1" y="1"/>
                      <a:pt x="1" y="457"/>
                      <a:pt x="305" y="457"/>
                    </a:cubicBezTo>
                    <a:cubicBezTo>
                      <a:pt x="639" y="457"/>
                      <a:pt x="639" y="1"/>
                      <a:pt x="3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4" name="Google Shape;6594;p48">
                <a:extLst>
                  <a:ext uri="{FF2B5EF4-FFF2-40B4-BE49-F238E27FC236}">
                    <a16:creationId xmlns:a16="http://schemas.microsoft.com/office/drawing/2014/main" id="{0972869C-EE67-D347-42B4-702E31755745}"/>
                  </a:ext>
                </a:extLst>
              </p:cNvPr>
              <p:cNvSpPr/>
              <p:nvPr/>
            </p:nvSpPr>
            <p:spPr>
              <a:xfrm>
                <a:off x="1588450" y="2025325"/>
                <a:ext cx="26625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821" extrusionOk="0">
                    <a:moveTo>
                      <a:pt x="518" y="0"/>
                    </a:moveTo>
                    <a:cubicBezTo>
                      <a:pt x="1" y="0"/>
                      <a:pt x="1" y="821"/>
                      <a:pt x="518" y="821"/>
                    </a:cubicBezTo>
                    <a:cubicBezTo>
                      <a:pt x="1065" y="821"/>
                      <a:pt x="1065" y="0"/>
                      <a:pt x="5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5" name="Google Shape;6595;p48">
                <a:extLst>
                  <a:ext uri="{FF2B5EF4-FFF2-40B4-BE49-F238E27FC236}">
                    <a16:creationId xmlns:a16="http://schemas.microsoft.com/office/drawing/2014/main" id="{E723E7CD-A93E-4BB1-2FE6-BB6CB00A844D}"/>
                  </a:ext>
                </a:extLst>
              </p:cNvPr>
              <p:cNvSpPr/>
              <p:nvPr/>
            </p:nvSpPr>
            <p:spPr>
              <a:xfrm>
                <a:off x="1506400" y="1887575"/>
                <a:ext cx="22050" cy="27400"/>
              </a:xfrm>
              <a:custGeom>
                <a:avLst/>
                <a:gdLst/>
                <a:ahLst/>
                <a:cxnLst/>
                <a:rect l="l" t="t" r="r" b="b"/>
                <a:pathLst>
                  <a:path w="882" h="1096" extrusionOk="0">
                    <a:moveTo>
                      <a:pt x="478" y="0"/>
                    </a:moveTo>
                    <a:cubicBezTo>
                      <a:pt x="460" y="0"/>
                      <a:pt x="442" y="3"/>
                      <a:pt x="426" y="9"/>
                    </a:cubicBezTo>
                    <a:cubicBezTo>
                      <a:pt x="334" y="9"/>
                      <a:pt x="213" y="39"/>
                      <a:pt x="152" y="100"/>
                    </a:cubicBezTo>
                    <a:cubicBezTo>
                      <a:pt x="61" y="191"/>
                      <a:pt x="30" y="282"/>
                      <a:pt x="30" y="404"/>
                    </a:cubicBezTo>
                    <a:lnTo>
                      <a:pt x="0" y="647"/>
                    </a:lnTo>
                    <a:lnTo>
                      <a:pt x="30" y="556"/>
                    </a:lnTo>
                    <a:lnTo>
                      <a:pt x="30" y="556"/>
                    </a:lnTo>
                    <a:cubicBezTo>
                      <a:pt x="0" y="708"/>
                      <a:pt x="0" y="890"/>
                      <a:pt x="122" y="981"/>
                    </a:cubicBezTo>
                    <a:lnTo>
                      <a:pt x="152" y="981"/>
                    </a:lnTo>
                    <a:cubicBezTo>
                      <a:pt x="228" y="1057"/>
                      <a:pt x="327" y="1095"/>
                      <a:pt x="429" y="1095"/>
                    </a:cubicBezTo>
                    <a:cubicBezTo>
                      <a:pt x="532" y="1095"/>
                      <a:pt x="638" y="1057"/>
                      <a:pt x="730" y="981"/>
                    </a:cubicBezTo>
                    <a:cubicBezTo>
                      <a:pt x="851" y="890"/>
                      <a:pt x="882" y="708"/>
                      <a:pt x="851" y="556"/>
                    </a:cubicBezTo>
                    <a:lnTo>
                      <a:pt x="851" y="556"/>
                    </a:lnTo>
                    <a:cubicBezTo>
                      <a:pt x="851" y="586"/>
                      <a:pt x="851" y="616"/>
                      <a:pt x="851" y="647"/>
                    </a:cubicBezTo>
                    <a:lnTo>
                      <a:pt x="821" y="404"/>
                    </a:lnTo>
                    <a:cubicBezTo>
                      <a:pt x="821" y="282"/>
                      <a:pt x="790" y="191"/>
                      <a:pt x="730" y="100"/>
                    </a:cubicBezTo>
                    <a:cubicBezTo>
                      <a:pt x="655" y="50"/>
                      <a:pt x="560" y="0"/>
                      <a:pt x="4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6" name="Google Shape;6596;p48">
                <a:extLst>
                  <a:ext uri="{FF2B5EF4-FFF2-40B4-BE49-F238E27FC236}">
                    <a16:creationId xmlns:a16="http://schemas.microsoft.com/office/drawing/2014/main" id="{277DE483-E508-0780-CA3C-601743E9F1A1}"/>
                  </a:ext>
                </a:extLst>
              </p:cNvPr>
              <p:cNvSpPr/>
              <p:nvPr/>
            </p:nvSpPr>
            <p:spPr>
              <a:xfrm>
                <a:off x="1631775" y="1875625"/>
                <a:ext cx="1675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17" extrusionOk="0">
                    <a:moveTo>
                      <a:pt x="335" y="0"/>
                    </a:moveTo>
                    <a:cubicBezTo>
                      <a:pt x="0" y="0"/>
                      <a:pt x="0" y="517"/>
                      <a:pt x="335" y="517"/>
                    </a:cubicBezTo>
                    <a:cubicBezTo>
                      <a:pt x="669" y="517"/>
                      <a:pt x="669" y="0"/>
                      <a:pt x="33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7" name="Google Shape;6597;p48">
                <a:extLst>
                  <a:ext uri="{FF2B5EF4-FFF2-40B4-BE49-F238E27FC236}">
                    <a16:creationId xmlns:a16="http://schemas.microsoft.com/office/drawing/2014/main" id="{B7B25C77-C22C-8109-5123-6DE6E0B8CBB6}"/>
                  </a:ext>
                </a:extLst>
              </p:cNvPr>
              <p:cNvSpPr/>
              <p:nvPr/>
            </p:nvSpPr>
            <p:spPr>
              <a:xfrm>
                <a:off x="1748800" y="1846750"/>
                <a:ext cx="12925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96" extrusionOk="0">
                    <a:moveTo>
                      <a:pt x="274" y="0"/>
                    </a:moveTo>
                    <a:cubicBezTo>
                      <a:pt x="0" y="0"/>
                      <a:pt x="0" y="395"/>
                      <a:pt x="274" y="395"/>
                    </a:cubicBezTo>
                    <a:cubicBezTo>
                      <a:pt x="517" y="395"/>
                      <a:pt x="517" y="0"/>
                      <a:pt x="2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8" name="Google Shape;6598;p48">
                <a:extLst>
                  <a:ext uri="{FF2B5EF4-FFF2-40B4-BE49-F238E27FC236}">
                    <a16:creationId xmlns:a16="http://schemas.microsoft.com/office/drawing/2014/main" id="{BD968800-D3F0-EBD7-63AE-9A19A791926D}"/>
                  </a:ext>
                </a:extLst>
              </p:cNvPr>
              <p:cNvSpPr/>
              <p:nvPr/>
            </p:nvSpPr>
            <p:spPr>
              <a:xfrm>
                <a:off x="1770075" y="1965950"/>
                <a:ext cx="17500" cy="23100"/>
              </a:xfrm>
              <a:custGeom>
                <a:avLst/>
                <a:gdLst/>
                <a:ahLst/>
                <a:cxnLst/>
                <a:rect l="l" t="t" r="r" b="b"/>
                <a:pathLst>
                  <a:path w="700" h="924" extrusionOk="0">
                    <a:moveTo>
                      <a:pt x="381" y="1"/>
                    </a:moveTo>
                    <a:cubicBezTo>
                      <a:pt x="366" y="1"/>
                      <a:pt x="350" y="2"/>
                      <a:pt x="335" y="4"/>
                    </a:cubicBezTo>
                    <a:cubicBezTo>
                      <a:pt x="152" y="4"/>
                      <a:pt x="0" y="156"/>
                      <a:pt x="0" y="339"/>
                    </a:cubicBezTo>
                    <a:cubicBezTo>
                      <a:pt x="0" y="399"/>
                      <a:pt x="0" y="430"/>
                      <a:pt x="0" y="491"/>
                    </a:cubicBezTo>
                    <a:cubicBezTo>
                      <a:pt x="0" y="521"/>
                      <a:pt x="0" y="521"/>
                      <a:pt x="0" y="551"/>
                    </a:cubicBezTo>
                    <a:cubicBezTo>
                      <a:pt x="0" y="643"/>
                      <a:pt x="31" y="703"/>
                      <a:pt x="61" y="764"/>
                    </a:cubicBezTo>
                    <a:cubicBezTo>
                      <a:pt x="107" y="871"/>
                      <a:pt x="221" y="924"/>
                      <a:pt x="339" y="924"/>
                    </a:cubicBezTo>
                    <a:cubicBezTo>
                      <a:pt x="456" y="924"/>
                      <a:pt x="578" y="871"/>
                      <a:pt x="639" y="764"/>
                    </a:cubicBezTo>
                    <a:cubicBezTo>
                      <a:pt x="669" y="703"/>
                      <a:pt x="669" y="643"/>
                      <a:pt x="699" y="582"/>
                    </a:cubicBezTo>
                    <a:cubicBezTo>
                      <a:pt x="699" y="551"/>
                      <a:pt x="699" y="521"/>
                      <a:pt x="699" y="491"/>
                    </a:cubicBezTo>
                    <a:cubicBezTo>
                      <a:pt x="699" y="430"/>
                      <a:pt x="699" y="399"/>
                      <a:pt x="699" y="339"/>
                    </a:cubicBezTo>
                    <a:cubicBezTo>
                      <a:pt x="671" y="170"/>
                      <a:pt x="565" y="1"/>
                      <a:pt x="3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9" name="Google Shape;6599;p48">
                <a:extLst>
                  <a:ext uri="{FF2B5EF4-FFF2-40B4-BE49-F238E27FC236}">
                    <a16:creationId xmlns:a16="http://schemas.microsoft.com/office/drawing/2014/main" id="{BBDD481B-ACBF-A200-F79A-4F8A251E21E8}"/>
                  </a:ext>
                </a:extLst>
              </p:cNvPr>
              <p:cNvSpPr/>
              <p:nvPr/>
            </p:nvSpPr>
            <p:spPr>
              <a:xfrm>
                <a:off x="1814150" y="1880175"/>
                <a:ext cx="20525" cy="26625"/>
              </a:xfrm>
              <a:custGeom>
                <a:avLst/>
                <a:gdLst/>
                <a:ahLst/>
                <a:cxnLst/>
                <a:rect l="l" t="t" r="r" b="b"/>
                <a:pathLst>
                  <a:path w="821" h="1065" extrusionOk="0">
                    <a:moveTo>
                      <a:pt x="426" y="1"/>
                    </a:moveTo>
                    <a:cubicBezTo>
                      <a:pt x="213" y="31"/>
                      <a:pt x="61" y="183"/>
                      <a:pt x="31" y="396"/>
                    </a:cubicBezTo>
                    <a:cubicBezTo>
                      <a:pt x="31" y="517"/>
                      <a:pt x="0" y="639"/>
                      <a:pt x="31" y="760"/>
                    </a:cubicBezTo>
                    <a:cubicBezTo>
                      <a:pt x="91" y="943"/>
                      <a:pt x="243" y="1064"/>
                      <a:pt x="426" y="1064"/>
                    </a:cubicBezTo>
                    <a:cubicBezTo>
                      <a:pt x="578" y="1034"/>
                      <a:pt x="730" y="943"/>
                      <a:pt x="791" y="760"/>
                    </a:cubicBezTo>
                    <a:cubicBezTo>
                      <a:pt x="821" y="639"/>
                      <a:pt x="791" y="517"/>
                      <a:pt x="791" y="396"/>
                    </a:cubicBezTo>
                    <a:cubicBezTo>
                      <a:pt x="791" y="274"/>
                      <a:pt x="760" y="183"/>
                      <a:pt x="669" y="122"/>
                    </a:cubicBezTo>
                    <a:cubicBezTo>
                      <a:pt x="608" y="61"/>
                      <a:pt x="517" y="1"/>
                      <a:pt x="4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0" name="Google Shape;6600;p48">
                <a:extLst>
                  <a:ext uri="{FF2B5EF4-FFF2-40B4-BE49-F238E27FC236}">
                    <a16:creationId xmlns:a16="http://schemas.microsoft.com/office/drawing/2014/main" id="{54C0D878-DF6C-4211-A528-0A22B3C7D3C9}"/>
                  </a:ext>
                </a:extLst>
              </p:cNvPr>
              <p:cNvSpPr/>
              <p:nvPr/>
            </p:nvSpPr>
            <p:spPr>
              <a:xfrm>
                <a:off x="1767025" y="1811775"/>
                <a:ext cx="22825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01" extrusionOk="0">
                    <a:moveTo>
                      <a:pt x="457" y="1"/>
                    </a:moveTo>
                    <a:cubicBezTo>
                      <a:pt x="1" y="1"/>
                      <a:pt x="1" y="700"/>
                      <a:pt x="457" y="700"/>
                    </a:cubicBezTo>
                    <a:cubicBezTo>
                      <a:pt x="913" y="700"/>
                      <a:pt x="913" y="1"/>
                      <a:pt x="4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1" name="Google Shape;6601;p48">
                <a:extLst>
                  <a:ext uri="{FF2B5EF4-FFF2-40B4-BE49-F238E27FC236}">
                    <a16:creationId xmlns:a16="http://schemas.microsoft.com/office/drawing/2014/main" id="{027F9DF0-8192-BC29-DDDB-51D599B03D2D}"/>
                  </a:ext>
                </a:extLst>
              </p:cNvPr>
              <p:cNvSpPr/>
              <p:nvPr/>
            </p:nvSpPr>
            <p:spPr>
              <a:xfrm>
                <a:off x="1662175" y="1858325"/>
                <a:ext cx="19025" cy="171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85" extrusionOk="0">
                    <a:moveTo>
                      <a:pt x="426" y="1"/>
                    </a:moveTo>
                    <a:cubicBezTo>
                      <a:pt x="395" y="1"/>
                      <a:pt x="365" y="8"/>
                      <a:pt x="335" y="23"/>
                    </a:cubicBezTo>
                    <a:lnTo>
                      <a:pt x="243" y="23"/>
                    </a:lnTo>
                    <a:cubicBezTo>
                      <a:pt x="183" y="54"/>
                      <a:pt x="152" y="84"/>
                      <a:pt x="91" y="115"/>
                    </a:cubicBezTo>
                    <a:cubicBezTo>
                      <a:pt x="61" y="145"/>
                      <a:pt x="31" y="206"/>
                      <a:pt x="31" y="267"/>
                    </a:cubicBezTo>
                    <a:cubicBezTo>
                      <a:pt x="0" y="327"/>
                      <a:pt x="0" y="327"/>
                      <a:pt x="31" y="419"/>
                    </a:cubicBezTo>
                    <a:cubicBezTo>
                      <a:pt x="31" y="479"/>
                      <a:pt x="61" y="510"/>
                      <a:pt x="91" y="571"/>
                    </a:cubicBezTo>
                    <a:cubicBezTo>
                      <a:pt x="122" y="601"/>
                      <a:pt x="183" y="631"/>
                      <a:pt x="243" y="631"/>
                    </a:cubicBezTo>
                    <a:lnTo>
                      <a:pt x="335" y="662"/>
                    </a:lnTo>
                    <a:cubicBezTo>
                      <a:pt x="365" y="677"/>
                      <a:pt x="395" y="685"/>
                      <a:pt x="426" y="685"/>
                    </a:cubicBezTo>
                    <a:cubicBezTo>
                      <a:pt x="456" y="685"/>
                      <a:pt x="487" y="677"/>
                      <a:pt x="517" y="662"/>
                    </a:cubicBezTo>
                    <a:cubicBezTo>
                      <a:pt x="578" y="662"/>
                      <a:pt x="608" y="631"/>
                      <a:pt x="669" y="571"/>
                    </a:cubicBezTo>
                    <a:cubicBezTo>
                      <a:pt x="730" y="510"/>
                      <a:pt x="760" y="419"/>
                      <a:pt x="760" y="327"/>
                    </a:cubicBezTo>
                    <a:cubicBezTo>
                      <a:pt x="760" y="267"/>
                      <a:pt x="730" y="175"/>
                      <a:pt x="669" y="115"/>
                    </a:cubicBezTo>
                    <a:cubicBezTo>
                      <a:pt x="608" y="54"/>
                      <a:pt x="578" y="23"/>
                      <a:pt x="517" y="23"/>
                    </a:cubicBezTo>
                    <a:cubicBezTo>
                      <a:pt x="487" y="8"/>
                      <a:pt x="456" y="1"/>
                      <a:pt x="4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2" name="Google Shape;6602;p48">
                <a:extLst>
                  <a:ext uri="{FF2B5EF4-FFF2-40B4-BE49-F238E27FC236}">
                    <a16:creationId xmlns:a16="http://schemas.microsoft.com/office/drawing/2014/main" id="{17726DC0-D37A-F337-CD86-D4A43C7D35C0}"/>
                  </a:ext>
                </a:extLst>
              </p:cNvPr>
              <p:cNvSpPr/>
              <p:nvPr/>
            </p:nvSpPr>
            <p:spPr>
              <a:xfrm>
                <a:off x="1692550" y="1964525"/>
                <a:ext cx="21325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639" extrusionOk="0">
                    <a:moveTo>
                      <a:pt x="427" y="0"/>
                    </a:moveTo>
                    <a:cubicBezTo>
                      <a:pt x="1" y="0"/>
                      <a:pt x="1" y="639"/>
                      <a:pt x="427" y="639"/>
                    </a:cubicBezTo>
                    <a:cubicBezTo>
                      <a:pt x="852" y="639"/>
                      <a:pt x="852" y="0"/>
                      <a:pt x="4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3" name="Google Shape;6603;p48">
                <a:extLst>
                  <a:ext uri="{FF2B5EF4-FFF2-40B4-BE49-F238E27FC236}">
                    <a16:creationId xmlns:a16="http://schemas.microsoft.com/office/drawing/2014/main" id="{23D8AAB7-6B8E-5304-4102-7B3A76ED3394}"/>
                  </a:ext>
                </a:extLst>
              </p:cNvPr>
              <p:cNvSpPr/>
              <p:nvPr/>
            </p:nvSpPr>
            <p:spPr>
              <a:xfrm>
                <a:off x="1734350" y="2024550"/>
                <a:ext cx="19800" cy="1902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61" extrusionOk="0">
                    <a:moveTo>
                      <a:pt x="396" y="1"/>
                    </a:moveTo>
                    <a:cubicBezTo>
                      <a:pt x="305" y="1"/>
                      <a:pt x="183" y="31"/>
                      <a:pt x="122" y="92"/>
                    </a:cubicBezTo>
                    <a:cubicBezTo>
                      <a:pt x="92" y="122"/>
                      <a:pt x="62" y="183"/>
                      <a:pt x="31" y="213"/>
                    </a:cubicBezTo>
                    <a:cubicBezTo>
                      <a:pt x="31" y="274"/>
                      <a:pt x="1" y="335"/>
                      <a:pt x="1" y="396"/>
                    </a:cubicBezTo>
                    <a:cubicBezTo>
                      <a:pt x="1" y="487"/>
                      <a:pt x="62" y="578"/>
                      <a:pt x="122" y="669"/>
                    </a:cubicBezTo>
                    <a:cubicBezTo>
                      <a:pt x="214" y="730"/>
                      <a:pt x="305" y="761"/>
                      <a:pt x="396" y="761"/>
                    </a:cubicBezTo>
                    <a:cubicBezTo>
                      <a:pt x="517" y="761"/>
                      <a:pt x="609" y="730"/>
                      <a:pt x="669" y="669"/>
                    </a:cubicBezTo>
                    <a:cubicBezTo>
                      <a:pt x="730" y="609"/>
                      <a:pt x="730" y="578"/>
                      <a:pt x="761" y="517"/>
                    </a:cubicBezTo>
                    <a:cubicBezTo>
                      <a:pt x="791" y="487"/>
                      <a:pt x="791" y="426"/>
                      <a:pt x="791" y="365"/>
                    </a:cubicBezTo>
                    <a:cubicBezTo>
                      <a:pt x="791" y="274"/>
                      <a:pt x="761" y="183"/>
                      <a:pt x="669" y="92"/>
                    </a:cubicBezTo>
                    <a:cubicBezTo>
                      <a:pt x="609" y="31"/>
                      <a:pt x="517" y="1"/>
                      <a:pt x="3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4" name="Google Shape;6604;p48">
                <a:extLst>
                  <a:ext uri="{FF2B5EF4-FFF2-40B4-BE49-F238E27FC236}">
                    <a16:creationId xmlns:a16="http://schemas.microsoft.com/office/drawing/2014/main" id="{0B08F908-1238-519F-B2CA-8DB47737E6E0}"/>
                  </a:ext>
                </a:extLst>
              </p:cNvPr>
              <p:cNvSpPr/>
              <p:nvPr/>
            </p:nvSpPr>
            <p:spPr>
              <a:xfrm>
                <a:off x="1658375" y="2102075"/>
                <a:ext cx="35725" cy="28125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125" extrusionOk="0">
                    <a:moveTo>
                      <a:pt x="699" y="0"/>
                    </a:moveTo>
                    <a:cubicBezTo>
                      <a:pt x="0" y="0"/>
                      <a:pt x="0" y="1125"/>
                      <a:pt x="699" y="1125"/>
                    </a:cubicBezTo>
                    <a:cubicBezTo>
                      <a:pt x="1429" y="1125"/>
                      <a:pt x="1429" y="0"/>
                      <a:pt x="6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5" name="Google Shape;6605;p48">
                <a:extLst>
                  <a:ext uri="{FF2B5EF4-FFF2-40B4-BE49-F238E27FC236}">
                    <a16:creationId xmlns:a16="http://schemas.microsoft.com/office/drawing/2014/main" id="{DF4397AE-0B38-A8C5-F658-BD8DB92649D9}"/>
                  </a:ext>
                </a:extLst>
              </p:cNvPr>
              <p:cNvSpPr/>
              <p:nvPr/>
            </p:nvSpPr>
            <p:spPr>
              <a:xfrm>
                <a:off x="1608225" y="1975175"/>
                <a:ext cx="1977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8" extrusionOk="0">
                    <a:moveTo>
                      <a:pt x="395" y="0"/>
                    </a:moveTo>
                    <a:cubicBezTo>
                      <a:pt x="0" y="0"/>
                      <a:pt x="0" y="608"/>
                      <a:pt x="395" y="608"/>
                    </a:cubicBezTo>
                    <a:cubicBezTo>
                      <a:pt x="790" y="608"/>
                      <a:pt x="790" y="0"/>
                      <a:pt x="3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6" name="Google Shape;6606;p48">
                <a:extLst>
                  <a:ext uri="{FF2B5EF4-FFF2-40B4-BE49-F238E27FC236}">
                    <a16:creationId xmlns:a16="http://schemas.microsoft.com/office/drawing/2014/main" id="{C5C3DD89-C55D-E77D-11E6-213223172302}"/>
                  </a:ext>
                </a:extLst>
              </p:cNvPr>
              <p:cNvSpPr/>
              <p:nvPr/>
            </p:nvSpPr>
            <p:spPr>
              <a:xfrm>
                <a:off x="1658375" y="1905250"/>
                <a:ext cx="152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487" extrusionOk="0">
                    <a:moveTo>
                      <a:pt x="304" y="1"/>
                    </a:moveTo>
                    <a:cubicBezTo>
                      <a:pt x="0" y="1"/>
                      <a:pt x="0" y="487"/>
                      <a:pt x="304" y="487"/>
                    </a:cubicBezTo>
                    <a:cubicBezTo>
                      <a:pt x="608" y="487"/>
                      <a:pt x="608" y="1"/>
                      <a:pt x="3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7" name="Google Shape;6607;p48">
                <a:extLst>
                  <a:ext uri="{FF2B5EF4-FFF2-40B4-BE49-F238E27FC236}">
                    <a16:creationId xmlns:a16="http://schemas.microsoft.com/office/drawing/2014/main" id="{450E2D38-B349-3AD1-F0AE-D435AD57D67F}"/>
                  </a:ext>
                </a:extLst>
              </p:cNvPr>
              <p:cNvSpPr/>
              <p:nvPr/>
            </p:nvSpPr>
            <p:spPr>
              <a:xfrm>
                <a:off x="1783750" y="1931475"/>
                <a:ext cx="15975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639" h="578" extrusionOk="0">
                    <a:moveTo>
                      <a:pt x="335" y="0"/>
                    </a:moveTo>
                    <a:cubicBezTo>
                      <a:pt x="282" y="0"/>
                      <a:pt x="228" y="15"/>
                      <a:pt x="183" y="46"/>
                    </a:cubicBezTo>
                    <a:lnTo>
                      <a:pt x="183" y="15"/>
                    </a:lnTo>
                    <a:cubicBezTo>
                      <a:pt x="183" y="15"/>
                      <a:pt x="152" y="46"/>
                      <a:pt x="152" y="46"/>
                    </a:cubicBezTo>
                    <a:cubicBezTo>
                      <a:pt x="92" y="76"/>
                      <a:pt x="61" y="107"/>
                      <a:pt x="31" y="137"/>
                    </a:cubicBezTo>
                    <a:cubicBezTo>
                      <a:pt x="31" y="198"/>
                      <a:pt x="0" y="228"/>
                      <a:pt x="0" y="289"/>
                    </a:cubicBezTo>
                    <a:cubicBezTo>
                      <a:pt x="0" y="319"/>
                      <a:pt x="31" y="380"/>
                      <a:pt x="31" y="411"/>
                    </a:cubicBezTo>
                    <a:cubicBezTo>
                      <a:pt x="61" y="441"/>
                      <a:pt x="92" y="471"/>
                      <a:pt x="152" y="502"/>
                    </a:cubicBezTo>
                    <a:cubicBezTo>
                      <a:pt x="152" y="532"/>
                      <a:pt x="183" y="532"/>
                      <a:pt x="183" y="532"/>
                    </a:cubicBezTo>
                    <a:cubicBezTo>
                      <a:pt x="228" y="563"/>
                      <a:pt x="282" y="578"/>
                      <a:pt x="335" y="578"/>
                    </a:cubicBezTo>
                    <a:cubicBezTo>
                      <a:pt x="388" y="578"/>
                      <a:pt x="441" y="563"/>
                      <a:pt x="487" y="532"/>
                    </a:cubicBezTo>
                    <a:cubicBezTo>
                      <a:pt x="578" y="502"/>
                      <a:pt x="639" y="380"/>
                      <a:pt x="639" y="289"/>
                    </a:cubicBezTo>
                    <a:cubicBezTo>
                      <a:pt x="639" y="198"/>
                      <a:pt x="578" y="76"/>
                      <a:pt x="487" y="46"/>
                    </a:cubicBezTo>
                    <a:cubicBezTo>
                      <a:pt x="441" y="15"/>
                      <a:pt x="388" y="0"/>
                      <a:pt x="33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8" name="Google Shape;6608;p48">
                <a:extLst>
                  <a:ext uri="{FF2B5EF4-FFF2-40B4-BE49-F238E27FC236}">
                    <a16:creationId xmlns:a16="http://schemas.microsoft.com/office/drawing/2014/main" id="{36E75E6C-5DCC-B6D7-0F0D-C58D17F7DFD7}"/>
                  </a:ext>
                </a:extLst>
              </p:cNvPr>
              <p:cNvSpPr/>
              <p:nvPr/>
            </p:nvSpPr>
            <p:spPr>
              <a:xfrm>
                <a:off x="1761725" y="18763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0" y="609"/>
                      <a:pt x="790" y="1"/>
                      <a:pt x="3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9" name="Google Shape;6609;p48">
                <a:extLst>
                  <a:ext uri="{FF2B5EF4-FFF2-40B4-BE49-F238E27FC236}">
                    <a16:creationId xmlns:a16="http://schemas.microsoft.com/office/drawing/2014/main" id="{8AC26729-EF43-9B41-89B2-325DD144914D}"/>
                  </a:ext>
                </a:extLst>
              </p:cNvPr>
              <p:cNvSpPr/>
              <p:nvPr/>
            </p:nvSpPr>
            <p:spPr>
              <a:xfrm>
                <a:off x="1719925" y="1881700"/>
                <a:ext cx="14450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457" extrusionOk="0">
                    <a:moveTo>
                      <a:pt x="304" y="0"/>
                    </a:moveTo>
                    <a:cubicBezTo>
                      <a:pt x="0" y="0"/>
                      <a:pt x="0" y="456"/>
                      <a:pt x="304" y="456"/>
                    </a:cubicBezTo>
                    <a:cubicBezTo>
                      <a:pt x="578" y="456"/>
                      <a:pt x="578" y="0"/>
                      <a:pt x="30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0" name="Google Shape;6610;p48">
                <a:extLst>
                  <a:ext uri="{FF2B5EF4-FFF2-40B4-BE49-F238E27FC236}">
                    <a16:creationId xmlns:a16="http://schemas.microsoft.com/office/drawing/2014/main" id="{5F14EB0A-648F-2388-FDB0-494D562B9EF8}"/>
                  </a:ext>
                </a:extLst>
              </p:cNvPr>
              <p:cNvSpPr/>
              <p:nvPr/>
            </p:nvSpPr>
            <p:spPr>
              <a:xfrm>
                <a:off x="1700150" y="1845225"/>
                <a:ext cx="19800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609" extrusionOk="0">
                    <a:moveTo>
                      <a:pt x="396" y="0"/>
                    </a:moveTo>
                    <a:cubicBezTo>
                      <a:pt x="1" y="0"/>
                      <a:pt x="1" y="608"/>
                      <a:pt x="396" y="608"/>
                    </a:cubicBezTo>
                    <a:cubicBezTo>
                      <a:pt x="791" y="608"/>
                      <a:pt x="791" y="0"/>
                      <a:pt x="3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1" name="Google Shape;6611;p48">
                <a:extLst>
                  <a:ext uri="{FF2B5EF4-FFF2-40B4-BE49-F238E27FC236}">
                    <a16:creationId xmlns:a16="http://schemas.microsoft.com/office/drawing/2014/main" id="{08FECD6B-589E-B350-4166-310B140BAD6B}"/>
                  </a:ext>
                </a:extLst>
              </p:cNvPr>
              <p:cNvSpPr/>
              <p:nvPr/>
            </p:nvSpPr>
            <p:spPr>
              <a:xfrm>
                <a:off x="1630250" y="1835350"/>
                <a:ext cx="9900" cy="76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05" extrusionOk="0">
                    <a:moveTo>
                      <a:pt x="183" y="0"/>
                    </a:moveTo>
                    <a:cubicBezTo>
                      <a:pt x="1" y="0"/>
                      <a:pt x="1" y="304"/>
                      <a:pt x="183" y="304"/>
                    </a:cubicBezTo>
                    <a:cubicBezTo>
                      <a:pt x="396" y="304"/>
                      <a:pt x="396" y="0"/>
                      <a:pt x="18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2" name="Google Shape;6612;p48">
                <a:extLst>
                  <a:ext uri="{FF2B5EF4-FFF2-40B4-BE49-F238E27FC236}">
                    <a16:creationId xmlns:a16="http://schemas.microsoft.com/office/drawing/2014/main" id="{191633C0-8C58-0739-DCB1-14DC5950F246}"/>
                  </a:ext>
                </a:extLst>
              </p:cNvPr>
              <p:cNvSpPr/>
              <p:nvPr/>
            </p:nvSpPr>
            <p:spPr>
              <a:xfrm>
                <a:off x="1586925" y="1852825"/>
                <a:ext cx="14475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578" extrusionOk="0">
                    <a:moveTo>
                      <a:pt x="275" y="0"/>
                    </a:moveTo>
                    <a:cubicBezTo>
                      <a:pt x="214" y="0"/>
                      <a:pt x="153" y="31"/>
                      <a:pt x="92" y="92"/>
                    </a:cubicBezTo>
                    <a:cubicBezTo>
                      <a:pt x="31" y="122"/>
                      <a:pt x="1" y="213"/>
                      <a:pt x="1" y="274"/>
                    </a:cubicBezTo>
                    <a:cubicBezTo>
                      <a:pt x="1" y="365"/>
                      <a:pt x="31" y="426"/>
                      <a:pt x="92" y="487"/>
                    </a:cubicBezTo>
                    <a:cubicBezTo>
                      <a:pt x="153" y="547"/>
                      <a:pt x="214" y="578"/>
                      <a:pt x="275" y="578"/>
                    </a:cubicBezTo>
                    <a:cubicBezTo>
                      <a:pt x="366" y="578"/>
                      <a:pt x="427" y="517"/>
                      <a:pt x="487" y="487"/>
                    </a:cubicBezTo>
                    <a:cubicBezTo>
                      <a:pt x="548" y="426"/>
                      <a:pt x="579" y="365"/>
                      <a:pt x="579" y="274"/>
                    </a:cubicBezTo>
                    <a:cubicBezTo>
                      <a:pt x="548" y="213"/>
                      <a:pt x="548" y="152"/>
                      <a:pt x="487" y="92"/>
                    </a:cubicBezTo>
                    <a:cubicBezTo>
                      <a:pt x="427" y="31"/>
                      <a:pt x="366" y="0"/>
                      <a:pt x="27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3" name="Google Shape;6613;p48">
                <a:extLst>
                  <a:ext uri="{FF2B5EF4-FFF2-40B4-BE49-F238E27FC236}">
                    <a16:creationId xmlns:a16="http://schemas.microsoft.com/office/drawing/2014/main" id="{CAE24400-B599-74DE-80DF-87A3F8B5246C}"/>
                  </a:ext>
                </a:extLst>
              </p:cNvPr>
              <p:cNvSpPr/>
              <p:nvPr/>
            </p:nvSpPr>
            <p:spPr>
              <a:xfrm>
                <a:off x="1525375" y="1842950"/>
                <a:ext cx="14475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548" extrusionOk="0">
                    <a:moveTo>
                      <a:pt x="275" y="0"/>
                    </a:moveTo>
                    <a:cubicBezTo>
                      <a:pt x="214" y="0"/>
                      <a:pt x="153" y="31"/>
                      <a:pt x="92" y="61"/>
                    </a:cubicBezTo>
                    <a:cubicBezTo>
                      <a:pt x="31" y="122"/>
                      <a:pt x="1" y="183"/>
                      <a:pt x="1" y="274"/>
                    </a:cubicBezTo>
                    <a:cubicBezTo>
                      <a:pt x="1" y="335"/>
                      <a:pt x="31" y="426"/>
                      <a:pt x="92" y="456"/>
                    </a:cubicBezTo>
                    <a:cubicBezTo>
                      <a:pt x="153" y="517"/>
                      <a:pt x="214" y="547"/>
                      <a:pt x="275" y="547"/>
                    </a:cubicBezTo>
                    <a:cubicBezTo>
                      <a:pt x="366" y="547"/>
                      <a:pt x="426" y="517"/>
                      <a:pt x="487" y="456"/>
                    </a:cubicBezTo>
                    <a:cubicBezTo>
                      <a:pt x="548" y="426"/>
                      <a:pt x="578" y="335"/>
                      <a:pt x="578" y="274"/>
                    </a:cubicBezTo>
                    <a:cubicBezTo>
                      <a:pt x="578" y="183"/>
                      <a:pt x="548" y="122"/>
                      <a:pt x="487" y="61"/>
                    </a:cubicBezTo>
                    <a:cubicBezTo>
                      <a:pt x="426" y="31"/>
                      <a:pt x="366" y="0"/>
                      <a:pt x="27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4" name="Google Shape;6614;p48">
                <a:extLst>
                  <a:ext uri="{FF2B5EF4-FFF2-40B4-BE49-F238E27FC236}">
                    <a16:creationId xmlns:a16="http://schemas.microsoft.com/office/drawing/2014/main" id="{AFF1CB79-9DE2-DDE3-9107-3547ECC4787E}"/>
                  </a:ext>
                </a:extLst>
              </p:cNvPr>
              <p:cNvSpPr/>
              <p:nvPr/>
            </p:nvSpPr>
            <p:spPr>
              <a:xfrm>
                <a:off x="1434950" y="1858150"/>
                <a:ext cx="20550" cy="175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00" extrusionOk="0">
                    <a:moveTo>
                      <a:pt x="366" y="0"/>
                    </a:moveTo>
                    <a:cubicBezTo>
                      <a:pt x="305" y="0"/>
                      <a:pt x="274" y="30"/>
                      <a:pt x="214" y="30"/>
                    </a:cubicBezTo>
                    <a:cubicBezTo>
                      <a:pt x="183" y="61"/>
                      <a:pt x="153" y="91"/>
                      <a:pt x="122" y="122"/>
                    </a:cubicBezTo>
                    <a:cubicBezTo>
                      <a:pt x="62" y="182"/>
                      <a:pt x="1" y="274"/>
                      <a:pt x="31" y="365"/>
                    </a:cubicBezTo>
                    <a:cubicBezTo>
                      <a:pt x="31" y="426"/>
                      <a:pt x="62" y="517"/>
                      <a:pt x="122" y="578"/>
                    </a:cubicBezTo>
                    <a:lnTo>
                      <a:pt x="183" y="638"/>
                    </a:lnTo>
                    <a:cubicBezTo>
                      <a:pt x="244" y="669"/>
                      <a:pt x="305" y="699"/>
                      <a:pt x="366" y="699"/>
                    </a:cubicBezTo>
                    <a:lnTo>
                      <a:pt x="457" y="699"/>
                    </a:lnTo>
                    <a:cubicBezTo>
                      <a:pt x="487" y="699"/>
                      <a:pt x="518" y="699"/>
                      <a:pt x="578" y="669"/>
                    </a:cubicBezTo>
                    <a:lnTo>
                      <a:pt x="639" y="638"/>
                    </a:lnTo>
                    <a:cubicBezTo>
                      <a:pt x="700" y="608"/>
                      <a:pt x="730" y="578"/>
                      <a:pt x="730" y="547"/>
                    </a:cubicBezTo>
                    <a:cubicBezTo>
                      <a:pt x="791" y="486"/>
                      <a:pt x="822" y="426"/>
                      <a:pt x="822" y="334"/>
                    </a:cubicBezTo>
                    <a:cubicBezTo>
                      <a:pt x="822" y="274"/>
                      <a:pt x="791" y="213"/>
                      <a:pt x="761" y="182"/>
                    </a:cubicBezTo>
                    <a:cubicBezTo>
                      <a:pt x="730" y="91"/>
                      <a:pt x="639" y="30"/>
                      <a:pt x="578" y="30"/>
                    </a:cubicBezTo>
                    <a:cubicBezTo>
                      <a:pt x="518" y="0"/>
                      <a:pt x="457" y="0"/>
                      <a:pt x="42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5" name="Google Shape;6615;p48">
                <a:extLst>
                  <a:ext uri="{FF2B5EF4-FFF2-40B4-BE49-F238E27FC236}">
                    <a16:creationId xmlns:a16="http://schemas.microsoft.com/office/drawing/2014/main" id="{AA5CFDF8-4F9E-B499-4F84-22A125E81BB7}"/>
                  </a:ext>
                </a:extLst>
              </p:cNvPr>
              <p:cNvSpPr/>
              <p:nvPr/>
            </p:nvSpPr>
            <p:spPr>
              <a:xfrm>
                <a:off x="1439525" y="1950075"/>
                <a:ext cx="19775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791" h="784" extrusionOk="0">
                    <a:moveTo>
                      <a:pt x="456" y="1"/>
                    </a:moveTo>
                    <a:cubicBezTo>
                      <a:pt x="395" y="1"/>
                      <a:pt x="335" y="31"/>
                      <a:pt x="274" y="62"/>
                    </a:cubicBezTo>
                    <a:cubicBezTo>
                      <a:pt x="213" y="92"/>
                      <a:pt x="183" y="123"/>
                      <a:pt x="152" y="183"/>
                    </a:cubicBezTo>
                    <a:lnTo>
                      <a:pt x="91" y="275"/>
                    </a:lnTo>
                    <a:cubicBezTo>
                      <a:pt x="61" y="275"/>
                      <a:pt x="61" y="305"/>
                      <a:pt x="61" y="335"/>
                    </a:cubicBezTo>
                    <a:cubicBezTo>
                      <a:pt x="31" y="335"/>
                      <a:pt x="31" y="366"/>
                      <a:pt x="31" y="366"/>
                    </a:cubicBezTo>
                    <a:cubicBezTo>
                      <a:pt x="31" y="426"/>
                      <a:pt x="0" y="487"/>
                      <a:pt x="31" y="548"/>
                    </a:cubicBezTo>
                    <a:cubicBezTo>
                      <a:pt x="31" y="609"/>
                      <a:pt x="61" y="670"/>
                      <a:pt x="122" y="700"/>
                    </a:cubicBezTo>
                    <a:cubicBezTo>
                      <a:pt x="152" y="730"/>
                      <a:pt x="183" y="761"/>
                      <a:pt x="243" y="761"/>
                    </a:cubicBezTo>
                    <a:cubicBezTo>
                      <a:pt x="274" y="776"/>
                      <a:pt x="304" y="784"/>
                      <a:pt x="335" y="784"/>
                    </a:cubicBezTo>
                    <a:cubicBezTo>
                      <a:pt x="365" y="784"/>
                      <a:pt x="395" y="776"/>
                      <a:pt x="426" y="761"/>
                    </a:cubicBezTo>
                    <a:cubicBezTo>
                      <a:pt x="456" y="761"/>
                      <a:pt x="517" y="761"/>
                      <a:pt x="547" y="730"/>
                    </a:cubicBezTo>
                    <a:lnTo>
                      <a:pt x="608" y="670"/>
                    </a:lnTo>
                    <a:cubicBezTo>
                      <a:pt x="669" y="639"/>
                      <a:pt x="730" y="578"/>
                      <a:pt x="760" y="548"/>
                    </a:cubicBezTo>
                    <a:cubicBezTo>
                      <a:pt x="791" y="487"/>
                      <a:pt x="791" y="426"/>
                      <a:pt x="791" y="366"/>
                    </a:cubicBezTo>
                    <a:cubicBezTo>
                      <a:pt x="791" y="275"/>
                      <a:pt x="760" y="183"/>
                      <a:pt x="699" y="123"/>
                    </a:cubicBezTo>
                    <a:cubicBezTo>
                      <a:pt x="639" y="31"/>
                      <a:pt x="547" y="1"/>
                      <a:pt x="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6" name="Google Shape;6616;p48">
                <a:extLst>
                  <a:ext uri="{FF2B5EF4-FFF2-40B4-BE49-F238E27FC236}">
                    <a16:creationId xmlns:a16="http://schemas.microsoft.com/office/drawing/2014/main" id="{1E209F69-5CBB-B202-F7DE-4A5BEE354270}"/>
                  </a:ext>
                </a:extLst>
              </p:cNvPr>
              <p:cNvSpPr/>
              <p:nvPr/>
            </p:nvSpPr>
            <p:spPr>
              <a:xfrm>
                <a:off x="1555775" y="1922725"/>
                <a:ext cx="22825" cy="17500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00" extrusionOk="0">
                    <a:moveTo>
                      <a:pt x="457" y="1"/>
                    </a:moveTo>
                    <a:cubicBezTo>
                      <a:pt x="1" y="1"/>
                      <a:pt x="1" y="700"/>
                      <a:pt x="457" y="700"/>
                    </a:cubicBezTo>
                    <a:cubicBezTo>
                      <a:pt x="913" y="700"/>
                      <a:pt x="913" y="1"/>
                      <a:pt x="4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7" name="Google Shape;6617;p48">
                <a:extLst>
                  <a:ext uri="{FF2B5EF4-FFF2-40B4-BE49-F238E27FC236}">
                    <a16:creationId xmlns:a16="http://schemas.microsoft.com/office/drawing/2014/main" id="{4C6205F5-6AE7-D87B-88AA-32E593819271}"/>
                  </a:ext>
                </a:extLst>
              </p:cNvPr>
              <p:cNvSpPr/>
              <p:nvPr/>
            </p:nvSpPr>
            <p:spPr>
              <a:xfrm>
                <a:off x="1466125" y="1921975"/>
                <a:ext cx="1672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518" extrusionOk="0">
                    <a:moveTo>
                      <a:pt x="334" y="0"/>
                    </a:moveTo>
                    <a:cubicBezTo>
                      <a:pt x="0" y="0"/>
                      <a:pt x="0" y="517"/>
                      <a:pt x="334" y="517"/>
                    </a:cubicBezTo>
                    <a:cubicBezTo>
                      <a:pt x="669" y="517"/>
                      <a:pt x="669" y="0"/>
                      <a:pt x="33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8" name="Google Shape;6618;p48">
                <a:extLst>
                  <a:ext uri="{FF2B5EF4-FFF2-40B4-BE49-F238E27FC236}">
                    <a16:creationId xmlns:a16="http://schemas.microsoft.com/office/drawing/2014/main" id="{C2C14ABD-8343-04AA-3027-7A64FE6DE86C}"/>
                  </a:ext>
                </a:extLst>
              </p:cNvPr>
              <p:cNvSpPr/>
              <p:nvPr/>
            </p:nvSpPr>
            <p:spPr>
              <a:xfrm>
                <a:off x="1476750" y="1880175"/>
                <a:ext cx="915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366" h="275" extrusionOk="0">
                    <a:moveTo>
                      <a:pt x="183" y="1"/>
                    </a:moveTo>
                    <a:cubicBezTo>
                      <a:pt x="1" y="1"/>
                      <a:pt x="1" y="274"/>
                      <a:pt x="183" y="274"/>
                    </a:cubicBezTo>
                    <a:cubicBezTo>
                      <a:pt x="365" y="274"/>
                      <a:pt x="365" y="1"/>
                      <a:pt x="1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9" name="Google Shape;6619;p48">
                <a:extLst>
                  <a:ext uri="{FF2B5EF4-FFF2-40B4-BE49-F238E27FC236}">
                    <a16:creationId xmlns:a16="http://schemas.microsoft.com/office/drawing/2014/main" id="{B1E1DC95-1C02-28F8-FA33-298806FF4FEA}"/>
                  </a:ext>
                </a:extLst>
              </p:cNvPr>
              <p:cNvSpPr/>
              <p:nvPr/>
            </p:nvSpPr>
            <p:spPr>
              <a:xfrm>
                <a:off x="1481300" y="1845975"/>
                <a:ext cx="25" cy="800"/>
              </a:xfrm>
              <a:custGeom>
                <a:avLst/>
                <a:gdLst/>
                <a:ahLst/>
                <a:cxnLst/>
                <a:rect l="l" t="t" r="r" b="b"/>
                <a:pathLst>
                  <a:path w="1" h="32" extrusionOk="0">
                    <a:moveTo>
                      <a:pt x="1" y="31"/>
                    </a:moveTo>
                    <a:cubicBezTo>
                      <a:pt x="1" y="31"/>
                      <a:pt x="1" y="1"/>
                      <a:pt x="1" y="1"/>
                    </a:cubicBezTo>
                    <a:cubicBezTo>
                      <a:pt x="1" y="1"/>
                      <a:pt x="1" y="31"/>
                      <a:pt x="1" y="3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0" name="Google Shape;6620;p48">
                <a:extLst>
                  <a:ext uri="{FF2B5EF4-FFF2-40B4-BE49-F238E27FC236}">
                    <a16:creationId xmlns:a16="http://schemas.microsoft.com/office/drawing/2014/main" id="{2F250367-09DB-17DC-076F-7195F1A698D3}"/>
                  </a:ext>
                </a:extLst>
              </p:cNvPr>
              <p:cNvSpPr/>
              <p:nvPr/>
            </p:nvSpPr>
            <p:spPr>
              <a:xfrm>
                <a:off x="1377200" y="1837625"/>
                <a:ext cx="175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700" h="791" extrusionOk="0">
                    <a:moveTo>
                      <a:pt x="366" y="0"/>
                    </a:moveTo>
                    <a:cubicBezTo>
                      <a:pt x="274" y="0"/>
                      <a:pt x="153" y="31"/>
                      <a:pt x="92" y="92"/>
                    </a:cubicBezTo>
                    <a:cubicBezTo>
                      <a:pt x="62" y="152"/>
                      <a:pt x="31" y="183"/>
                      <a:pt x="1" y="244"/>
                    </a:cubicBezTo>
                    <a:cubicBezTo>
                      <a:pt x="1" y="304"/>
                      <a:pt x="1" y="365"/>
                      <a:pt x="1" y="456"/>
                    </a:cubicBezTo>
                    <a:lnTo>
                      <a:pt x="1" y="517"/>
                    </a:lnTo>
                    <a:cubicBezTo>
                      <a:pt x="31" y="578"/>
                      <a:pt x="62" y="639"/>
                      <a:pt x="122" y="700"/>
                    </a:cubicBezTo>
                    <a:cubicBezTo>
                      <a:pt x="153" y="730"/>
                      <a:pt x="183" y="760"/>
                      <a:pt x="214" y="760"/>
                    </a:cubicBezTo>
                    <a:cubicBezTo>
                      <a:pt x="244" y="791"/>
                      <a:pt x="305" y="791"/>
                      <a:pt x="335" y="791"/>
                    </a:cubicBezTo>
                    <a:cubicBezTo>
                      <a:pt x="426" y="791"/>
                      <a:pt x="518" y="760"/>
                      <a:pt x="578" y="700"/>
                    </a:cubicBezTo>
                    <a:cubicBezTo>
                      <a:pt x="639" y="639"/>
                      <a:pt x="669" y="578"/>
                      <a:pt x="669" y="517"/>
                    </a:cubicBezTo>
                    <a:lnTo>
                      <a:pt x="700" y="456"/>
                    </a:lnTo>
                    <a:cubicBezTo>
                      <a:pt x="700" y="365"/>
                      <a:pt x="700" y="304"/>
                      <a:pt x="700" y="244"/>
                    </a:cubicBezTo>
                    <a:cubicBezTo>
                      <a:pt x="669" y="183"/>
                      <a:pt x="639" y="152"/>
                      <a:pt x="609" y="92"/>
                    </a:cubicBezTo>
                    <a:cubicBezTo>
                      <a:pt x="548" y="31"/>
                      <a:pt x="457" y="0"/>
                      <a:pt x="3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1" name="Google Shape;6621;p48">
                <a:extLst>
                  <a:ext uri="{FF2B5EF4-FFF2-40B4-BE49-F238E27FC236}">
                    <a16:creationId xmlns:a16="http://schemas.microsoft.com/office/drawing/2014/main" id="{E7ECFBF7-01AE-A23F-CA64-39323BE414A2}"/>
                  </a:ext>
                </a:extLst>
              </p:cNvPr>
              <p:cNvSpPr/>
              <p:nvPr/>
            </p:nvSpPr>
            <p:spPr>
              <a:xfrm>
                <a:off x="1358200" y="1906025"/>
                <a:ext cx="21300" cy="1672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669" extrusionOk="0">
                    <a:moveTo>
                      <a:pt x="426" y="0"/>
                    </a:moveTo>
                    <a:cubicBezTo>
                      <a:pt x="1" y="0"/>
                      <a:pt x="1" y="669"/>
                      <a:pt x="426" y="669"/>
                    </a:cubicBezTo>
                    <a:cubicBezTo>
                      <a:pt x="852" y="669"/>
                      <a:pt x="852" y="0"/>
                      <a:pt x="42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2" name="Google Shape;6622;p48">
                <a:extLst>
                  <a:ext uri="{FF2B5EF4-FFF2-40B4-BE49-F238E27FC236}">
                    <a16:creationId xmlns:a16="http://schemas.microsoft.com/office/drawing/2014/main" id="{D4BBE9E8-AA53-03DF-16BA-77AA0E26AB5B}"/>
                  </a:ext>
                </a:extLst>
              </p:cNvPr>
              <p:cNvSpPr/>
              <p:nvPr/>
            </p:nvSpPr>
            <p:spPr>
              <a:xfrm>
                <a:off x="1410650" y="1878650"/>
                <a:ext cx="17500" cy="17500"/>
              </a:xfrm>
              <a:custGeom>
                <a:avLst/>
                <a:gdLst/>
                <a:ahLst/>
                <a:cxnLst/>
                <a:rect l="l" t="t" r="r" b="b"/>
                <a:pathLst>
                  <a:path w="700" h="700" extrusionOk="0">
                    <a:moveTo>
                      <a:pt x="335" y="1"/>
                    </a:moveTo>
                    <a:cubicBezTo>
                      <a:pt x="304" y="1"/>
                      <a:pt x="274" y="1"/>
                      <a:pt x="243" y="31"/>
                    </a:cubicBezTo>
                    <a:cubicBezTo>
                      <a:pt x="183" y="31"/>
                      <a:pt x="152" y="62"/>
                      <a:pt x="122" y="92"/>
                    </a:cubicBezTo>
                    <a:cubicBezTo>
                      <a:pt x="61" y="153"/>
                      <a:pt x="0" y="244"/>
                      <a:pt x="0" y="335"/>
                    </a:cubicBezTo>
                    <a:cubicBezTo>
                      <a:pt x="0" y="457"/>
                      <a:pt x="61" y="518"/>
                      <a:pt x="122" y="609"/>
                    </a:cubicBezTo>
                    <a:cubicBezTo>
                      <a:pt x="183" y="639"/>
                      <a:pt x="213" y="669"/>
                      <a:pt x="274" y="669"/>
                    </a:cubicBezTo>
                    <a:cubicBezTo>
                      <a:pt x="335" y="700"/>
                      <a:pt x="365" y="700"/>
                      <a:pt x="426" y="700"/>
                    </a:cubicBezTo>
                    <a:cubicBezTo>
                      <a:pt x="456" y="700"/>
                      <a:pt x="487" y="669"/>
                      <a:pt x="517" y="669"/>
                    </a:cubicBezTo>
                    <a:cubicBezTo>
                      <a:pt x="547" y="669"/>
                      <a:pt x="547" y="639"/>
                      <a:pt x="578" y="609"/>
                    </a:cubicBezTo>
                    <a:cubicBezTo>
                      <a:pt x="608" y="609"/>
                      <a:pt x="639" y="578"/>
                      <a:pt x="639" y="548"/>
                    </a:cubicBezTo>
                    <a:cubicBezTo>
                      <a:pt x="699" y="518"/>
                      <a:pt x="699" y="426"/>
                      <a:pt x="699" y="366"/>
                    </a:cubicBezTo>
                    <a:cubicBezTo>
                      <a:pt x="699" y="305"/>
                      <a:pt x="699" y="244"/>
                      <a:pt x="669" y="183"/>
                    </a:cubicBezTo>
                    <a:cubicBezTo>
                      <a:pt x="639" y="122"/>
                      <a:pt x="578" y="92"/>
                      <a:pt x="547" y="62"/>
                    </a:cubicBezTo>
                    <a:lnTo>
                      <a:pt x="45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3" name="Google Shape;6623;p48">
                <a:extLst>
                  <a:ext uri="{FF2B5EF4-FFF2-40B4-BE49-F238E27FC236}">
                    <a16:creationId xmlns:a16="http://schemas.microsoft.com/office/drawing/2014/main" id="{5D65546C-8CF6-05C1-BBB8-A0FB08937866}"/>
                  </a:ext>
                </a:extLst>
              </p:cNvPr>
              <p:cNvSpPr/>
              <p:nvPr/>
            </p:nvSpPr>
            <p:spPr>
              <a:xfrm>
                <a:off x="1498800" y="1831550"/>
                <a:ext cx="19775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39" extrusionOk="0">
                    <a:moveTo>
                      <a:pt x="395" y="0"/>
                    </a:moveTo>
                    <a:cubicBezTo>
                      <a:pt x="0" y="0"/>
                      <a:pt x="0" y="639"/>
                      <a:pt x="395" y="639"/>
                    </a:cubicBezTo>
                    <a:cubicBezTo>
                      <a:pt x="790" y="639"/>
                      <a:pt x="790" y="0"/>
                      <a:pt x="3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4" name="Google Shape;6624;p48">
                <a:extLst>
                  <a:ext uri="{FF2B5EF4-FFF2-40B4-BE49-F238E27FC236}">
                    <a16:creationId xmlns:a16="http://schemas.microsoft.com/office/drawing/2014/main" id="{230549EB-EB36-2281-01CB-3CD7EA8F524B}"/>
                  </a:ext>
                </a:extLst>
              </p:cNvPr>
              <p:cNvSpPr/>
              <p:nvPr/>
            </p:nvSpPr>
            <p:spPr>
              <a:xfrm>
                <a:off x="1345300" y="1850350"/>
                <a:ext cx="16725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720" extrusionOk="0">
                    <a:moveTo>
                      <a:pt x="359" y="1"/>
                    </a:moveTo>
                    <a:cubicBezTo>
                      <a:pt x="272" y="1"/>
                      <a:pt x="189" y="37"/>
                      <a:pt x="152" y="130"/>
                    </a:cubicBezTo>
                    <a:lnTo>
                      <a:pt x="152" y="99"/>
                    </a:lnTo>
                    <a:lnTo>
                      <a:pt x="91" y="251"/>
                    </a:lnTo>
                    <a:cubicBezTo>
                      <a:pt x="61" y="282"/>
                      <a:pt x="31" y="342"/>
                      <a:pt x="31" y="403"/>
                    </a:cubicBezTo>
                    <a:cubicBezTo>
                      <a:pt x="0" y="525"/>
                      <a:pt x="31" y="646"/>
                      <a:pt x="152" y="677"/>
                    </a:cubicBezTo>
                    <a:cubicBezTo>
                      <a:pt x="193" y="704"/>
                      <a:pt x="240" y="719"/>
                      <a:pt x="285" y="719"/>
                    </a:cubicBezTo>
                    <a:cubicBezTo>
                      <a:pt x="340" y="719"/>
                      <a:pt x="392" y="697"/>
                      <a:pt x="426" y="646"/>
                    </a:cubicBezTo>
                    <a:cubicBezTo>
                      <a:pt x="517" y="555"/>
                      <a:pt x="547" y="464"/>
                      <a:pt x="608" y="373"/>
                    </a:cubicBezTo>
                    <a:cubicBezTo>
                      <a:pt x="669" y="251"/>
                      <a:pt x="638" y="99"/>
                      <a:pt x="517" y="39"/>
                    </a:cubicBezTo>
                    <a:cubicBezTo>
                      <a:pt x="470" y="15"/>
                      <a:pt x="414" y="1"/>
                      <a:pt x="3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5" name="Google Shape;6625;p48">
                <a:extLst>
                  <a:ext uri="{FF2B5EF4-FFF2-40B4-BE49-F238E27FC236}">
                    <a16:creationId xmlns:a16="http://schemas.microsoft.com/office/drawing/2014/main" id="{3B569204-4703-86D0-00D3-FA76DE57AE70}"/>
                  </a:ext>
                </a:extLst>
              </p:cNvPr>
              <p:cNvSpPr/>
              <p:nvPr/>
            </p:nvSpPr>
            <p:spPr>
              <a:xfrm>
                <a:off x="1283750" y="1867250"/>
                <a:ext cx="1370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48" h="518" extrusionOk="0">
                    <a:moveTo>
                      <a:pt x="31" y="274"/>
                    </a:moveTo>
                    <a:cubicBezTo>
                      <a:pt x="31" y="274"/>
                      <a:pt x="18" y="274"/>
                      <a:pt x="9" y="283"/>
                    </a:cubicBezTo>
                    <a:lnTo>
                      <a:pt x="9" y="283"/>
                    </a:lnTo>
                    <a:cubicBezTo>
                      <a:pt x="13" y="278"/>
                      <a:pt x="20" y="274"/>
                      <a:pt x="31" y="274"/>
                    </a:cubicBezTo>
                    <a:close/>
                    <a:moveTo>
                      <a:pt x="213" y="1"/>
                    </a:moveTo>
                    <a:cubicBezTo>
                      <a:pt x="152" y="31"/>
                      <a:pt x="91" y="62"/>
                      <a:pt x="61" y="92"/>
                    </a:cubicBezTo>
                    <a:cubicBezTo>
                      <a:pt x="31" y="153"/>
                      <a:pt x="0" y="214"/>
                      <a:pt x="0" y="274"/>
                    </a:cubicBezTo>
                    <a:lnTo>
                      <a:pt x="0" y="305"/>
                    </a:lnTo>
                    <a:cubicBezTo>
                      <a:pt x="0" y="335"/>
                      <a:pt x="0" y="366"/>
                      <a:pt x="0" y="396"/>
                    </a:cubicBezTo>
                    <a:cubicBezTo>
                      <a:pt x="0" y="426"/>
                      <a:pt x="31" y="457"/>
                      <a:pt x="61" y="457"/>
                    </a:cubicBezTo>
                    <a:cubicBezTo>
                      <a:pt x="61" y="487"/>
                      <a:pt x="91" y="518"/>
                      <a:pt x="122" y="518"/>
                    </a:cubicBezTo>
                    <a:lnTo>
                      <a:pt x="334" y="518"/>
                    </a:lnTo>
                    <a:lnTo>
                      <a:pt x="395" y="487"/>
                    </a:lnTo>
                    <a:cubicBezTo>
                      <a:pt x="456" y="457"/>
                      <a:pt x="486" y="396"/>
                      <a:pt x="517" y="366"/>
                    </a:cubicBezTo>
                    <a:cubicBezTo>
                      <a:pt x="547" y="274"/>
                      <a:pt x="517" y="153"/>
                      <a:pt x="456" y="92"/>
                    </a:cubicBezTo>
                    <a:cubicBezTo>
                      <a:pt x="395" y="31"/>
                      <a:pt x="304" y="1"/>
                      <a:pt x="21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6" name="Google Shape;6626;p48">
                <a:extLst>
                  <a:ext uri="{FF2B5EF4-FFF2-40B4-BE49-F238E27FC236}">
                    <a16:creationId xmlns:a16="http://schemas.microsoft.com/office/drawing/2014/main" id="{4E07CDEF-C5FF-B6D6-F323-9FCBC521F7B0}"/>
                  </a:ext>
                </a:extLst>
              </p:cNvPr>
              <p:cNvSpPr/>
              <p:nvPr/>
            </p:nvSpPr>
            <p:spPr>
              <a:xfrm>
                <a:off x="1279950" y="1929575"/>
                <a:ext cx="13700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548" h="426" extrusionOk="0">
                    <a:moveTo>
                      <a:pt x="274" y="0"/>
                    </a:moveTo>
                    <a:cubicBezTo>
                      <a:pt x="0" y="0"/>
                      <a:pt x="0" y="426"/>
                      <a:pt x="274" y="426"/>
                    </a:cubicBezTo>
                    <a:cubicBezTo>
                      <a:pt x="547" y="426"/>
                      <a:pt x="547" y="0"/>
                      <a:pt x="2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7" name="Google Shape;6627;p48">
                <a:extLst>
                  <a:ext uri="{FF2B5EF4-FFF2-40B4-BE49-F238E27FC236}">
                    <a16:creationId xmlns:a16="http://schemas.microsoft.com/office/drawing/2014/main" id="{DCE68C09-EAFD-841C-CB84-2A2CAFFD7BF1}"/>
                  </a:ext>
                </a:extLst>
              </p:cNvPr>
              <p:cNvSpPr/>
              <p:nvPr/>
            </p:nvSpPr>
            <p:spPr>
              <a:xfrm>
                <a:off x="1305025" y="1890050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30" y="578"/>
                      <a:pt x="760" y="1"/>
                      <a:pt x="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8" name="Google Shape;6628;p48">
                <a:extLst>
                  <a:ext uri="{FF2B5EF4-FFF2-40B4-BE49-F238E27FC236}">
                    <a16:creationId xmlns:a16="http://schemas.microsoft.com/office/drawing/2014/main" id="{89E1ACDA-0F21-9C5B-26C7-A3DB56DA8756}"/>
                  </a:ext>
                </a:extLst>
              </p:cNvPr>
              <p:cNvSpPr/>
              <p:nvPr/>
            </p:nvSpPr>
            <p:spPr>
              <a:xfrm>
                <a:off x="1225225" y="1877125"/>
                <a:ext cx="15975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639" h="549" extrusionOk="0">
                    <a:moveTo>
                      <a:pt x="274" y="1"/>
                    </a:moveTo>
                    <a:cubicBezTo>
                      <a:pt x="213" y="1"/>
                      <a:pt x="122" y="31"/>
                      <a:pt x="92" y="92"/>
                    </a:cubicBezTo>
                    <a:cubicBezTo>
                      <a:pt x="31" y="123"/>
                      <a:pt x="1" y="214"/>
                      <a:pt x="1" y="275"/>
                    </a:cubicBezTo>
                    <a:cubicBezTo>
                      <a:pt x="1" y="335"/>
                      <a:pt x="31" y="396"/>
                      <a:pt x="92" y="457"/>
                    </a:cubicBezTo>
                    <a:cubicBezTo>
                      <a:pt x="153" y="518"/>
                      <a:pt x="213" y="548"/>
                      <a:pt x="274" y="548"/>
                    </a:cubicBezTo>
                    <a:cubicBezTo>
                      <a:pt x="365" y="518"/>
                      <a:pt x="457" y="548"/>
                      <a:pt x="517" y="487"/>
                    </a:cubicBezTo>
                    <a:cubicBezTo>
                      <a:pt x="548" y="457"/>
                      <a:pt x="578" y="427"/>
                      <a:pt x="609" y="396"/>
                    </a:cubicBezTo>
                    <a:cubicBezTo>
                      <a:pt x="639" y="366"/>
                      <a:pt x="639" y="305"/>
                      <a:pt x="639" y="275"/>
                    </a:cubicBezTo>
                    <a:cubicBezTo>
                      <a:pt x="639" y="214"/>
                      <a:pt x="639" y="183"/>
                      <a:pt x="609" y="153"/>
                    </a:cubicBezTo>
                    <a:cubicBezTo>
                      <a:pt x="578" y="92"/>
                      <a:pt x="548" y="62"/>
                      <a:pt x="517" y="31"/>
                    </a:cubicBezTo>
                    <a:cubicBezTo>
                      <a:pt x="457" y="1"/>
                      <a:pt x="365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9" name="Google Shape;6629;p48">
                <a:extLst>
                  <a:ext uri="{FF2B5EF4-FFF2-40B4-BE49-F238E27FC236}">
                    <a16:creationId xmlns:a16="http://schemas.microsoft.com/office/drawing/2014/main" id="{212D6D3B-3AA7-1574-58B2-2FE71452DA7F}"/>
                  </a:ext>
                </a:extLst>
              </p:cNvPr>
              <p:cNvSpPr/>
              <p:nvPr/>
            </p:nvSpPr>
            <p:spPr>
              <a:xfrm>
                <a:off x="1191800" y="1836100"/>
                <a:ext cx="197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913" extrusionOk="0">
                    <a:moveTo>
                      <a:pt x="395" y="1"/>
                    </a:moveTo>
                    <a:cubicBezTo>
                      <a:pt x="274" y="31"/>
                      <a:pt x="183" y="61"/>
                      <a:pt x="122" y="122"/>
                    </a:cubicBezTo>
                    <a:cubicBezTo>
                      <a:pt x="31" y="213"/>
                      <a:pt x="0" y="305"/>
                      <a:pt x="0" y="396"/>
                    </a:cubicBezTo>
                    <a:lnTo>
                      <a:pt x="0" y="517"/>
                    </a:lnTo>
                    <a:cubicBezTo>
                      <a:pt x="0" y="639"/>
                      <a:pt x="31" y="730"/>
                      <a:pt x="122" y="791"/>
                    </a:cubicBezTo>
                    <a:cubicBezTo>
                      <a:pt x="152" y="821"/>
                      <a:pt x="183" y="852"/>
                      <a:pt x="243" y="882"/>
                    </a:cubicBezTo>
                    <a:cubicBezTo>
                      <a:pt x="274" y="912"/>
                      <a:pt x="335" y="912"/>
                      <a:pt x="395" y="912"/>
                    </a:cubicBezTo>
                    <a:cubicBezTo>
                      <a:pt x="487" y="912"/>
                      <a:pt x="608" y="882"/>
                      <a:pt x="669" y="791"/>
                    </a:cubicBezTo>
                    <a:lnTo>
                      <a:pt x="730" y="730"/>
                    </a:lnTo>
                    <a:cubicBezTo>
                      <a:pt x="760" y="669"/>
                      <a:pt x="760" y="578"/>
                      <a:pt x="760" y="517"/>
                    </a:cubicBezTo>
                    <a:lnTo>
                      <a:pt x="791" y="396"/>
                    </a:lnTo>
                    <a:cubicBezTo>
                      <a:pt x="791" y="365"/>
                      <a:pt x="760" y="305"/>
                      <a:pt x="760" y="244"/>
                    </a:cubicBezTo>
                    <a:cubicBezTo>
                      <a:pt x="730" y="213"/>
                      <a:pt x="699" y="153"/>
                      <a:pt x="669" y="122"/>
                    </a:cubicBezTo>
                    <a:cubicBezTo>
                      <a:pt x="639" y="92"/>
                      <a:pt x="578" y="61"/>
                      <a:pt x="547" y="61"/>
                    </a:cubicBezTo>
                    <a:cubicBezTo>
                      <a:pt x="487" y="31"/>
                      <a:pt x="456" y="1"/>
                      <a:pt x="3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0" name="Google Shape;6630;p48">
                <a:extLst>
                  <a:ext uri="{FF2B5EF4-FFF2-40B4-BE49-F238E27FC236}">
                    <a16:creationId xmlns:a16="http://schemas.microsoft.com/office/drawing/2014/main" id="{376560D9-9A69-082C-0C69-006903EA5617}"/>
                  </a:ext>
                </a:extLst>
              </p:cNvPr>
              <p:cNvSpPr/>
              <p:nvPr/>
            </p:nvSpPr>
            <p:spPr>
              <a:xfrm>
                <a:off x="1288300" y="1842175"/>
                <a:ext cx="10675" cy="8400"/>
              </a:xfrm>
              <a:custGeom>
                <a:avLst/>
                <a:gdLst/>
                <a:ahLst/>
                <a:cxnLst/>
                <a:rect l="l" t="t" r="r" b="b"/>
                <a:pathLst>
                  <a:path w="427" h="336" extrusionOk="0">
                    <a:moveTo>
                      <a:pt x="213" y="1"/>
                    </a:moveTo>
                    <a:cubicBezTo>
                      <a:pt x="0" y="1"/>
                      <a:pt x="0" y="335"/>
                      <a:pt x="213" y="335"/>
                    </a:cubicBezTo>
                    <a:cubicBezTo>
                      <a:pt x="426" y="335"/>
                      <a:pt x="426" y="1"/>
                      <a:pt x="21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1" name="Google Shape;6631;p48">
                <a:extLst>
                  <a:ext uri="{FF2B5EF4-FFF2-40B4-BE49-F238E27FC236}">
                    <a16:creationId xmlns:a16="http://schemas.microsoft.com/office/drawing/2014/main" id="{297521B2-5A56-B52A-B374-5BE2DAB44276}"/>
                  </a:ext>
                </a:extLst>
              </p:cNvPr>
              <p:cNvSpPr/>
              <p:nvPr/>
            </p:nvSpPr>
            <p:spPr>
              <a:xfrm>
                <a:off x="1333900" y="1836100"/>
                <a:ext cx="152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579" extrusionOk="0">
                    <a:moveTo>
                      <a:pt x="304" y="1"/>
                    </a:moveTo>
                    <a:cubicBezTo>
                      <a:pt x="213" y="1"/>
                      <a:pt x="91" y="31"/>
                      <a:pt x="61" y="122"/>
                    </a:cubicBezTo>
                    <a:cubicBezTo>
                      <a:pt x="0" y="213"/>
                      <a:pt x="0" y="335"/>
                      <a:pt x="61" y="396"/>
                    </a:cubicBezTo>
                    <a:lnTo>
                      <a:pt x="61" y="426"/>
                    </a:lnTo>
                    <a:cubicBezTo>
                      <a:pt x="91" y="457"/>
                      <a:pt x="122" y="487"/>
                      <a:pt x="152" y="517"/>
                    </a:cubicBezTo>
                    <a:cubicBezTo>
                      <a:pt x="183" y="548"/>
                      <a:pt x="243" y="578"/>
                      <a:pt x="304" y="578"/>
                    </a:cubicBezTo>
                    <a:lnTo>
                      <a:pt x="365" y="578"/>
                    </a:lnTo>
                    <a:cubicBezTo>
                      <a:pt x="395" y="578"/>
                      <a:pt x="426" y="548"/>
                      <a:pt x="456" y="517"/>
                    </a:cubicBezTo>
                    <a:cubicBezTo>
                      <a:pt x="487" y="487"/>
                      <a:pt x="517" y="457"/>
                      <a:pt x="547" y="396"/>
                    </a:cubicBezTo>
                    <a:cubicBezTo>
                      <a:pt x="608" y="335"/>
                      <a:pt x="578" y="213"/>
                      <a:pt x="547" y="122"/>
                    </a:cubicBezTo>
                    <a:cubicBezTo>
                      <a:pt x="487" y="31"/>
                      <a:pt x="395" y="1"/>
                      <a:pt x="3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2" name="Google Shape;6632;p48">
                <a:extLst>
                  <a:ext uri="{FF2B5EF4-FFF2-40B4-BE49-F238E27FC236}">
                    <a16:creationId xmlns:a16="http://schemas.microsoft.com/office/drawing/2014/main" id="{FAC20DFD-68AD-1B7B-01B6-AA2DAC93CE82}"/>
                  </a:ext>
                </a:extLst>
              </p:cNvPr>
              <p:cNvSpPr/>
              <p:nvPr/>
            </p:nvSpPr>
            <p:spPr>
              <a:xfrm>
                <a:off x="1231300" y="1850550"/>
                <a:ext cx="1600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87" extrusionOk="0">
                    <a:moveTo>
                      <a:pt x="305" y="0"/>
                    </a:moveTo>
                    <a:cubicBezTo>
                      <a:pt x="1" y="0"/>
                      <a:pt x="1" y="486"/>
                      <a:pt x="305" y="486"/>
                    </a:cubicBezTo>
                    <a:cubicBezTo>
                      <a:pt x="609" y="486"/>
                      <a:pt x="639" y="0"/>
                      <a:pt x="3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3" name="Google Shape;6633;p48">
                <a:extLst>
                  <a:ext uri="{FF2B5EF4-FFF2-40B4-BE49-F238E27FC236}">
                    <a16:creationId xmlns:a16="http://schemas.microsoft.com/office/drawing/2014/main" id="{24A1EC28-C8F0-381C-3F65-EA0967F91CCD}"/>
                  </a:ext>
                </a:extLst>
              </p:cNvPr>
              <p:cNvSpPr/>
              <p:nvPr/>
            </p:nvSpPr>
            <p:spPr>
              <a:xfrm>
                <a:off x="1352900" y="1941450"/>
                <a:ext cx="15975" cy="14275"/>
              </a:xfrm>
              <a:custGeom>
                <a:avLst/>
                <a:gdLst/>
                <a:ahLst/>
                <a:cxnLst/>
                <a:rect l="l" t="t" r="r" b="b"/>
                <a:pathLst>
                  <a:path w="639" h="571" extrusionOk="0">
                    <a:moveTo>
                      <a:pt x="372" y="0"/>
                    </a:moveTo>
                    <a:cubicBezTo>
                      <a:pt x="350" y="0"/>
                      <a:pt x="327" y="4"/>
                      <a:pt x="304" y="12"/>
                    </a:cubicBezTo>
                    <a:lnTo>
                      <a:pt x="213" y="42"/>
                    </a:lnTo>
                    <a:lnTo>
                      <a:pt x="182" y="42"/>
                    </a:lnTo>
                    <a:cubicBezTo>
                      <a:pt x="152" y="72"/>
                      <a:pt x="122" y="72"/>
                      <a:pt x="91" y="103"/>
                    </a:cubicBezTo>
                    <a:cubicBezTo>
                      <a:pt x="61" y="133"/>
                      <a:pt x="61" y="133"/>
                      <a:pt x="31" y="164"/>
                    </a:cubicBezTo>
                    <a:cubicBezTo>
                      <a:pt x="0" y="224"/>
                      <a:pt x="0" y="346"/>
                      <a:pt x="31" y="407"/>
                    </a:cubicBezTo>
                    <a:cubicBezTo>
                      <a:pt x="61" y="437"/>
                      <a:pt x="61" y="468"/>
                      <a:pt x="91" y="468"/>
                    </a:cubicBezTo>
                    <a:cubicBezTo>
                      <a:pt x="122" y="498"/>
                      <a:pt x="152" y="528"/>
                      <a:pt x="182" y="528"/>
                    </a:cubicBezTo>
                    <a:cubicBezTo>
                      <a:pt x="213" y="528"/>
                      <a:pt x="213" y="528"/>
                      <a:pt x="213" y="559"/>
                    </a:cubicBezTo>
                    <a:lnTo>
                      <a:pt x="304" y="559"/>
                    </a:lnTo>
                    <a:cubicBezTo>
                      <a:pt x="329" y="567"/>
                      <a:pt x="353" y="571"/>
                      <a:pt x="377" y="571"/>
                    </a:cubicBezTo>
                    <a:cubicBezTo>
                      <a:pt x="442" y="571"/>
                      <a:pt x="503" y="542"/>
                      <a:pt x="547" y="498"/>
                    </a:cubicBezTo>
                    <a:cubicBezTo>
                      <a:pt x="608" y="437"/>
                      <a:pt x="638" y="376"/>
                      <a:pt x="638" y="285"/>
                    </a:cubicBezTo>
                    <a:cubicBezTo>
                      <a:pt x="638" y="224"/>
                      <a:pt x="608" y="133"/>
                      <a:pt x="547" y="103"/>
                    </a:cubicBezTo>
                    <a:cubicBezTo>
                      <a:pt x="502" y="34"/>
                      <a:pt x="439" y="0"/>
                      <a:pt x="37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4" name="Google Shape;6634;p48">
                <a:extLst>
                  <a:ext uri="{FF2B5EF4-FFF2-40B4-BE49-F238E27FC236}">
                    <a16:creationId xmlns:a16="http://schemas.microsoft.com/office/drawing/2014/main" id="{117AF6A9-FE6F-3ED2-2F96-075CA8C3F8DE}"/>
                  </a:ext>
                </a:extLst>
              </p:cNvPr>
              <p:cNvSpPr/>
              <p:nvPr/>
            </p:nvSpPr>
            <p:spPr>
              <a:xfrm>
                <a:off x="1451675" y="1991125"/>
                <a:ext cx="12175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57" extrusionOk="0">
                    <a:moveTo>
                      <a:pt x="335" y="395"/>
                    </a:moveTo>
                    <a:cubicBezTo>
                      <a:pt x="335" y="395"/>
                      <a:pt x="335" y="403"/>
                      <a:pt x="335" y="411"/>
                    </a:cubicBezTo>
                    <a:lnTo>
                      <a:pt x="335" y="411"/>
                    </a:lnTo>
                    <a:cubicBezTo>
                      <a:pt x="343" y="403"/>
                      <a:pt x="350" y="395"/>
                      <a:pt x="335" y="395"/>
                    </a:cubicBezTo>
                    <a:close/>
                    <a:moveTo>
                      <a:pt x="335" y="411"/>
                    </a:moveTo>
                    <a:cubicBezTo>
                      <a:pt x="327" y="418"/>
                      <a:pt x="320" y="426"/>
                      <a:pt x="335" y="426"/>
                    </a:cubicBezTo>
                    <a:cubicBezTo>
                      <a:pt x="335" y="426"/>
                      <a:pt x="335" y="418"/>
                      <a:pt x="335" y="411"/>
                    </a:cubicBezTo>
                    <a:close/>
                    <a:moveTo>
                      <a:pt x="244" y="0"/>
                    </a:moveTo>
                    <a:cubicBezTo>
                      <a:pt x="153" y="0"/>
                      <a:pt x="61" y="61"/>
                      <a:pt x="31" y="122"/>
                    </a:cubicBezTo>
                    <a:cubicBezTo>
                      <a:pt x="1" y="243"/>
                      <a:pt x="31" y="335"/>
                      <a:pt x="122" y="395"/>
                    </a:cubicBezTo>
                    <a:cubicBezTo>
                      <a:pt x="122" y="395"/>
                      <a:pt x="122" y="395"/>
                      <a:pt x="122" y="395"/>
                    </a:cubicBezTo>
                    <a:lnTo>
                      <a:pt x="122" y="395"/>
                    </a:lnTo>
                    <a:cubicBezTo>
                      <a:pt x="122" y="395"/>
                      <a:pt x="122" y="426"/>
                      <a:pt x="153" y="426"/>
                    </a:cubicBezTo>
                    <a:cubicBezTo>
                      <a:pt x="153" y="426"/>
                      <a:pt x="126" y="400"/>
                      <a:pt x="123" y="396"/>
                    </a:cubicBezTo>
                    <a:lnTo>
                      <a:pt x="123" y="396"/>
                    </a:lnTo>
                    <a:cubicBezTo>
                      <a:pt x="153" y="426"/>
                      <a:pt x="183" y="456"/>
                      <a:pt x="244" y="456"/>
                    </a:cubicBezTo>
                    <a:cubicBezTo>
                      <a:pt x="274" y="456"/>
                      <a:pt x="305" y="426"/>
                      <a:pt x="335" y="395"/>
                    </a:cubicBezTo>
                    <a:cubicBezTo>
                      <a:pt x="426" y="365"/>
                      <a:pt x="487" y="243"/>
                      <a:pt x="456" y="152"/>
                    </a:cubicBezTo>
                    <a:cubicBezTo>
                      <a:pt x="426" y="61"/>
                      <a:pt x="335" y="0"/>
                      <a:pt x="2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5" name="Google Shape;6635;p48">
                <a:extLst>
                  <a:ext uri="{FF2B5EF4-FFF2-40B4-BE49-F238E27FC236}">
                    <a16:creationId xmlns:a16="http://schemas.microsoft.com/office/drawing/2014/main" id="{5530BCEF-C125-32DB-AF1F-9E9AA1EF3521}"/>
                  </a:ext>
                </a:extLst>
              </p:cNvPr>
              <p:cNvSpPr/>
              <p:nvPr/>
            </p:nvSpPr>
            <p:spPr>
              <a:xfrm>
                <a:off x="1453950" y="2061025"/>
                <a:ext cx="144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579" h="609" extrusionOk="0">
                    <a:moveTo>
                      <a:pt x="274" y="1"/>
                    </a:moveTo>
                    <a:cubicBezTo>
                      <a:pt x="183" y="1"/>
                      <a:pt x="92" y="62"/>
                      <a:pt x="31" y="153"/>
                    </a:cubicBezTo>
                    <a:cubicBezTo>
                      <a:pt x="1" y="244"/>
                      <a:pt x="1" y="335"/>
                      <a:pt x="31" y="426"/>
                    </a:cubicBezTo>
                    <a:cubicBezTo>
                      <a:pt x="62" y="487"/>
                      <a:pt x="92" y="517"/>
                      <a:pt x="122" y="548"/>
                    </a:cubicBezTo>
                    <a:cubicBezTo>
                      <a:pt x="183" y="578"/>
                      <a:pt x="214" y="609"/>
                      <a:pt x="274" y="609"/>
                    </a:cubicBezTo>
                    <a:cubicBezTo>
                      <a:pt x="335" y="609"/>
                      <a:pt x="396" y="578"/>
                      <a:pt x="426" y="548"/>
                    </a:cubicBezTo>
                    <a:cubicBezTo>
                      <a:pt x="457" y="517"/>
                      <a:pt x="487" y="457"/>
                      <a:pt x="517" y="426"/>
                    </a:cubicBezTo>
                    <a:cubicBezTo>
                      <a:pt x="578" y="335"/>
                      <a:pt x="578" y="244"/>
                      <a:pt x="517" y="153"/>
                    </a:cubicBezTo>
                    <a:cubicBezTo>
                      <a:pt x="457" y="62"/>
                      <a:pt x="365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6" name="Google Shape;6636;p48">
                <a:extLst>
                  <a:ext uri="{FF2B5EF4-FFF2-40B4-BE49-F238E27FC236}">
                    <a16:creationId xmlns:a16="http://schemas.microsoft.com/office/drawing/2014/main" id="{24403A17-9CB0-F111-6373-D830ABF66C03}"/>
                  </a:ext>
                </a:extLst>
              </p:cNvPr>
              <p:cNvSpPr/>
              <p:nvPr/>
            </p:nvSpPr>
            <p:spPr>
              <a:xfrm>
                <a:off x="1376450" y="2017725"/>
                <a:ext cx="4575" cy="7625"/>
              </a:xfrm>
              <a:custGeom>
                <a:avLst/>
                <a:gdLst/>
                <a:ahLst/>
                <a:cxnLst/>
                <a:rect l="l" t="t" r="r" b="b"/>
                <a:pathLst>
                  <a:path w="183" h="305" extrusionOk="0">
                    <a:moveTo>
                      <a:pt x="92" y="0"/>
                    </a:moveTo>
                    <a:cubicBezTo>
                      <a:pt x="61" y="0"/>
                      <a:pt x="0" y="61"/>
                      <a:pt x="31" y="91"/>
                    </a:cubicBezTo>
                    <a:lnTo>
                      <a:pt x="31" y="122"/>
                    </a:lnTo>
                    <a:lnTo>
                      <a:pt x="31" y="213"/>
                    </a:lnTo>
                    <a:cubicBezTo>
                      <a:pt x="31" y="243"/>
                      <a:pt x="61" y="304"/>
                      <a:pt x="92" y="304"/>
                    </a:cubicBezTo>
                    <a:cubicBezTo>
                      <a:pt x="152" y="304"/>
                      <a:pt x="183" y="243"/>
                      <a:pt x="183" y="213"/>
                    </a:cubicBezTo>
                    <a:cubicBezTo>
                      <a:pt x="183" y="183"/>
                      <a:pt x="183" y="152"/>
                      <a:pt x="183" y="91"/>
                    </a:cubicBezTo>
                    <a:cubicBezTo>
                      <a:pt x="183" y="61"/>
                      <a:pt x="152" y="0"/>
                      <a:pt x="9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7" name="Google Shape;6637;p48">
                <a:extLst>
                  <a:ext uri="{FF2B5EF4-FFF2-40B4-BE49-F238E27FC236}">
                    <a16:creationId xmlns:a16="http://schemas.microsoft.com/office/drawing/2014/main" id="{0A5DDBA0-D87D-4D9E-257B-B0272E8EC068}"/>
                  </a:ext>
                </a:extLst>
              </p:cNvPr>
              <p:cNvSpPr/>
              <p:nvPr/>
            </p:nvSpPr>
            <p:spPr>
              <a:xfrm>
                <a:off x="1352125" y="2076225"/>
                <a:ext cx="12200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541" extrusionOk="0">
                    <a:moveTo>
                      <a:pt x="244" y="1"/>
                    </a:moveTo>
                    <a:cubicBezTo>
                      <a:pt x="183" y="1"/>
                      <a:pt x="122" y="31"/>
                      <a:pt x="92" y="61"/>
                    </a:cubicBezTo>
                    <a:cubicBezTo>
                      <a:pt x="31" y="122"/>
                      <a:pt x="1" y="213"/>
                      <a:pt x="31" y="274"/>
                    </a:cubicBezTo>
                    <a:cubicBezTo>
                      <a:pt x="62" y="335"/>
                      <a:pt x="62" y="396"/>
                      <a:pt x="92" y="426"/>
                    </a:cubicBezTo>
                    <a:cubicBezTo>
                      <a:pt x="122" y="502"/>
                      <a:pt x="191" y="540"/>
                      <a:pt x="259" y="540"/>
                    </a:cubicBezTo>
                    <a:cubicBezTo>
                      <a:pt x="327" y="540"/>
                      <a:pt x="396" y="502"/>
                      <a:pt x="426" y="426"/>
                    </a:cubicBezTo>
                    <a:cubicBezTo>
                      <a:pt x="457" y="396"/>
                      <a:pt x="457" y="335"/>
                      <a:pt x="487" y="274"/>
                    </a:cubicBezTo>
                    <a:cubicBezTo>
                      <a:pt x="487" y="213"/>
                      <a:pt x="487" y="122"/>
                      <a:pt x="426" y="61"/>
                    </a:cubicBezTo>
                    <a:cubicBezTo>
                      <a:pt x="365" y="31"/>
                      <a:pt x="305" y="1"/>
                      <a:pt x="2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8" name="Google Shape;6638;p48">
                <a:extLst>
                  <a:ext uri="{FF2B5EF4-FFF2-40B4-BE49-F238E27FC236}">
                    <a16:creationId xmlns:a16="http://schemas.microsoft.com/office/drawing/2014/main" id="{71F1D588-DD09-5628-D750-40ACC23FDDDD}"/>
                  </a:ext>
                </a:extLst>
              </p:cNvPr>
              <p:cNvSpPr/>
              <p:nvPr/>
            </p:nvSpPr>
            <p:spPr>
              <a:xfrm>
                <a:off x="1430400" y="2120025"/>
                <a:ext cx="13700" cy="12450"/>
              </a:xfrm>
              <a:custGeom>
                <a:avLst/>
                <a:gdLst/>
                <a:ahLst/>
                <a:cxnLst/>
                <a:rect l="l" t="t" r="r" b="b"/>
                <a:pathLst>
                  <a:path w="548" h="498" extrusionOk="0">
                    <a:moveTo>
                      <a:pt x="237" y="0"/>
                    </a:moveTo>
                    <a:cubicBezTo>
                      <a:pt x="170" y="0"/>
                      <a:pt x="107" y="34"/>
                      <a:pt x="61" y="103"/>
                    </a:cubicBezTo>
                    <a:cubicBezTo>
                      <a:pt x="0" y="164"/>
                      <a:pt x="0" y="255"/>
                      <a:pt x="31" y="346"/>
                    </a:cubicBezTo>
                    <a:cubicBezTo>
                      <a:pt x="61" y="437"/>
                      <a:pt x="152" y="498"/>
                      <a:pt x="213" y="498"/>
                    </a:cubicBezTo>
                    <a:cubicBezTo>
                      <a:pt x="274" y="498"/>
                      <a:pt x="304" y="498"/>
                      <a:pt x="365" y="468"/>
                    </a:cubicBezTo>
                    <a:cubicBezTo>
                      <a:pt x="396" y="468"/>
                      <a:pt x="456" y="437"/>
                      <a:pt x="487" y="376"/>
                    </a:cubicBezTo>
                    <a:cubicBezTo>
                      <a:pt x="487" y="346"/>
                      <a:pt x="517" y="346"/>
                      <a:pt x="517" y="316"/>
                    </a:cubicBezTo>
                    <a:cubicBezTo>
                      <a:pt x="548" y="285"/>
                      <a:pt x="548" y="224"/>
                      <a:pt x="517" y="194"/>
                    </a:cubicBezTo>
                    <a:cubicBezTo>
                      <a:pt x="517" y="164"/>
                      <a:pt x="517" y="164"/>
                      <a:pt x="487" y="133"/>
                    </a:cubicBezTo>
                    <a:cubicBezTo>
                      <a:pt x="456" y="72"/>
                      <a:pt x="396" y="12"/>
                      <a:pt x="304" y="12"/>
                    </a:cubicBezTo>
                    <a:cubicBezTo>
                      <a:pt x="282" y="4"/>
                      <a:pt x="259" y="0"/>
                      <a:pt x="23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9" name="Google Shape;6639;p48">
                <a:extLst>
                  <a:ext uri="{FF2B5EF4-FFF2-40B4-BE49-F238E27FC236}">
                    <a16:creationId xmlns:a16="http://schemas.microsoft.com/office/drawing/2014/main" id="{954FD8C5-AA1F-106C-A3B7-36438F8E7E79}"/>
                  </a:ext>
                </a:extLst>
              </p:cNvPr>
              <p:cNvSpPr/>
              <p:nvPr/>
            </p:nvSpPr>
            <p:spPr>
              <a:xfrm>
                <a:off x="1388600" y="1969850"/>
                <a:ext cx="152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487" extrusionOk="0">
                    <a:moveTo>
                      <a:pt x="305" y="0"/>
                    </a:moveTo>
                    <a:cubicBezTo>
                      <a:pt x="1" y="0"/>
                      <a:pt x="1" y="487"/>
                      <a:pt x="305" y="487"/>
                    </a:cubicBezTo>
                    <a:cubicBezTo>
                      <a:pt x="609" y="487"/>
                      <a:pt x="609" y="0"/>
                      <a:pt x="3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0" name="Google Shape;6640;p48">
                <a:extLst>
                  <a:ext uri="{FF2B5EF4-FFF2-40B4-BE49-F238E27FC236}">
                    <a16:creationId xmlns:a16="http://schemas.microsoft.com/office/drawing/2014/main" id="{31800A7F-53ED-DCEA-5D7C-3365600BFE53}"/>
                  </a:ext>
                </a:extLst>
              </p:cNvPr>
              <p:cNvSpPr/>
              <p:nvPr/>
            </p:nvSpPr>
            <p:spPr>
              <a:xfrm>
                <a:off x="1282975" y="1991125"/>
                <a:ext cx="1447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426" extrusionOk="0">
                    <a:moveTo>
                      <a:pt x="305" y="0"/>
                    </a:moveTo>
                    <a:cubicBezTo>
                      <a:pt x="1" y="0"/>
                      <a:pt x="1" y="426"/>
                      <a:pt x="305" y="426"/>
                    </a:cubicBezTo>
                    <a:cubicBezTo>
                      <a:pt x="578" y="426"/>
                      <a:pt x="578" y="0"/>
                      <a:pt x="3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1" name="Google Shape;6641;p48">
                <a:extLst>
                  <a:ext uri="{FF2B5EF4-FFF2-40B4-BE49-F238E27FC236}">
                    <a16:creationId xmlns:a16="http://schemas.microsoft.com/office/drawing/2014/main" id="{2BCC40FE-D25F-79C2-8D64-949FB399AF05}"/>
                  </a:ext>
                </a:extLst>
              </p:cNvPr>
              <p:cNvSpPr/>
              <p:nvPr/>
            </p:nvSpPr>
            <p:spPr>
              <a:xfrm>
                <a:off x="1282225" y="2074700"/>
                <a:ext cx="9150" cy="7625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05" extrusionOk="0">
                    <a:moveTo>
                      <a:pt x="183" y="1"/>
                    </a:moveTo>
                    <a:cubicBezTo>
                      <a:pt x="0" y="1"/>
                      <a:pt x="0" y="305"/>
                      <a:pt x="183" y="305"/>
                    </a:cubicBezTo>
                    <a:cubicBezTo>
                      <a:pt x="365" y="305"/>
                      <a:pt x="365" y="1"/>
                      <a:pt x="1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2" name="Google Shape;6642;p48">
                <a:extLst>
                  <a:ext uri="{FF2B5EF4-FFF2-40B4-BE49-F238E27FC236}">
                    <a16:creationId xmlns:a16="http://schemas.microsoft.com/office/drawing/2014/main" id="{A70BFDD4-C055-8886-965B-1E815AC02B20}"/>
                  </a:ext>
                </a:extLst>
              </p:cNvPr>
              <p:cNvSpPr/>
              <p:nvPr/>
            </p:nvSpPr>
            <p:spPr>
              <a:xfrm>
                <a:off x="1201675" y="1964525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74" y="0"/>
                    </a:moveTo>
                    <a:cubicBezTo>
                      <a:pt x="0" y="0"/>
                      <a:pt x="0" y="396"/>
                      <a:pt x="274" y="396"/>
                    </a:cubicBezTo>
                    <a:cubicBezTo>
                      <a:pt x="517" y="396"/>
                      <a:pt x="517" y="0"/>
                      <a:pt x="2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3" name="Google Shape;6643;p48">
                <a:extLst>
                  <a:ext uri="{FF2B5EF4-FFF2-40B4-BE49-F238E27FC236}">
                    <a16:creationId xmlns:a16="http://schemas.microsoft.com/office/drawing/2014/main" id="{C8347341-025B-AAE9-E808-1B4F8700C1DD}"/>
                  </a:ext>
                </a:extLst>
              </p:cNvPr>
              <p:cNvSpPr/>
              <p:nvPr/>
            </p:nvSpPr>
            <p:spPr>
              <a:xfrm>
                <a:off x="1278425" y="1972125"/>
                <a:ext cx="9900" cy="76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05" extrusionOk="0">
                    <a:moveTo>
                      <a:pt x="213" y="0"/>
                    </a:moveTo>
                    <a:cubicBezTo>
                      <a:pt x="0" y="0"/>
                      <a:pt x="0" y="304"/>
                      <a:pt x="213" y="304"/>
                    </a:cubicBezTo>
                    <a:cubicBezTo>
                      <a:pt x="395" y="304"/>
                      <a:pt x="395" y="0"/>
                      <a:pt x="2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4" name="Google Shape;6644;p48">
                <a:extLst>
                  <a:ext uri="{FF2B5EF4-FFF2-40B4-BE49-F238E27FC236}">
                    <a16:creationId xmlns:a16="http://schemas.microsoft.com/office/drawing/2014/main" id="{181E5FB8-12BF-F135-BC8C-49494C894DB7}"/>
                  </a:ext>
                </a:extLst>
              </p:cNvPr>
              <p:cNvSpPr/>
              <p:nvPr/>
            </p:nvSpPr>
            <p:spPr>
              <a:xfrm>
                <a:off x="1217625" y="1925775"/>
                <a:ext cx="15225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457" extrusionOk="0">
                    <a:moveTo>
                      <a:pt x="305" y="0"/>
                    </a:moveTo>
                    <a:cubicBezTo>
                      <a:pt x="1" y="0"/>
                      <a:pt x="1" y="456"/>
                      <a:pt x="305" y="456"/>
                    </a:cubicBezTo>
                    <a:cubicBezTo>
                      <a:pt x="609" y="456"/>
                      <a:pt x="609" y="0"/>
                      <a:pt x="3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5" name="Google Shape;6645;p48">
                <a:extLst>
                  <a:ext uri="{FF2B5EF4-FFF2-40B4-BE49-F238E27FC236}">
                    <a16:creationId xmlns:a16="http://schemas.microsoft.com/office/drawing/2014/main" id="{68AC85BF-70CE-77E4-0361-F802D21927F6}"/>
                  </a:ext>
                </a:extLst>
              </p:cNvPr>
              <p:cNvSpPr/>
              <p:nvPr/>
            </p:nvSpPr>
            <p:spPr>
              <a:xfrm>
                <a:off x="1143150" y="1922725"/>
                <a:ext cx="13725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549" h="427" extrusionOk="0">
                    <a:moveTo>
                      <a:pt x="274" y="1"/>
                    </a:moveTo>
                    <a:cubicBezTo>
                      <a:pt x="1" y="1"/>
                      <a:pt x="1" y="426"/>
                      <a:pt x="274" y="426"/>
                    </a:cubicBezTo>
                    <a:cubicBezTo>
                      <a:pt x="548" y="426"/>
                      <a:pt x="548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6" name="Google Shape;6646;p48">
                <a:extLst>
                  <a:ext uri="{FF2B5EF4-FFF2-40B4-BE49-F238E27FC236}">
                    <a16:creationId xmlns:a16="http://schemas.microsoft.com/office/drawing/2014/main" id="{9121DC3F-66E2-0776-7547-7F354EDBB641}"/>
                  </a:ext>
                </a:extLst>
              </p:cNvPr>
              <p:cNvSpPr/>
              <p:nvPr/>
            </p:nvSpPr>
            <p:spPr>
              <a:xfrm>
                <a:off x="1180400" y="1877900"/>
                <a:ext cx="13700" cy="12000"/>
              </a:xfrm>
              <a:custGeom>
                <a:avLst/>
                <a:gdLst/>
                <a:ahLst/>
                <a:cxnLst/>
                <a:rect l="l" t="t" r="r" b="b"/>
                <a:pathLst>
                  <a:path w="548" h="480" extrusionOk="0">
                    <a:moveTo>
                      <a:pt x="274" y="0"/>
                    </a:moveTo>
                    <a:cubicBezTo>
                      <a:pt x="213" y="0"/>
                      <a:pt x="152" y="31"/>
                      <a:pt x="122" y="61"/>
                    </a:cubicBezTo>
                    <a:lnTo>
                      <a:pt x="104" y="97"/>
                    </a:lnTo>
                    <a:lnTo>
                      <a:pt x="104" y="97"/>
                    </a:lnTo>
                    <a:cubicBezTo>
                      <a:pt x="97" y="101"/>
                      <a:pt x="91" y="109"/>
                      <a:pt x="91" y="122"/>
                    </a:cubicBezTo>
                    <a:cubicBezTo>
                      <a:pt x="0" y="183"/>
                      <a:pt x="0" y="304"/>
                      <a:pt x="91" y="365"/>
                    </a:cubicBezTo>
                    <a:cubicBezTo>
                      <a:pt x="91" y="365"/>
                      <a:pt x="122" y="396"/>
                      <a:pt x="122" y="396"/>
                    </a:cubicBezTo>
                    <a:lnTo>
                      <a:pt x="183" y="456"/>
                    </a:lnTo>
                    <a:lnTo>
                      <a:pt x="243" y="456"/>
                    </a:lnTo>
                    <a:cubicBezTo>
                      <a:pt x="259" y="472"/>
                      <a:pt x="281" y="479"/>
                      <a:pt x="308" y="479"/>
                    </a:cubicBezTo>
                    <a:cubicBezTo>
                      <a:pt x="335" y="479"/>
                      <a:pt x="365" y="472"/>
                      <a:pt x="395" y="456"/>
                    </a:cubicBezTo>
                    <a:cubicBezTo>
                      <a:pt x="487" y="426"/>
                      <a:pt x="547" y="335"/>
                      <a:pt x="547" y="244"/>
                    </a:cubicBezTo>
                    <a:cubicBezTo>
                      <a:pt x="547" y="152"/>
                      <a:pt x="487" y="61"/>
                      <a:pt x="426" y="31"/>
                    </a:cubicBezTo>
                    <a:cubicBezTo>
                      <a:pt x="365" y="0"/>
                      <a:pt x="335" y="0"/>
                      <a:pt x="2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7" name="Google Shape;6647;p48">
                <a:extLst>
                  <a:ext uri="{FF2B5EF4-FFF2-40B4-BE49-F238E27FC236}">
                    <a16:creationId xmlns:a16="http://schemas.microsoft.com/office/drawing/2014/main" id="{FFD661F4-543E-F242-766C-D55C007B241E}"/>
                  </a:ext>
                </a:extLst>
              </p:cNvPr>
              <p:cNvSpPr/>
              <p:nvPr/>
            </p:nvSpPr>
            <p:spPr>
              <a:xfrm>
                <a:off x="1134050" y="1851000"/>
                <a:ext cx="12925" cy="112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50" extrusionOk="0">
                    <a:moveTo>
                      <a:pt x="232" y="1"/>
                    </a:moveTo>
                    <a:cubicBezTo>
                      <a:pt x="168" y="1"/>
                      <a:pt x="114" y="29"/>
                      <a:pt x="91" y="73"/>
                    </a:cubicBezTo>
                    <a:cubicBezTo>
                      <a:pt x="31" y="104"/>
                      <a:pt x="0" y="165"/>
                      <a:pt x="0" y="225"/>
                    </a:cubicBezTo>
                    <a:cubicBezTo>
                      <a:pt x="0" y="286"/>
                      <a:pt x="31" y="347"/>
                      <a:pt x="91" y="377"/>
                    </a:cubicBezTo>
                    <a:cubicBezTo>
                      <a:pt x="114" y="422"/>
                      <a:pt x="168" y="450"/>
                      <a:pt x="232" y="450"/>
                    </a:cubicBezTo>
                    <a:cubicBezTo>
                      <a:pt x="255" y="450"/>
                      <a:pt x="280" y="446"/>
                      <a:pt x="304" y="438"/>
                    </a:cubicBezTo>
                    <a:lnTo>
                      <a:pt x="395" y="408"/>
                    </a:lnTo>
                    <a:cubicBezTo>
                      <a:pt x="426" y="377"/>
                      <a:pt x="456" y="377"/>
                      <a:pt x="486" y="347"/>
                    </a:cubicBezTo>
                    <a:cubicBezTo>
                      <a:pt x="517" y="316"/>
                      <a:pt x="517" y="256"/>
                      <a:pt x="517" y="225"/>
                    </a:cubicBezTo>
                    <a:cubicBezTo>
                      <a:pt x="517" y="195"/>
                      <a:pt x="517" y="165"/>
                      <a:pt x="486" y="134"/>
                    </a:cubicBezTo>
                    <a:cubicBezTo>
                      <a:pt x="486" y="73"/>
                      <a:pt x="426" y="73"/>
                      <a:pt x="395" y="43"/>
                    </a:cubicBezTo>
                    <a:lnTo>
                      <a:pt x="304" y="13"/>
                    </a:lnTo>
                    <a:cubicBezTo>
                      <a:pt x="280" y="4"/>
                      <a:pt x="255" y="1"/>
                      <a:pt x="2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8" name="Google Shape;6648;p48">
                <a:extLst>
                  <a:ext uri="{FF2B5EF4-FFF2-40B4-BE49-F238E27FC236}">
                    <a16:creationId xmlns:a16="http://schemas.microsoft.com/office/drawing/2014/main" id="{281696FA-40C8-4D2C-7343-4221F3D0BDEC}"/>
                  </a:ext>
                </a:extLst>
              </p:cNvPr>
              <p:cNvSpPr/>
              <p:nvPr/>
            </p:nvSpPr>
            <p:spPr>
              <a:xfrm>
                <a:off x="1161400" y="1841425"/>
                <a:ext cx="4575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22" extrusionOk="0">
                    <a:moveTo>
                      <a:pt x="92" y="0"/>
                    </a:moveTo>
                    <a:cubicBezTo>
                      <a:pt x="0" y="0"/>
                      <a:pt x="0" y="122"/>
                      <a:pt x="92" y="122"/>
                    </a:cubicBezTo>
                    <a:cubicBezTo>
                      <a:pt x="183" y="122"/>
                      <a:pt x="183" y="0"/>
                      <a:pt x="9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9" name="Google Shape;6649;p48">
                <a:extLst>
                  <a:ext uri="{FF2B5EF4-FFF2-40B4-BE49-F238E27FC236}">
                    <a16:creationId xmlns:a16="http://schemas.microsoft.com/office/drawing/2014/main" id="{86683304-BD92-29EC-C13F-5DF59E2B79C0}"/>
                  </a:ext>
                </a:extLst>
              </p:cNvPr>
              <p:cNvSpPr/>
              <p:nvPr/>
            </p:nvSpPr>
            <p:spPr>
              <a:xfrm>
                <a:off x="1252575" y="1823950"/>
                <a:ext cx="137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426" extrusionOk="0">
                    <a:moveTo>
                      <a:pt x="274" y="0"/>
                    </a:moveTo>
                    <a:cubicBezTo>
                      <a:pt x="1" y="0"/>
                      <a:pt x="1" y="426"/>
                      <a:pt x="274" y="426"/>
                    </a:cubicBezTo>
                    <a:cubicBezTo>
                      <a:pt x="548" y="426"/>
                      <a:pt x="548" y="0"/>
                      <a:pt x="2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0" name="Google Shape;6650;p48">
                <a:extLst>
                  <a:ext uri="{FF2B5EF4-FFF2-40B4-BE49-F238E27FC236}">
                    <a16:creationId xmlns:a16="http://schemas.microsoft.com/office/drawing/2014/main" id="{E7112C84-30D7-CC36-7AFE-5FE6B9FC2103}"/>
                  </a:ext>
                </a:extLst>
              </p:cNvPr>
              <p:cNvSpPr/>
              <p:nvPr/>
            </p:nvSpPr>
            <p:spPr>
              <a:xfrm>
                <a:off x="1444825" y="1831550"/>
                <a:ext cx="11425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457" h="365" extrusionOk="0">
                    <a:moveTo>
                      <a:pt x="244" y="0"/>
                    </a:moveTo>
                    <a:cubicBezTo>
                      <a:pt x="1" y="0"/>
                      <a:pt x="1" y="365"/>
                      <a:pt x="244" y="365"/>
                    </a:cubicBezTo>
                    <a:cubicBezTo>
                      <a:pt x="457" y="365"/>
                      <a:pt x="457" y="0"/>
                      <a:pt x="2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1" name="Google Shape;6651;p48">
                <a:extLst>
                  <a:ext uri="{FF2B5EF4-FFF2-40B4-BE49-F238E27FC236}">
                    <a16:creationId xmlns:a16="http://schemas.microsoft.com/office/drawing/2014/main" id="{A8FAE0C4-3F41-5DB2-110B-3EB99D9B49F8}"/>
                  </a:ext>
                </a:extLst>
              </p:cNvPr>
              <p:cNvSpPr/>
              <p:nvPr/>
            </p:nvSpPr>
            <p:spPr>
              <a:xfrm>
                <a:off x="1548950" y="1826225"/>
                <a:ext cx="1522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487" extrusionOk="0">
                    <a:moveTo>
                      <a:pt x="304" y="0"/>
                    </a:moveTo>
                    <a:cubicBezTo>
                      <a:pt x="0" y="0"/>
                      <a:pt x="0" y="487"/>
                      <a:pt x="304" y="487"/>
                    </a:cubicBezTo>
                    <a:cubicBezTo>
                      <a:pt x="608" y="487"/>
                      <a:pt x="608" y="0"/>
                      <a:pt x="30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2" name="Google Shape;6652;p48">
                <a:extLst>
                  <a:ext uri="{FF2B5EF4-FFF2-40B4-BE49-F238E27FC236}">
                    <a16:creationId xmlns:a16="http://schemas.microsoft.com/office/drawing/2014/main" id="{92D977EC-314E-4F2C-CA4C-8CC73F39E798}"/>
                  </a:ext>
                </a:extLst>
              </p:cNvPr>
              <p:cNvSpPr/>
              <p:nvPr/>
            </p:nvSpPr>
            <p:spPr>
              <a:xfrm>
                <a:off x="1679650" y="1822425"/>
                <a:ext cx="15975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639" h="548" extrusionOk="0">
                    <a:moveTo>
                      <a:pt x="274" y="1"/>
                    </a:moveTo>
                    <a:cubicBezTo>
                      <a:pt x="183" y="1"/>
                      <a:pt x="122" y="31"/>
                      <a:pt x="91" y="92"/>
                    </a:cubicBezTo>
                    <a:cubicBezTo>
                      <a:pt x="31" y="122"/>
                      <a:pt x="0" y="213"/>
                      <a:pt x="0" y="274"/>
                    </a:cubicBezTo>
                    <a:cubicBezTo>
                      <a:pt x="0" y="335"/>
                      <a:pt x="31" y="426"/>
                      <a:pt x="91" y="456"/>
                    </a:cubicBezTo>
                    <a:cubicBezTo>
                      <a:pt x="122" y="517"/>
                      <a:pt x="183" y="548"/>
                      <a:pt x="274" y="548"/>
                    </a:cubicBezTo>
                    <a:lnTo>
                      <a:pt x="365" y="548"/>
                    </a:lnTo>
                    <a:cubicBezTo>
                      <a:pt x="426" y="548"/>
                      <a:pt x="487" y="517"/>
                      <a:pt x="547" y="456"/>
                    </a:cubicBezTo>
                    <a:cubicBezTo>
                      <a:pt x="608" y="426"/>
                      <a:pt x="639" y="335"/>
                      <a:pt x="639" y="274"/>
                    </a:cubicBezTo>
                    <a:cubicBezTo>
                      <a:pt x="639" y="213"/>
                      <a:pt x="608" y="122"/>
                      <a:pt x="547" y="92"/>
                    </a:cubicBezTo>
                    <a:cubicBezTo>
                      <a:pt x="487" y="31"/>
                      <a:pt x="426" y="1"/>
                      <a:pt x="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3" name="Google Shape;6653;p48">
                <a:extLst>
                  <a:ext uri="{FF2B5EF4-FFF2-40B4-BE49-F238E27FC236}">
                    <a16:creationId xmlns:a16="http://schemas.microsoft.com/office/drawing/2014/main" id="{479AFB59-C494-AFEE-BB43-E790534692E1}"/>
                  </a:ext>
                </a:extLst>
              </p:cNvPr>
              <p:cNvSpPr/>
              <p:nvPr/>
            </p:nvSpPr>
            <p:spPr>
              <a:xfrm>
                <a:off x="1824025" y="1819775"/>
                <a:ext cx="1370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487" extrusionOk="0">
                    <a:moveTo>
                      <a:pt x="225" y="0"/>
                    </a:moveTo>
                    <a:cubicBezTo>
                      <a:pt x="183" y="0"/>
                      <a:pt x="137" y="15"/>
                      <a:pt x="92" y="46"/>
                    </a:cubicBezTo>
                    <a:cubicBezTo>
                      <a:pt x="31" y="76"/>
                      <a:pt x="0" y="167"/>
                      <a:pt x="0" y="258"/>
                    </a:cubicBezTo>
                    <a:cubicBezTo>
                      <a:pt x="0" y="319"/>
                      <a:pt x="31" y="410"/>
                      <a:pt x="92" y="441"/>
                    </a:cubicBezTo>
                    <a:cubicBezTo>
                      <a:pt x="137" y="471"/>
                      <a:pt x="183" y="486"/>
                      <a:pt x="225" y="486"/>
                    </a:cubicBezTo>
                    <a:cubicBezTo>
                      <a:pt x="266" y="486"/>
                      <a:pt x="304" y="471"/>
                      <a:pt x="335" y="441"/>
                    </a:cubicBezTo>
                    <a:cubicBezTo>
                      <a:pt x="335" y="441"/>
                      <a:pt x="365" y="441"/>
                      <a:pt x="396" y="410"/>
                    </a:cubicBezTo>
                    <a:cubicBezTo>
                      <a:pt x="548" y="350"/>
                      <a:pt x="548" y="137"/>
                      <a:pt x="396" y="76"/>
                    </a:cubicBezTo>
                    <a:cubicBezTo>
                      <a:pt x="396" y="46"/>
                      <a:pt x="365" y="46"/>
                      <a:pt x="335" y="46"/>
                    </a:cubicBezTo>
                    <a:cubicBezTo>
                      <a:pt x="304" y="15"/>
                      <a:pt x="266" y="0"/>
                      <a:pt x="2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4" name="Google Shape;6654;p48">
                <a:extLst>
                  <a:ext uri="{FF2B5EF4-FFF2-40B4-BE49-F238E27FC236}">
                    <a16:creationId xmlns:a16="http://schemas.microsoft.com/office/drawing/2014/main" id="{74520076-0B57-F438-9782-F5EBA762B04D}"/>
                  </a:ext>
                </a:extLst>
              </p:cNvPr>
              <p:cNvSpPr/>
              <p:nvPr/>
            </p:nvSpPr>
            <p:spPr>
              <a:xfrm>
                <a:off x="1844550" y="1958450"/>
                <a:ext cx="1825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78" extrusionOk="0">
                    <a:moveTo>
                      <a:pt x="365" y="0"/>
                    </a:moveTo>
                    <a:cubicBezTo>
                      <a:pt x="0" y="0"/>
                      <a:pt x="0" y="578"/>
                      <a:pt x="365" y="578"/>
                    </a:cubicBezTo>
                    <a:cubicBezTo>
                      <a:pt x="730" y="578"/>
                      <a:pt x="730" y="0"/>
                      <a:pt x="3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5" name="Google Shape;6655;p48">
                <a:extLst>
                  <a:ext uri="{FF2B5EF4-FFF2-40B4-BE49-F238E27FC236}">
                    <a16:creationId xmlns:a16="http://schemas.microsoft.com/office/drawing/2014/main" id="{836C6703-C345-D7A8-D046-4262ADDB164D}"/>
                  </a:ext>
                </a:extLst>
              </p:cNvPr>
              <p:cNvSpPr/>
              <p:nvPr/>
            </p:nvSpPr>
            <p:spPr>
              <a:xfrm>
                <a:off x="1786800" y="1999475"/>
                <a:ext cx="17500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00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699" y="578"/>
                      <a:pt x="699" y="1"/>
                      <a:pt x="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6" name="Google Shape;6656;p48">
                <a:extLst>
                  <a:ext uri="{FF2B5EF4-FFF2-40B4-BE49-F238E27FC236}">
                    <a16:creationId xmlns:a16="http://schemas.microsoft.com/office/drawing/2014/main" id="{E8370880-4DBC-279B-1307-545BBD3CF9F6}"/>
                  </a:ext>
                </a:extLst>
              </p:cNvPr>
              <p:cNvSpPr/>
              <p:nvPr/>
            </p:nvSpPr>
            <p:spPr>
              <a:xfrm>
                <a:off x="1849850" y="2011650"/>
                <a:ext cx="144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456" extrusionOk="0">
                    <a:moveTo>
                      <a:pt x="274" y="0"/>
                    </a:moveTo>
                    <a:cubicBezTo>
                      <a:pt x="1" y="0"/>
                      <a:pt x="1" y="456"/>
                      <a:pt x="274" y="456"/>
                    </a:cubicBezTo>
                    <a:cubicBezTo>
                      <a:pt x="578" y="456"/>
                      <a:pt x="578" y="0"/>
                      <a:pt x="2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7" name="Google Shape;6657;p48">
                <a:extLst>
                  <a:ext uri="{FF2B5EF4-FFF2-40B4-BE49-F238E27FC236}">
                    <a16:creationId xmlns:a16="http://schemas.microsoft.com/office/drawing/2014/main" id="{D51524E3-77E3-CE2A-3F45-5D470C168C32}"/>
                  </a:ext>
                </a:extLst>
              </p:cNvPr>
              <p:cNvSpPr/>
              <p:nvPr/>
            </p:nvSpPr>
            <p:spPr>
              <a:xfrm>
                <a:off x="1777675" y="2048875"/>
                <a:ext cx="15225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457" extrusionOk="0">
                    <a:moveTo>
                      <a:pt x="304" y="0"/>
                    </a:moveTo>
                    <a:cubicBezTo>
                      <a:pt x="0" y="0"/>
                      <a:pt x="0" y="456"/>
                      <a:pt x="304" y="456"/>
                    </a:cubicBezTo>
                    <a:cubicBezTo>
                      <a:pt x="608" y="456"/>
                      <a:pt x="608" y="0"/>
                      <a:pt x="30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8" name="Google Shape;6658;p48">
                <a:extLst>
                  <a:ext uri="{FF2B5EF4-FFF2-40B4-BE49-F238E27FC236}">
                    <a16:creationId xmlns:a16="http://schemas.microsoft.com/office/drawing/2014/main" id="{0F3E0CCE-6DB3-B8C0-768D-8CB041FBBF04}"/>
                  </a:ext>
                </a:extLst>
              </p:cNvPr>
              <p:cNvSpPr/>
              <p:nvPr/>
            </p:nvSpPr>
            <p:spPr>
              <a:xfrm>
                <a:off x="1697125" y="20602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6" y="0"/>
                    </a:moveTo>
                    <a:cubicBezTo>
                      <a:pt x="0" y="0"/>
                      <a:pt x="0" y="608"/>
                      <a:pt x="396" y="608"/>
                    </a:cubicBezTo>
                    <a:cubicBezTo>
                      <a:pt x="791" y="608"/>
                      <a:pt x="791" y="0"/>
                      <a:pt x="3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9" name="Google Shape;6659;p48">
                <a:extLst>
                  <a:ext uri="{FF2B5EF4-FFF2-40B4-BE49-F238E27FC236}">
                    <a16:creationId xmlns:a16="http://schemas.microsoft.com/office/drawing/2014/main" id="{D4508CF1-7F59-FF65-9FEC-4EB093A88C63}"/>
                  </a:ext>
                </a:extLst>
              </p:cNvPr>
              <p:cNvSpPr/>
              <p:nvPr/>
            </p:nvSpPr>
            <p:spPr>
              <a:xfrm>
                <a:off x="1597575" y="2064825"/>
                <a:ext cx="15225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549" extrusionOk="0">
                    <a:moveTo>
                      <a:pt x="281" y="0"/>
                    </a:moveTo>
                    <a:cubicBezTo>
                      <a:pt x="145" y="0"/>
                      <a:pt x="1" y="110"/>
                      <a:pt x="1" y="274"/>
                    </a:cubicBezTo>
                    <a:cubicBezTo>
                      <a:pt x="1" y="438"/>
                      <a:pt x="145" y="548"/>
                      <a:pt x="281" y="548"/>
                    </a:cubicBezTo>
                    <a:cubicBezTo>
                      <a:pt x="321" y="548"/>
                      <a:pt x="361" y="538"/>
                      <a:pt x="396" y="517"/>
                    </a:cubicBezTo>
                    <a:lnTo>
                      <a:pt x="456" y="457"/>
                    </a:lnTo>
                    <a:cubicBezTo>
                      <a:pt x="548" y="426"/>
                      <a:pt x="608" y="365"/>
                      <a:pt x="608" y="274"/>
                    </a:cubicBezTo>
                    <a:cubicBezTo>
                      <a:pt x="608" y="183"/>
                      <a:pt x="548" y="122"/>
                      <a:pt x="456" y="61"/>
                    </a:cubicBezTo>
                    <a:lnTo>
                      <a:pt x="396" y="31"/>
                    </a:lnTo>
                    <a:cubicBezTo>
                      <a:pt x="361" y="10"/>
                      <a:pt x="321" y="0"/>
                      <a:pt x="2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0" name="Google Shape;6660;p48">
                <a:extLst>
                  <a:ext uri="{FF2B5EF4-FFF2-40B4-BE49-F238E27FC236}">
                    <a16:creationId xmlns:a16="http://schemas.microsoft.com/office/drawing/2014/main" id="{0364F657-4EF9-F46D-D6D2-91F1C526FDBD}"/>
                  </a:ext>
                </a:extLst>
              </p:cNvPr>
              <p:cNvSpPr/>
              <p:nvPr/>
            </p:nvSpPr>
            <p:spPr>
              <a:xfrm>
                <a:off x="1576300" y="2103575"/>
                <a:ext cx="15225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457" extrusionOk="0">
                    <a:moveTo>
                      <a:pt x="304" y="1"/>
                    </a:moveTo>
                    <a:cubicBezTo>
                      <a:pt x="0" y="1"/>
                      <a:pt x="0" y="457"/>
                      <a:pt x="304" y="457"/>
                    </a:cubicBezTo>
                    <a:cubicBezTo>
                      <a:pt x="608" y="457"/>
                      <a:pt x="608" y="1"/>
                      <a:pt x="3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1" name="Google Shape;6661;p48">
                <a:extLst>
                  <a:ext uri="{FF2B5EF4-FFF2-40B4-BE49-F238E27FC236}">
                    <a16:creationId xmlns:a16="http://schemas.microsoft.com/office/drawing/2014/main" id="{3B864EAC-70B7-DD2E-0609-02C15B20D9A7}"/>
                  </a:ext>
                </a:extLst>
              </p:cNvPr>
              <p:cNvSpPr/>
              <p:nvPr/>
            </p:nvSpPr>
            <p:spPr>
              <a:xfrm>
                <a:off x="1499550" y="2057225"/>
                <a:ext cx="1902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9" extrusionOk="0">
                    <a:moveTo>
                      <a:pt x="365" y="1"/>
                    </a:moveTo>
                    <a:cubicBezTo>
                      <a:pt x="0" y="1"/>
                      <a:pt x="0" y="609"/>
                      <a:pt x="365" y="609"/>
                    </a:cubicBezTo>
                    <a:cubicBezTo>
                      <a:pt x="760" y="609"/>
                      <a:pt x="760" y="1"/>
                      <a:pt x="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2" name="Google Shape;6662;p48">
                <a:extLst>
                  <a:ext uri="{FF2B5EF4-FFF2-40B4-BE49-F238E27FC236}">
                    <a16:creationId xmlns:a16="http://schemas.microsoft.com/office/drawing/2014/main" id="{C7298329-1C13-7538-8617-92D79E381CB3}"/>
                  </a:ext>
                </a:extLst>
              </p:cNvPr>
              <p:cNvSpPr/>
              <p:nvPr/>
            </p:nvSpPr>
            <p:spPr>
              <a:xfrm>
                <a:off x="1484350" y="1986550"/>
                <a:ext cx="76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45" extrusionOk="0">
                    <a:moveTo>
                      <a:pt x="153" y="1"/>
                    </a:moveTo>
                    <a:cubicBezTo>
                      <a:pt x="1" y="1"/>
                      <a:pt x="1" y="244"/>
                      <a:pt x="153" y="244"/>
                    </a:cubicBezTo>
                    <a:cubicBezTo>
                      <a:pt x="305" y="244"/>
                      <a:pt x="305" y="1"/>
                      <a:pt x="1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3" name="Google Shape;6663;p48">
                <a:extLst>
                  <a:ext uri="{FF2B5EF4-FFF2-40B4-BE49-F238E27FC236}">
                    <a16:creationId xmlns:a16="http://schemas.microsoft.com/office/drawing/2014/main" id="{0BC53583-6FD5-C63F-75D4-81E435CF9482}"/>
                  </a:ext>
                </a:extLst>
              </p:cNvPr>
              <p:cNvSpPr/>
              <p:nvPr/>
            </p:nvSpPr>
            <p:spPr>
              <a:xfrm>
                <a:off x="1546675" y="2042800"/>
                <a:ext cx="13700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548" h="426" extrusionOk="0">
                    <a:moveTo>
                      <a:pt x="274" y="0"/>
                    </a:moveTo>
                    <a:cubicBezTo>
                      <a:pt x="0" y="0"/>
                      <a:pt x="0" y="426"/>
                      <a:pt x="274" y="426"/>
                    </a:cubicBezTo>
                    <a:cubicBezTo>
                      <a:pt x="547" y="426"/>
                      <a:pt x="547" y="0"/>
                      <a:pt x="2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4" name="Google Shape;6664;p48">
                <a:extLst>
                  <a:ext uri="{FF2B5EF4-FFF2-40B4-BE49-F238E27FC236}">
                    <a16:creationId xmlns:a16="http://schemas.microsoft.com/office/drawing/2014/main" id="{051EF44E-D4DF-1A03-3FD0-1CCBCF320ADF}"/>
                  </a:ext>
                </a:extLst>
              </p:cNvPr>
              <p:cNvSpPr/>
              <p:nvPr/>
            </p:nvSpPr>
            <p:spPr>
              <a:xfrm>
                <a:off x="1516275" y="2106625"/>
                <a:ext cx="14450" cy="1200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480" extrusionOk="0">
                    <a:moveTo>
                      <a:pt x="183" y="0"/>
                    </a:moveTo>
                    <a:cubicBezTo>
                      <a:pt x="152" y="31"/>
                      <a:pt x="91" y="31"/>
                      <a:pt x="61" y="61"/>
                    </a:cubicBezTo>
                    <a:cubicBezTo>
                      <a:pt x="31" y="122"/>
                      <a:pt x="0" y="183"/>
                      <a:pt x="0" y="244"/>
                    </a:cubicBezTo>
                    <a:cubicBezTo>
                      <a:pt x="0" y="304"/>
                      <a:pt x="31" y="365"/>
                      <a:pt x="61" y="396"/>
                    </a:cubicBezTo>
                    <a:cubicBezTo>
                      <a:pt x="91" y="426"/>
                      <a:pt x="152" y="456"/>
                      <a:pt x="183" y="456"/>
                    </a:cubicBezTo>
                    <a:cubicBezTo>
                      <a:pt x="198" y="472"/>
                      <a:pt x="221" y="479"/>
                      <a:pt x="243" y="479"/>
                    </a:cubicBezTo>
                    <a:cubicBezTo>
                      <a:pt x="266" y="479"/>
                      <a:pt x="289" y="472"/>
                      <a:pt x="304" y="456"/>
                    </a:cubicBezTo>
                    <a:lnTo>
                      <a:pt x="426" y="456"/>
                    </a:lnTo>
                    <a:lnTo>
                      <a:pt x="487" y="426"/>
                    </a:lnTo>
                    <a:cubicBezTo>
                      <a:pt x="517" y="396"/>
                      <a:pt x="517" y="396"/>
                      <a:pt x="547" y="365"/>
                    </a:cubicBezTo>
                    <a:cubicBezTo>
                      <a:pt x="578" y="335"/>
                      <a:pt x="578" y="274"/>
                      <a:pt x="578" y="244"/>
                    </a:cubicBezTo>
                    <a:cubicBezTo>
                      <a:pt x="578" y="213"/>
                      <a:pt x="578" y="152"/>
                      <a:pt x="547" y="122"/>
                    </a:cubicBezTo>
                    <a:cubicBezTo>
                      <a:pt x="517" y="92"/>
                      <a:pt x="487" y="31"/>
                      <a:pt x="426" y="31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5" name="Google Shape;6665;p48">
                <a:extLst>
                  <a:ext uri="{FF2B5EF4-FFF2-40B4-BE49-F238E27FC236}">
                    <a16:creationId xmlns:a16="http://schemas.microsoft.com/office/drawing/2014/main" id="{91756948-24A3-A0D7-E1DE-C7F6414334BE}"/>
                  </a:ext>
                </a:extLst>
              </p:cNvPr>
              <p:cNvSpPr/>
              <p:nvPr/>
            </p:nvSpPr>
            <p:spPr>
              <a:xfrm>
                <a:off x="1660650" y="2177300"/>
                <a:ext cx="9900" cy="76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05" extrusionOk="0">
                    <a:moveTo>
                      <a:pt x="213" y="0"/>
                    </a:moveTo>
                    <a:cubicBezTo>
                      <a:pt x="0" y="0"/>
                      <a:pt x="0" y="304"/>
                      <a:pt x="213" y="304"/>
                    </a:cubicBezTo>
                    <a:cubicBezTo>
                      <a:pt x="396" y="304"/>
                      <a:pt x="396" y="0"/>
                      <a:pt x="2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6" name="Google Shape;6666;p48">
                <a:extLst>
                  <a:ext uri="{FF2B5EF4-FFF2-40B4-BE49-F238E27FC236}">
                    <a16:creationId xmlns:a16="http://schemas.microsoft.com/office/drawing/2014/main" id="{70F8F37B-7E6D-7D3B-4417-2A67E51B6101}"/>
                  </a:ext>
                </a:extLst>
              </p:cNvPr>
              <p:cNvSpPr/>
              <p:nvPr/>
            </p:nvSpPr>
            <p:spPr>
              <a:xfrm>
                <a:off x="1751075" y="2089900"/>
                <a:ext cx="13700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427" extrusionOk="0">
                    <a:moveTo>
                      <a:pt x="274" y="1"/>
                    </a:moveTo>
                    <a:cubicBezTo>
                      <a:pt x="0" y="1"/>
                      <a:pt x="0" y="426"/>
                      <a:pt x="274" y="426"/>
                    </a:cubicBezTo>
                    <a:cubicBezTo>
                      <a:pt x="548" y="426"/>
                      <a:pt x="548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67" name="Google Shape;6667;p48">
              <a:extLst>
                <a:ext uri="{FF2B5EF4-FFF2-40B4-BE49-F238E27FC236}">
                  <a16:creationId xmlns:a16="http://schemas.microsoft.com/office/drawing/2014/main" id="{B11F0947-F1FB-F728-7A2B-64189F6006DB}"/>
                </a:ext>
              </a:extLst>
            </p:cNvPr>
            <p:cNvSpPr/>
            <p:nvPr/>
          </p:nvSpPr>
          <p:spPr>
            <a:xfrm flipH="1">
              <a:off x="5975380" y="3557558"/>
              <a:ext cx="1069906" cy="1023976"/>
            </a:xfrm>
            <a:custGeom>
              <a:avLst/>
              <a:gdLst/>
              <a:ahLst/>
              <a:cxnLst/>
              <a:rect l="l" t="t" r="r" b="b"/>
              <a:pathLst>
                <a:path w="49850" h="47710" extrusionOk="0">
                  <a:moveTo>
                    <a:pt x="5062" y="1"/>
                  </a:moveTo>
                  <a:cubicBezTo>
                    <a:pt x="5006" y="1"/>
                    <a:pt x="4951" y="1"/>
                    <a:pt x="4894" y="1"/>
                  </a:cubicBezTo>
                  <a:cubicBezTo>
                    <a:pt x="92" y="1"/>
                    <a:pt x="1733" y="3527"/>
                    <a:pt x="1976" y="7509"/>
                  </a:cubicBezTo>
                  <a:cubicBezTo>
                    <a:pt x="2250" y="12281"/>
                    <a:pt x="2554" y="17114"/>
                    <a:pt x="1976" y="21856"/>
                  </a:cubicBezTo>
                  <a:cubicBezTo>
                    <a:pt x="1399" y="26598"/>
                    <a:pt x="1" y="31552"/>
                    <a:pt x="1703" y="36020"/>
                  </a:cubicBezTo>
                  <a:cubicBezTo>
                    <a:pt x="3800" y="41613"/>
                    <a:pt x="9940" y="44470"/>
                    <a:pt x="15746" y="45929"/>
                  </a:cubicBezTo>
                  <a:cubicBezTo>
                    <a:pt x="20540" y="47111"/>
                    <a:pt x="25471" y="47710"/>
                    <a:pt x="30404" y="47710"/>
                  </a:cubicBezTo>
                  <a:cubicBezTo>
                    <a:pt x="34478" y="47710"/>
                    <a:pt x="38554" y="47301"/>
                    <a:pt x="42555" y="46476"/>
                  </a:cubicBezTo>
                  <a:cubicBezTo>
                    <a:pt x="45260" y="45929"/>
                    <a:pt x="48330" y="44835"/>
                    <a:pt x="49272" y="42221"/>
                  </a:cubicBezTo>
                  <a:cubicBezTo>
                    <a:pt x="49850" y="40610"/>
                    <a:pt x="49424" y="38817"/>
                    <a:pt x="48938" y="37145"/>
                  </a:cubicBezTo>
                  <a:cubicBezTo>
                    <a:pt x="48178" y="34409"/>
                    <a:pt x="47266" y="31643"/>
                    <a:pt x="45594" y="29333"/>
                  </a:cubicBezTo>
                  <a:cubicBezTo>
                    <a:pt x="43923" y="27054"/>
                    <a:pt x="41369" y="25230"/>
                    <a:pt x="38512" y="25108"/>
                  </a:cubicBezTo>
                  <a:cubicBezTo>
                    <a:pt x="37752" y="25078"/>
                    <a:pt x="36901" y="25139"/>
                    <a:pt x="36263" y="24713"/>
                  </a:cubicBezTo>
                  <a:cubicBezTo>
                    <a:pt x="35229" y="24044"/>
                    <a:pt x="35260" y="22555"/>
                    <a:pt x="34834" y="21400"/>
                  </a:cubicBezTo>
                  <a:cubicBezTo>
                    <a:pt x="34105" y="19455"/>
                    <a:pt x="32007" y="18360"/>
                    <a:pt x="29941" y="17996"/>
                  </a:cubicBezTo>
                  <a:cubicBezTo>
                    <a:pt x="27904" y="17631"/>
                    <a:pt x="25776" y="17783"/>
                    <a:pt x="23740" y="17418"/>
                  </a:cubicBezTo>
                  <a:cubicBezTo>
                    <a:pt x="19484" y="16628"/>
                    <a:pt x="15746" y="13345"/>
                    <a:pt x="14469" y="9181"/>
                  </a:cubicBezTo>
                  <a:cubicBezTo>
                    <a:pt x="13831" y="7084"/>
                    <a:pt x="13740" y="4774"/>
                    <a:pt x="12524" y="3011"/>
                  </a:cubicBezTo>
                  <a:cubicBezTo>
                    <a:pt x="10344" y="831"/>
                    <a:pt x="8135" y="1"/>
                    <a:pt x="50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8" name="Google Shape;6668;p48">
              <a:extLst>
                <a:ext uri="{FF2B5EF4-FFF2-40B4-BE49-F238E27FC236}">
                  <a16:creationId xmlns:a16="http://schemas.microsoft.com/office/drawing/2014/main" id="{75988D1E-0B91-1798-A19D-577F9A260391}"/>
                </a:ext>
              </a:extLst>
            </p:cNvPr>
            <p:cNvSpPr/>
            <p:nvPr/>
          </p:nvSpPr>
          <p:spPr>
            <a:xfrm flipH="1">
              <a:off x="6541501" y="1210971"/>
              <a:ext cx="355209" cy="349533"/>
            </a:xfrm>
            <a:custGeom>
              <a:avLst/>
              <a:gdLst/>
              <a:ahLst/>
              <a:cxnLst/>
              <a:rect l="l" t="t" r="r" b="b"/>
              <a:pathLst>
                <a:path w="15080" h="14839" extrusionOk="0">
                  <a:moveTo>
                    <a:pt x="6698" y="0"/>
                  </a:moveTo>
                  <a:cubicBezTo>
                    <a:pt x="4340" y="0"/>
                    <a:pt x="1761" y="579"/>
                    <a:pt x="31" y="609"/>
                  </a:cubicBezTo>
                  <a:cubicBezTo>
                    <a:pt x="0" y="609"/>
                    <a:pt x="0" y="639"/>
                    <a:pt x="31" y="639"/>
                  </a:cubicBezTo>
                  <a:lnTo>
                    <a:pt x="0" y="639"/>
                  </a:lnTo>
                  <a:cubicBezTo>
                    <a:pt x="2493" y="639"/>
                    <a:pt x="5168" y="2220"/>
                    <a:pt x="7356" y="3284"/>
                  </a:cubicBezTo>
                  <a:cubicBezTo>
                    <a:pt x="8177" y="3679"/>
                    <a:pt x="8511" y="3709"/>
                    <a:pt x="8785" y="4560"/>
                  </a:cubicBezTo>
                  <a:cubicBezTo>
                    <a:pt x="9058" y="5442"/>
                    <a:pt x="9210" y="6293"/>
                    <a:pt x="9423" y="7174"/>
                  </a:cubicBezTo>
                  <a:cubicBezTo>
                    <a:pt x="9758" y="8573"/>
                    <a:pt x="10244" y="9819"/>
                    <a:pt x="11429" y="10670"/>
                  </a:cubicBezTo>
                  <a:cubicBezTo>
                    <a:pt x="11976" y="11035"/>
                    <a:pt x="12128" y="11004"/>
                    <a:pt x="12645" y="11551"/>
                  </a:cubicBezTo>
                  <a:cubicBezTo>
                    <a:pt x="13405" y="12311"/>
                    <a:pt x="13162" y="12311"/>
                    <a:pt x="13375" y="13193"/>
                  </a:cubicBezTo>
                  <a:cubicBezTo>
                    <a:pt x="13527" y="13770"/>
                    <a:pt x="13770" y="14226"/>
                    <a:pt x="14165" y="14682"/>
                  </a:cubicBezTo>
                  <a:cubicBezTo>
                    <a:pt x="14261" y="14793"/>
                    <a:pt x="14369" y="14839"/>
                    <a:pt x="14473" y="14839"/>
                  </a:cubicBezTo>
                  <a:cubicBezTo>
                    <a:pt x="14798" y="14839"/>
                    <a:pt x="15079" y="14389"/>
                    <a:pt x="14803" y="14044"/>
                  </a:cubicBezTo>
                  <a:cubicBezTo>
                    <a:pt x="14043" y="13041"/>
                    <a:pt x="14074" y="11673"/>
                    <a:pt x="13557" y="10548"/>
                  </a:cubicBezTo>
                  <a:cubicBezTo>
                    <a:pt x="13283" y="9940"/>
                    <a:pt x="12797" y="9515"/>
                    <a:pt x="12463" y="8937"/>
                  </a:cubicBezTo>
                  <a:cubicBezTo>
                    <a:pt x="11460" y="7174"/>
                    <a:pt x="12706" y="5047"/>
                    <a:pt x="12128" y="3132"/>
                  </a:cubicBezTo>
                  <a:cubicBezTo>
                    <a:pt x="11354" y="624"/>
                    <a:pt x="9145" y="0"/>
                    <a:pt x="66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9" name="Google Shape;6669;p48">
              <a:extLst>
                <a:ext uri="{FF2B5EF4-FFF2-40B4-BE49-F238E27FC236}">
                  <a16:creationId xmlns:a16="http://schemas.microsoft.com/office/drawing/2014/main" id="{7975CD87-370B-90D0-117F-E6F999F201DC}"/>
                </a:ext>
              </a:extLst>
            </p:cNvPr>
            <p:cNvSpPr/>
            <p:nvPr/>
          </p:nvSpPr>
          <p:spPr>
            <a:xfrm flipH="1">
              <a:off x="5833822" y="1581308"/>
              <a:ext cx="691645" cy="617353"/>
            </a:xfrm>
            <a:custGeom>
              <a:avLst/>
              <a:gdLst/>
              <a:ahLst/>
              <a:cxnLst/>
              <a:rect l="l" t="t" r="r" b="b"/>
              <a:pathLst>
                <a:path w="29363" h="26209" extrusionOk="0">
                  <a:moveTo>
                    <a:pt x="9676" y="1"/>
                  </a:moveTo>
                  <a:cubicBezTo>
                    <a:pt x="9064" y="1"/>
                    <a:pt x="8443" y="95"/>
                    <a:pt x="7843" y="275"/>
                  </a:cubicBezTo>
                  <a:cubicBezTo>
                    <a:pt x="5472" y="1005"/>
                    <a:pt x="2767" y="1066"/>
                    <a:pt x="274" y="1309"/>
                  </a:cubicBezTo>
                  <a:cubicBezTo>
                    <a:pt x="31" y="1339"/>
                    <a:pt x="1" y="1704"/>
                    <a:pt x="274" y="1734"/>
                  </a:cubicBezTo>
                  <a:cubicBezTo>
                    <a:pt x="720" y="1745"/>
                    <a:pt x="1180" y="1747"/>
                    <a:pt x="1650" y="1747"/>
                  </a:cubicBezTo>
                  <a:cubicBezTo>
                    <a:pt x="1807" y="1747"/>
                    <a:pt x="1966" y="1746"/>
                    <a:pt x="2125" y="1746"/>
                  </a:cubicBezTo>
                  <a:cubicBezTo>
                    <a:pt x="5473" y="1746"/>
                    <a:pt x="9172" y="1814"/>
                    <a:pt x="11217" y="4804"/>
                  </a:cubicBezTo>
                  <a:cubicBezTo>
                    <a:pt x="11976" y="5929"/>
                    <a:pt x="12372" y="7540"/>
                    <a:pt x="13435" y="8391"/>
                  </a:cubicBezTo>
                  <a:cubicBezTo>
                    <a:pt x="13894" y="8760"/>
                    <a:pt x="14398" y="8861"/>
                    <a:pt x="14921" y="8861"/>
                  </a:cubicBezTo>
                  <a:cubicBezTo>
                    <a:pt x="15552" y="8861"/>
                    <a:pt x="16211" y="8714"/>
                    <a:pt x="16850" y="8714"/>
                  </a:cubicBezTo>
                  <a:cubicBezTo>
                    <a:pt x="17297" y="8714"/>
                    <a:pt x="17735" y="8786"/>
                    <a:pt x="18147" y="9029"/>
                  </a:cubicBezTo>
                  <a:cubicBezTo>
                    <a:pt x="18967" y="9485"/>
                    <a:pt x="19636" y="10397"/>
                    <a:pt x="20274" y="11096"/>
                  </a:cubicBezTo>
                  <a:cubicBezTo>
                    <a:pt x="21034" y="11887"/>
                    <a:pt x="22129" y="12798"/>
                    <a:pt x="22615" y="13801"/>
                  </a:cubicBezTo>
                  <a:cubicBezTo>
                    <a:pt x="23344" y="15260"/>
                    <a:pt x="22159" y="16628"/>
                    <a:pt x="23375" y="18118"/>
                  </a:cubicBezTo>
                  <a:cubicBezTo>
                    <a:pt x="23892" y="18756"/>
                    <a:pt x="24530" y="19121"/>
                    <a:pt x="24803" y="19972"/>
                  </a:cubicBezTo>
                  <a:cubicBezTo>
                    <a:pt x="25016" y="20701"/>
                    <a:pt x="24986" y="21552"/>
                    <a:pt x="24986" y="22312"/>
                  </a:cubicBezTo>
                  <a:cubicBezTo>
                    <a:pt x="24955" y="23680"/>
                    <a:pt x="24591" y="24865"/>
                    <a:pt x="25594" y="25990"/>
                  </a:cubicBezTo>
                  <a:cubicBezTo>
                    <a:pt x="25705" y="26124"/>
                    <a:pt x="25914" y="26208"/>
                    <a:pt x="26101" y="26208"/>
                  </a:cubicBezTo>
                  <a:cubicBezTo>
                    <a:pt x="26170" y="26208"/>
                    <a:pt x="26236" y="26197"/>
                    <a:pt x="26293" y="26172"/>
                  </a:cubicBezTo>
                  <a:cubicBezTo>
                    <a:pt x="29363" y="25109"/>
                    <a:pt x="28968" y="19698"/>
                    <a:pt x="27539" y="17479"/>
                  </a:cubicBezTo>
                  <a:cubicBezTo>
                    <a:pt x="27053" y="16689"/>
                    <a:pt x="26354" y="16172"/>
                    <a:pt x="25624" y="15595"/>
                  </a:cubicBezTo>
                  <a:cubicBezTo>
                    <a:pt x="24925" y="15017"/>
                    <a:pt x="24743" y="14409"/>
                    <a:pt x="24165" y="13710"/>
                  </a:cubicBezTo>
                  <a:cubicBezTo>
                    <a:pt x="23496" y="12890"/>
                    <a:pt x="22524" y="12282"/>
                    <a:pt x="21733" y="11552"/>
                  </a:cubicBezTo>
                  <a:cubicBezTo>
                    <a:pt x="20943" y="10823"/>
                    <a:pt x="20183" y="9941"/>
                    <a:pt x="19332" y="9272"/>
                  </a:cubicBezTo>
                  <a:cubicBezTo>
                    <a:pt x="18815" y="8877"/>
                    <a:pt x="18390" y="8725"/>
                    <a:pt x="17812" y="8513"/>
                  </a:cubicBezTo>
                  <a:cubicBezTo>
                    <a:pt x="17235" y="8300"/>
                    <a:pt x="16171" y="8239"/>
                    <a:pt x="15685" y="7783"/>
                  </a:cubicBezTo>
                  <a:cubicBezTo>
                    <a:pt x="15350" y="7449"/>
                    <a:pt x="15229" y="6628"/>
                    <a:pt x="15168" y="6233"/>
                  </a:cubicBezTo>
                  <a:cubicBezTo>
                    <a:pt x="14864" y="4288"/>
                    <a:pt x="14651" y="2677"/>
                    <a:pt x="13071" y="1248"/>
                  </a:cubicBezTo>
                  <a:cubicBezTo>
                    <a:pt x="12133" y="392"/>
                    <a:pt x="10922" y="1"/>
                    <a:pt x="96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70" name="Google Shape;6670;p48">
              <a:extLst>
                <a:ext uri="{FF2B5EF4-FFF2-40B4-BE49-F238E27FC236}">
                  <a16:creationId xmlns:a16="http://schemas.microsoft.com/office/drawing/2014/main" id="{86632EC5-00A7-E2D4-4477-E43EEBCC710A}"/>
                </a:ext>
              </a:extLst>
            </p:cNvPr>
            <p:cNvGrpSpPr/>
            <p:nvPr/>
          </p:nvGrpSpPr>
          <p:grpSpPr>
            <a:xfrm flipH="1">
              <a:off x="5546009" y="1059262"/>
              <a:ext cx="1318420" cy="1169247"/>
              <a:chOff x="627925" y="3299550"/>
              <a:chExt cx="1399300" cy="1240975"/>
            </a:xfrm>
          </p:grpSpPr>
          <p:sp>
            <p:nvSpPr>
              <p:cNvPr id="6671" name="Google Shape;6671;p48">
                <a:extLst>
                  <a:ext uri="{FF2B5EF4-FFF2-40B4-BE49-F238E27FC236}">
                    <a16:creationId xmlns:a16="http://schemas.microsoft.com/office/drawing/2014/main" id="{1B18FA2D-BCA0-F15F-B27C-99F5A76191A9}"/>
                  </a:ext>
                </a:extLst>
              </p:cNvPr>
              <p:cNvSpPr/>
              <p:nvPr/>
            </p:nvSpPr>
            <p:spPr>
              <a:xfrm>
                <a:off x="627925" y="3299550"/>
                <a:ext cx="431400" cy="239000"/>
              </a:xfrm>
              <a:custGeom>
                <a:avLst/>
                <a:gdLst/>
                <a:ahLst/>
                <a:cxnLst/>
                <a:rect l="l" t="t" r="r" b="b"/>
                <a:pathLst>
                  <a:path w="17256" h="9560" extrusionOk="0">
                    <a:moveTo>
                      <a:pt x="7678" y="1"/>
                    </a:moveTo>
                    <a:cubicBezTo>
                      <a:pt x="6838" y="1"/>
                      <a:pt x="5999" y="284"/>
                      <a:pt x="5188" y="428"/>
                    </a:cubicBezTo>
                    <a:cubicBezTo>
                      <a:pt x="4525" y="547"/>
                      <a:pt x="3899" y="601"/>
                      <a:pt x="3282" y="601"/>
                    </a:cubicBezTo>
                    <a:cubicBezTo>
                      <a:pt x="2317" y="601"/>
                      <a:pt x="1376" y="469"/>
                      <a:pt x="355" y="246"/>
                    </a:cubicBezTo>
                    <a:cubicBezTo>
                      <a:pt x="344" y="245"/>
                      <a:pt x="334" y="244"/>
                      <a:pt x="324" y="244"/>
                    </a:cubicBezTo>
                    <a:cubicBezTo>
                      <a:pt x="75" y="244"/>
                      <a:pt x="0" y="584"/>
                      <a:pt x="234" y="672"/>
                    </a:cubicBezTo>
                    <a:cubicBezTo>
                      <a:pt x="1062" y="942"/>
                      <a:pt x="1853" y="1043"/>
                      <a:pt x="2653" y="1043"/>
                    </a:cubicBezTo>
                    <a:cubicBezTo>
                      <a:pt x="3292" y="1043"/>
                      <a:pt x="3936" y="979"/>
                      <a:pt x="4611" y="884"/>
                    </a:cubicBezTo>
                    <a:cubicBezTo>
                      <a:pt x="5418" y="750"/>
                      <a:pt x="6172" y="627"/>
                      <a:pt x="6903" y="627"/>
                    </a:cubicBezTo>
                    <a:cubicBezTo>
                      <a:pt x="7825" y="627"/>
                      <a:pt x="8711" y="822"/>
                      <a:pt x="9626" y="1432"/>
                    </a:cubicBezTo>
                    <a:cubicBezTo>
                      <a:pt x="10356" y="1948"/>
                      <a:pt x="10994" y="2587"/>
                      <a:pt x="11602" y="3225"/>
                    </a:cubicBezTo>
                    <a:cubicBezTo>
                      <a:pt x="12301" y="3954"/>
                      <a:pt x="13061" y="4653"/>
                      <a:pt x="13821" y="5322"/>
                    </a:cubicBezTo>
                    <a:cubicBezTo>
                      <a:pt x="14125" y="5596"/>
                      <a:pt x="14733" y="5930"/>
                      <a:pt x="14945" y="6264"/>
                    </a:cubicBezTo>
                    <a:cubicBezTo>
                      <a:pt x="15340" y="6872"/>
                      <a:pt x="15067" y="7085"/>
                      <a:pt x="14885" y="7632"/>
                    </a:cubicBezTo>
                    <a:cubicBezTo>
                      <a:pt x="14611" y="8362"/>
                      <a:pt x="14185" y="8818"/>
                      <a:pt x="14915" y="9486"/>
                    </a:cubicBezTo>
                    <a:cubicBezTo>
                      <a:pt x="14964" y="9536"/>
                      <a:pt x="15036" y="9560"/>
                      <a:pt x="15110" y="9560"/>
                    </a:cubicBezTo>
                    <a:cubicBezTo>
                      <a:pt x="15263" y="9560"/>
                      <a:pt x="15422" y="9458"/>
                      <a:pt x="15401" y="9274"/>
                    </a:cubicBezTo>
                    <a:cubicBezTo>
                      <a:pt x="15310" y="8240"/>
                      <a:pt x="17255" y="7663"/>
                      <a:pt x="17073" y="6295"/>
                    </a:cubicBezTo>
                    <a:cubicBezTo>
                      <a:pt x="16830" y="4562"/>
                      <a:pt x="14216" y="2921"/>
                      <a:pt x="12909" y="2009"/>
                    </a:cubicBezTo>
                    <a:cubicBezTo>
                      <a:pt x="11419" y="976"/>
                      <a:pt x="9687" y="64"/>
                      <a:pt x="7802" y="3"/>
                    </a:cubicBezTo>
                    <a:cubicBezTo>
                      <a:pt x="7761" y="2"/>
                      <a:pt x="7719" y="1"/>
                      <a:pt x="767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2" name="Google Shape;6672;p48">
                <a:extLst>
                  <a:ext uri="{FF2B5EF4-FFF2-40B4-BE49-F238E27FC236}">
                    <a16:creationId xmlns:a16="http://schemas.microsoft.com/office/drawing/2014/main" id="{1FDC321E-4B0A-8A17-5118-0CDAD4D95D54}"/>
                  </a:ext>
                </a:extLst>
              </p:cNvPr>
              <p:cNvSpPr/>
              <p:nvPr/>
            </p:nvSpPr>
            <p:spPr>
              <a:xfrm>
                <a:off x="1007300" y="3546400"/>
                <a:ext cx="38350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1534" h="3287" extrusionOk="0">
                    <a:moveTo>
                      <a:pt x="154" y="1"/>
                    </a:moveTo>
                    <a:cubicBezTo>
                      <a:pt x="82" y="1"/>
                      <a:pt x="0" y="72"/>
                      <a:pt x="44" y="159"/>
                    </a:cubicBezTo>
                    <a:cubicBezTo>
                      <a:pt x="378" y="707"/>
                      <a:pt x="682" y="1315"/>
                      <a:pt x="743" y="1983"/>
                    </a:cubicBezTo>
                    <a:cubicBezTo>
                      <a:pt x="804" y="2409"/>
                      <a:pt x="743" y="2895"/>
                      <a:pt x="1047" y="3229"/>
                    </a:cubicBezTo>
                    <a:cubicBezTo>
                      <a:pt x="1061" y="3271"/>
                      <a:pt x="1087" y="3287"/>
                      <a:pt x="1117" y="3287"/>
                    </a:cubicBezTo>
                    <a:cubicBezTo>
                      <a:pt x="1153" y="3287"/>
                      <a:pt x="1196" y="3263"/>
                      <a:pt x="1229" y="3229"/>
                    </a:cubicBezTo>
                    <a:cubicBezTo>
                      <a:pt x="1533" y="2774"/>
                      <a:pt x="1260" y="2166"/>
                      <a:pt x="1077" y="1710"/>
                    </a:cubicBezTo>
                    <a:cubicBezTo>
                      <a:pt x="865" y="1102"/>
                      <a:pt x="591" y="585"/>
                      <a:pt x="226" y="38"/>
                    </a:cubicBezTo>
                    <a:cubicBezTo>
                      <a:pt x="209" y="12"/>
                      <a:pt x="182" y="1"/>
                      <a:pt x="1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3" name="Google Shape;6673;p48">
                <a:extLst>
                  <a:ext uri="{FF2B5EF4-FFF2-40B4-BE49-F238E27FC236}">
                    <a16:creationId xmlns:a16="http://schemas.microsoft.com/office/drawing/2014/main" id="{4EF64726-B5C8-6FE9-9838-F39637F80E58}"/>
                  </a:ext>
                </a:extLst>
              </p:cNvPr>
              <p:cNvSpPr/>
              <p:nvPr/>
            </p:nvSpPr>
            <p:spPr>
              <a:xfrm>
                <a:off x="1053925" y="3659325"/>
                <a:ext cx="399575" cy="73425"/>
              </a:xfrm>
              <a:custGeom>
                <a:avLst/>
                <a:gdLst/>
                <a:ahLst/>
                <a:cxnLst/>
                <a:rect l="l" t="t" r="r" b="b"/>
                <a:pathLst>
                  <a:path w="15983" h="2937" extrusionOk="0">
                    <a:moveTo>
                      <a:pt x="8516" y="0"/>
                    </a:moveTo>
                    <a:cubicBezTo>
                      <a:pt x="8384" y="0"/>
                      <a:pt x="8252" y="6"/>
                      <a:pt x="8118" y="19"/>
                    </a:cubicBezTo>
                    <a:cubicBezTo>
                      <a:pt x="6655" y="162"/>
                      <a:pt x="4443" y="1229"/>
                      <a:pt x="2639" y="1229"/>
                    </a:cubicBezTo>
                    <a:cubicBezTo>
                      <a:pt x="1745" y="1229"/>
                      <a:pt x="951" y="967"/>
                      <a:pt x="398" y="202"/>
                    </a:cubicBezTo>
                    <a:cubicBezTo>
                      <a:pt x="350" y="135"/>
                      <a:pt x="290" y="107"/>
                      <a:pt x="233" y="107"/>
                    </a:cubicBezTo>
                    <a:cubicBezTo>
                      <a:pt x="110" y="107"/>
                      <a:pt x="1" y="238"/>
                      <a:pt x="63" y="384"/>
                    </a:cubicBezTo>
                    <a:cubicBezTo>
                      <a:pt x="863" y="1964"/>
                      <a:pt x="2271" y="2459"/>
                      <a:pt x="3779" y="2459"/>
                    </a:cubicBezTo>
                    <a:cubicBezTo>
                      <a:pt x="4678" y="2459"/>
                      <a:pt x="5614" y="2283"/>
                      <a:pt x="6477" y="2056"/>
                    </a:cubicBezTo>
                    <a:cubicBezTo>
                      <a:pt x="7337" y="1820"/>
                      <a:pt x="8166" y="1583"/>
                      <a:pt x="9019" y="1583"/>
                    </a:cubicBezTo>
                    <a:cubicBezTo>
                      <a:pt x="9372" y="1583"/>
                      <a:pt x="9729" y="1624"/>
                      <a:pt x="10094" y="1722"/>
                    </a:cubicBezTo>
                    <a:cubicBezTo>
                      <a:pt x="11036" y="1965"/>
                      <a:pt x="11857" y="2542"/>
                      <a:pt x="12769" y="2785"/>
                    </a:cubicBezTo>
                    <a:cubicBezTo>
                      <a:pt x="13149" y="2883"/>
                      <a:pt x="13516" y="2937"/>
                      <a:pt x="13869" y="2937"/>
                    </a:cubicBezTo>
                    <a:cubicBezTo>
                      <a:pt x="14617" y="2937"/>
                      <a:pt x="15301" y="2695"/>
                      <a:pt x="15900" y="2117"/>
                    </a:cubicBezTo>
                    <a:cubicBezTo>
                      <a:pt x="15983" y="2034"/>
                      <a:pt x="15914" y="1900"/>
                      <a:pt x="15809" y="1900"/>
                    </a:cubicBezTo>
                    <a:cubicBezTo>
                      <a:pt x="15799" y="1900"/>
                      <a:pt x="15789" y="1901"/>
                      <a:pt x="15778" y="1904"/>
                    </a:cubicBezTo>
                    <a:cubicBezTo>
                      <a:pt x="15518" y="1959"/>
                      <a:pt x="15264" y="1984"/>
                      <a:pt x="15013" y="1984"/>
                    </a:cubicBezTo>
                    <a:cubicBezTo>
                      <a:pt x="12778" y="1984"/>
                      <a:pt x="10860" y="0"/>
                      <a:pt x="85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4" name="Google Shape;6674;p48">
                <a:extLst>
                  <a:ext uri="{FF2B5EF4-FFF2-40B4-BE49-F238E27FC236}">
                    <a16:creationId xmlns:a16="http://schemas.microsoft.com/office/drawing/2014/main" id="{1187A327-D49A-189F-18CF-3E482460D9AF}"/>
                  </a:ext>
                </a:extLst>
              </p:cNvPr>
              <p:cNvSpPr/>
              <p:nvPr/>
            </p:nvSpPr>
            <p:spPr>
              <a:xfrm>
                <a:off x="1465850" y="3703075"/>
                <a:ext cx="561375" cy="837450"/>
              </a:xfrm>
              <a:custGeom>
                <a:avLst/>
                <a:gdLst/>
                <a:ahLst/>
                <a:cxnLst/>
                <a:rect l="l" t="t" r="r" b="b"/>
                <a:pathLst>
                  <a:path w="22455" h="33498" extrusionOk="0">
                    <a:moveTo>
                      <a:pt x="266" y="0"/>
                    </a:moveTo>
                    <a:cubicBezTo>
                      <a:pt x="228" y="0"/>
                      <a:pt x="190" y="1"/>
                      <a:pt x="152" y="2"/>
                    </a:cubicBezTo>
                    <a:cubicBezTo>
                      <a:pt x="0" y="2"/>
                      <a:pt x="0" y="245"/>
                      <a:pt x="152" y="276"/>
                    </a:cubicBezTo>
                    <a:lnTo>
                      <a:pt x="182" y="245"/>
                    </a:lnTo>
                    <a:cubicBezTo>
                      <a:pt x="2979" y="488"/>
                      <a:pt x="2827" y="3923"/>
                      <a:pt x="3891" y="5716"/>
                    </a:cubicBezTo>
                    <a:cubicBezTo>
                      <a:pt x="4620" y="6963"/>
                      <a:pt x="5836" y="7996"/>
                      <a:pt x="6839" y="9029"/>
                    </a:cubicBezTo>
                    <a:cubicBezTo>
                      <a:pt x="7781" y="10002"/>
                      <a:pt x="8754" y="10914"/>
                      <a:pt x="9848" y="11674"/>
                    </a:cubicBezTo>
                    <a:cubicBezTo>
                      <a:pt x="11095" y="12555"/>
                      <a:pt x="13222" y="13011"/>
                      <a:pt x="14073" y="14318"/>
                    </a:cubicBezTo>
                    <a:cubicBezTo>
                      <a:pt x="15107" y="15899"/>
                      <a:pt x="15350" y="18300"/>
                      <a:pt x="15958" y="20093"/>
                    </a:cubicBezTo>
                    <a:cubicBezTo>
                      <a:pt x="16475" y="21613"/>
                      <a:pt x="16870" y="23163"/>
                      <a:pt x="17356" y="24714"/>
                    </a:cubicBezTo>
                    <a:cubicBezTo>
                      <a:pt x="18298" y="27662"/>
                      <a:pt x="19605" y="31097"/>
                      <a:pt x="21763" y="33376"/>
                    </a:cubicBezTo>
                    <a:cubicBezTo>
                      <a:pt x="21841" y="33462"/>
                      <a:pt x="21926" y="33498"/>
                      <a:pt x="22008" y="33498"/>
                    </a:cubicBezTo>
                    <a:cubicBezTo>
                      <a:pt x="22247" y="33498"/>
                      <a:pt x="22454" y="33192"/>
                      <a:pt x="22341" y="32920"/>
                    </a:cubicBezTo>
                    <a:cubicBezTo>
                      <a:pt x="21490" y="30975"/>
                      <a:pt x="20304" y="29243"/>
                      <a:pt x="19636" y="27236"/>
                    </a:cubicBezTo>
                    <a:cubicBezTo>
                      <a:pt x="19028" y="25413"/>
                      <a:pt x="18511" y="23559"/>
                      <a:pt x="18055" y="21704"/>
                    </a:cubicBezTo>
                    <a:cubicBezTo>
                      <a:pt x="17569" y="19729"/>
                      <a:pt x="17143" y="17753"/>
                      <a:pt x="16687" y="15747"/>
                    </a:cubicBezTo>
                    <a:cubicBezTo>
                      <a:pt x="16323" y="14166"/>
                      <a:pt x="16079" y="12890"/>
                      <a:pt x="14681" y="11917"/>
                    </a:cubicBezTo>
                    <a:cubicBezTo>
                      <a:pt x="13344" y="10975"/>
                      <a:pt x="11733" y="10519"/>
                      <a:pt x="10365" y="9546"/>
                    </a:cubicBezTo>
                    <a:cubicBezTo>
                      <a:pt x="8815" y="8482"/>
                      <a:pt x="7386" y="7236"/>
                      <a:pt x="6049" y="5899"/>
                    </a:cubicBezTo>
                    <a:cubicBezTo>
                      <a:pt x="4651" y="4501"/>
                      <a:pt x="4073" y="2646"/>
                      <a:pt x="2827" y="1157"/>
                    </a:cubicBezTo>
                    <a:cubicBezTo>
                      <a:pt x="2153" y="395"/>
                      <a:pt x="1281" y="0"/>
                      <a:pt x="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75" name="Google Shape;6675;p48">
              <a:extLst>
                <a:ext uri="{FF2B5EF4-FFF2-40B4-BE49-F238E27FC236}">
                  <a16:creationId xmlns:a16="http://schemas.microsoft.com/office/drawing/2014/main" id="{AEDD7C2B-A41D-BA1F-C154-E1C338E2BF8D}"/>
                </a:ext>
              </a:extLst>
            </p:cNvPr>
            <p:cNvSpPr/>
            <p:nvPr/>
          </p:nvSpPr>
          <p:spPr>
            <a:xfrm flipH="1">
              <a:off x="6058857" y="2101436"/>
              <a:ext cx="448228" cy="376527"/>
            </a:xfrm>
            <a:custGeom>
              <a:avLst/>
              <a:gdLst/>
              <a:ahLst/>
              <a:cxnLst/>
              <a:rect l="l" t="t" r="r" b="b"/>
              <a:pathLst>
                <a:path w="19029" h="15985" extrusionOk="0">
                  <a:moveTo>
                    <a:pt x="11703" y="794"/>
                  </a:moveTo>
                  <a:lnTo>
                    <a:pt x="11703" y="794"/>
                  </a:lnTo>
                  <a:cubicBezTo>
                    <a:pt x="11935" y="1009"/>
                    <a:pt x="12167" y="1224"/>
                    <a:pt x="12398" y="1438"/>
                  </a:cubicBezTo>
                  <a:lnTo>
                    <a:pt x="12398" y="1438"/>
                  </a:lnTo>
                  <a:cubicBezTo>
                    <a:pt x="13047" y="1833"/>
                    <a:pt x="13674" y="2273"/>
                    <a:pt x="14287" y="2709"/>
                  </a:cubicBezTo>
                  <a:lnTo>
                    <a:pt x="11703" y="794"/>
                  </a:lnTo>
                  <a:close/>
                  <a:moveTo>
                    <a:pt x="8154" y="0"/>
                  </a:moveTo>
                  <a:cubicBezTo>
                    <a:pt x="5651" y="0"/>
                    <a:pt x="3362" y="1607"/>
                    <a:pt x="1794" y="3560"/>
                  </a:cubicBezTo>
                  <a:cubicBezTo>
                    <a:pt x="943" y="4624"/>
                    <a:pt x="244" y="5870"/>
                    <a:pt x="123" y="7208"/>
                  </a:cubicBezTo>
                  <a:cubicBezTo>
                    <a:pt x="1" y="8575"/>
                    <a:pt x="548" y="10034"/>
                    <a:pt x="1734" y="10703"/>
                  </a:cubicBezTo>
                  <a:cubicBezTo>
                    <a:pt x="2463" y="11098"/>
                    <a:pt x="3314" y="11189"/>
                    <a:pt x="3983" y="11645"/>
                  </a:cubicBezTo>
                  <a:cubicBezTo>
                    <a:pt x="5047" y="12405"/>
                    <a:pt x="5290" y="13955"/>
                    <a:pt x="6232" y="14867"/>
                  </a:cubicBezTo>
                  <a:cubicBezTo>
                    <a:pt x="6810" y="15414"/>
                    <a:pt x="7630" y="15688"/>
                    <a:pt x="8421" y="15840"/>
                  </a:cubicBezTo>
                  <a:cubicBezTo>
                    <a:pt x="8939" y="15938"/>
                    <a:pt x="9465" y="15985"/>
                    <a:pt x="9990" y="15985"/>
                  </a:cubicBezTo>
                  <a:cubicBezTo>
                    <a:pt x="13218" y="15985"/>
                    <a:pt x="16439" y="14199"/>
                    <a:pt x="18086" y="11402"/>
                  </a:cubicBezTo>
                  <a:cubicBezTo>
                    <a:pt x="18634" y="10429"/>
                    <a:pt x="19029" y="9305"/>
                    <a:pt x="18785" y="8211"/>
                  </a:cubicBezTo>
                  <a:cubicBezTo>
                    <a:pt x="18512" y="7116"/>
                    <a:pt x="17630" y="6265"/>
                    <a:pt x="16810" y="5505"/>
                  </a:cubicBezTo>
                  <a:cubicBezTo>
                    <a:pt x="15339" y="4140"/>
                    <a:pt x="13869" y="2797"/>
                    <a:pt x="12398" y="1438"/>
                  </a:cubicBezTo>
                  <a:lnTo>
                    <a:pt x="12398" y="1438"/>
                  </a:lnTo>
                  <a:cubicBezTo>
                    <a:pt x="11149" y="678"/>
                    <a:pt x="9820" y="84"/>
                    <a:pt x="8360" y="4"/>
                  </a:cubicBezTo>
                  <a:cubicBezTo>
                    <a:pt x="8291" y="1"/>
                    <a:pt x="8223" y="0"/>
                    <a:pt x="8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6" name="Google Shape;6676;p48">
              <a:extLst>
                <a:ext uri="{FF2B5EF4-FFF2-40B4-BE49-F238E27FC236}">
                  <a16:creationId xmlns:a16="http://schemas.microsoft.com/office/drawing/2014/main" id="{052D5601-BB34-29B2-5DE9-D258617AE919}"/>
                </a:ext>
              </a:extLst>
            </p:cNvPr>
            <p:cNvSpPr/>
            <p:nvPr/>
          </p:nvSpPr>
          <p:spPr>
            <a:xfrm rot="10800000" flipH="1">
              <a:off x="7321367" y="3000940"/>
              <a:ext cx="870312" cy="898328"/>
            </a:xfrm>
            <a:custGeom>
              <a:avLst/>
              <a:gdLst/>
              <a:ahLst/>
              <a:cxnLst/>
              <a:rect l="l" t="t" r="r" b="b"/>
              <a:pathLst>
                <a:path w="46628" h="48129" extrusionOk="0">
                  <a:moveTo>
                    <a:pt x="26272" y="1"/>
                  </a:moveTo>
                  <a:cubicBezTo>
                    <a:pt x="19508" y="1"/>
                    <a:pt x="12739" y="1936"/>
                    <a:pt x="7053" y="5590"/>
                  </a:cubicBezTo>
                  <a:cubicBezTo>
                    <a:pt x="1642" y="9085"/>
                    <a:pt x="4043" y="10423"/>
                    <a:pt x="3527" y="15772"/>
                  </a:cubicBezTo>
                  <a:cubicBezTo>
                    <a:pt x="3131" y="19997"/>
                    <a:pt x="1" y="25347"/>
                    <a:pt x="3101" y="29238"/>
                  </a:cubicBezTo>
                  <a:lnTo>
                    <a:pt x="3131" y="29238"/>
                  </a:lnTo>
                  <a:cubicBezTo>
                    <a:pt x="4317" y="30727"/>
                    <a:pt x="6262" y="31517"/>
                    <a:pt x="7205" y="33189"/>
                  </a:cubicBezTo>
                  <a:cubicBezTo>
                    <a:pt x="7843" y="34344"/>
                    <a:pt x="7904" y="35712"/>
                    <a:pt x="8086" y="37019"/>
                  </a:cubicBezTo>
                  <a:cubicBezTo>
                    <a:pt x="8542" y="40119"/>
                    <a:pt x="9788" y="43189"/>
                    <a:pt x="12068" y="45347"/>
                  </a:cubicBezTo>
                  <a:cubicBezTo>
                    <a:pt x="13805" y="46992"/>
                    <a:pt x="16179" y="48037"/>
                    <a:pt x="18542" y="48037"/>
                  </a:cubicBezTo>
                  <a:cubicBezTo>
                    <a:pt x="19279" y="48037"/>
                    <a:pt x="20015" y="47935"/>
                    <a:pt x="20731" y="47718"/>
                  </a:cubicBezTo>
                  <a:cubicBezTo>
                    <a:pt x="23567" y="46850"/>
                    <a:pt x="25990" y="44355"/>
                    <a:pt x="28892" y="44355"/>
                  </a:cubicBezTo>
                  <a:cubicBezTo>
                    <a:pt x="29038" y="44355"/>
                    <a:pt x="29185" y="44362"/>
                    <a:pt x="29333" y="44375"/>
                  </a:cubicBezTo>
                  <a:cubicBezTo>
                    <a:pt x="32403" y="44679"/>
                    <a:pt x="34591" y="47840"/>
                    <a:pt x="37661" y="48113"/>
                  </a:cubicBezTo>
                  <a:cubicBezTo>
                    <a:pt x="37787" y="48124"/>
                    <a:pt x="37912" y="48129"/>
                    <a:pt x="38037" y="48129"/>
                  </a:cubicBezTo>
                  <a:cubicBezTo>
                    <a:pt x="40115" y="48129"/>
                    <a:pt x="42044" y="46730"/>
                    <a:pt x="43163" y="44952"/>
                  </a:cubicBezTo>
                  <a:cubicBezTo>
                    <a:pt x="44348" y="43098"/>
                    <a:pt x="44804" y="40849"/>
                    <a:pt x="45138" y="38660"/>
                  </a:cubicBezTo>
                  <a:cubicBezTo>
                    <a:pt x="46324" y="31001"/>
                    <a:pt x="46628" y="23189"/>
                    <a:pt x="46050" y="15468"/>
                  </a:cubicBezTo>
                  <a:cubicBezTo>
                    <a:pt x="45777" y="11821"/>
                    <a:pt x="45199" y="7930"/>
                    <a:pt x="42737" y="5195"/>
                  </a:cubicBezTo>
                  <a:cubicBezTo>
                    <a:pt x="40974" y="3219"/>
                    <a:pt x="38421" y="2125"/>
                    <a:pt x="35898" y="1365"/>
                  </a:cubicBezTo>
                  <a:cubicBezTo>
                    <a:pt x="32771" y="447"/>
                    <a:pt x="29522" y="1"/>
                    <a:pt x="262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7" name="Google Shape;6677;p48">
              <a:extLst>
                <a:ext uri="{FF2B5EF4-FFF2-40B4-BE49-F238E27FC236}">
                  <a16:creationId xmlns:a16="http://schemas.microsoft.com/office/drawing/2014/main" id="{DEF3C107-4EA0-0ABC-7C1A-34DB41BC1E14}"/>
                </a:ext>
              </a:extLst>
            </p:cNvPr>
            <p:cNvSpPr/>
            <p:nvPr/>
          </p:nvSpPr>
          <p:spPr>
            <a:xfrm rot="10800000" flipH="1">
              <a:off x="7459753" y="3086335"/>
              <a:ext cx="665519" cy="727543"/>
            </a:xfrm>
            <a:custGeom>
              <a:avLst/>
              <a:gdLst/>
              <a:ahLst/>
              <a:cxnLst/>
              <a:rect l="l" t="t" r="r" b="b"/>
              <a:pathLst>
                <a:path w="35656" h="38979" extrusionOk="0">
                  <a:moveTo>
                    <a:pt x="20065" y="0"/>
                  </a:moveTo>
                  <a:cubicBezTo>
                    <a:pt x="18350" y="0"/>
                    <a:pt x="16674" y="196"/>
                    <a:pt x="15199" y="679"/>
                  </a:cubicBezTo>
                  <a:cubicBezTo>
                    <a:pt x="7296" y="3293"/>
                    <a:pt x="1" y="14661"/>
                    <a:pt x="2949" y="22746"/>
                  </a:cubicBezTo>
                  <a:cubicBezTo>
                    <a:pt x="3284" y="23628"/>
                    <a:pt x="3709" y="24479"/>
                    <a:pt x="3892" y="25391"/>
                  </a:cubicBezTo>
                  <a:cubicBezTo>
                    <a:pt x="4074" y="26333"/>
                    <a:pt x="4013" y="27275"/>
                    <a:pt x="4135" y="28187"/>
                  </a:cubicBezTo>
                  <a:cubicBezTo>
                    <a:pt x="4530" y="31530"/>
                    <a:pt x="7296" y="34448"/>
                    <a:pt x="10609" y="34965"/>
                  </a:cubicBezTo>
                  <a:cubicBezTo>
                    <a:pt x="11104" y="35045"/>
                    <a:pt x="11604" y="35077"/>
                    <a:pt x="12105" y="35077"/>
                  </a:cubicBezTo>
                  <a:cubicBezTo>
                    <a:pt x="14157" y="35077"/>
                    <a:pt x="16246" y="34542"/>
                    <a:pt x="18264" y="34542"/>
                  </a:cubicBezTo>
                  <a:cubicBezTo>
                    <a:pt x="19143" y="34542"/>
                    <a:pt x="20009" y="34643"/>
                    <a:pt x="20852" y="34935"/>
                  </a:cubicBezTo>
                  <a:cubicBezTo>
                    <a:pt x="23712" y="35928"/>
                    <a:pt x="25826" y="38978"/>
                    <a:pt x="28849" y="38978"/>
                  </a:cubicBezTo>
                  <a:cubicBezTo>
                    <a:pt x="28878" y="38978"/>
                    <a:pt x="28908" y="38978"/>
                    <a:pt x="28938" y="38977"/>
                  </a:cubicBezTo>
                  <a:cubicBezTo>
                    <a:pt x="30944" y="38947"/>
                    <a:pt x="32676" y="37458"/>
                    <a:pt x="33619" y="35664"/>
                  </a:cubicBezTo>
                  <a:cubicBezTo>
                    <a:pt x="34530" y="33901"/>
                    <a:pt x="34743" y="31865"/>
                    <a:pt x="34926" y="29859"/>
                  </a:cubicBezTo>
                  <a:cubicBezTo>
                    <a:pt x="35473" y="24084"/>
                    <a:pt x="35655" y="18278"/>
                    <a:pt x="35534" y="12472"/>
                  </a:cubicBezTo>
                  <a:cubicBezTo>
                    <a:pt x="35412" y="6454"/>
                    <a:pt x="33345" y="2442"/>
                    <a:pt x="27266" y="953"/>
                  </a:cubicBezTo>
                  <a:cubicBezTo>
                    <a:pt x="25124" y="412"/>
                    <a:pt x="22555" y="0"/>
                    <a:pt x="20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8" name="Google Shape;6678;p48">
              <a:extLst>
                <a:ext uri="{FF2B5EF4-FFF2-40B4-BE49-F238E27FC236}">
                  <a16:creationId xmlns:a16="http://schemas.microsoft.com/office/drawing/2014/main" id="{3AC9142F-2A4D-F774-4D2E-E47BD3F08D6D}"/>
                </a:ext>
              </a:extLst>
            </p:cNvPr>
            <p:cNvSpPr/>
            <p:nvPr/>
          </p:nvSpPr>
          <p:spPr>
            <a:xfrm rot="10800000" flipH="1">
              <a:off x="7235104" y="2815982"/>
              <a:ext cx="1114823" cy="1268268"/>
            </a:xfrm>
            <a:custGeom>
              <a:avLst/>
              <a:gdLst/>
              <a:ahLst/>
              <a:cxnLst/>
              <a:rect l="l" t="t" r="r" b="b"/>
              <a:pathLst>
                <a:path w="59728" h="67949" extrusionOk="0">
                  <a:moveTo>
                    <a:pt x="30526" y="3294"/>
                  </a:moveTo>
                  <a:cubicBezTo>
                    <a:pt x="30655" y="3294"/>
                    <a:pt x="30784" y="3295"/>
                    <a:pt x="30913" y="3298"/>
                  </a:cubicBezTo>
                  <a:cubicBezTo>
                    <a:pt x="40214" y="3450"/>
                    <a:pt x="47722" y="10532"/>
                    <a:pt x="51521" y="18557"/>
                  </a:cubicBezTo>
                  <a:cubicBezTo>
                    <a:pt x="55868" y="27736"/>
                    <a:pt x="55564" y="38557"/>
                    <a:pt x="52889" y="48162"/>
                  </a:cubicBezTo>
                  <a:cubicBezTo>
                    <a:pt x="52190" y="50655"/>
                    <a:pt x="51339" y="53117"/>
                    <a:pt x="50427" y="55548"/>
                  </a:cubicBezTo>
                  <a:cubicBezTo>
                    <a:pt x="49576" y="57798"/>
                    <a:pt x="48542" y="60168"/>
                    <a:pt x="46688" y="61749"/>
                  </a:cubicBezTo>
                  <a:cubicBezTo>
                    <a:pt x="45117" y="63114"/>
                    <a:pt x="43327" y="63590"/>
                    <a:pt x="41472" y="63590"/>
                  </a:cubicBezTo>
                  <a:cubicBezTo>
                    <a:pt x="38949" y="63590"/>
                    <a:pt x="36304" y="62710"/>
                    <a:pt x="33922" y="61992"/>
                  </a:cubicBezTo>
                  <a:cubicBezTo>
                    <a:pt x="32615" y="61627"/>
                    <a:pt x="31278" y="61658"/>
                    <a:pt x="29971" y="61384"/>
                  </a:cubicBezTo>
                  <a:cubicBezTo>
                    <a:pt x="28633" y="61080"/>
                    <a:pt x="27448" y="60533"/>
                    <a:pt x="26171" y="60199"/>
                  </a:cubicBezTo>
                  <a:cubicBezTo>
                    <a:pt x="23375" y="59500"/>
                    <a:pt x="20639" y="59682"/>
                    <a:pt x="17812" y="59621"/>
                  </a:cubicBezTo>
                  <a:cubicBezTo>
                    <a:pt x="12159" y="59469"/>
                    <a:pt x="7599" y="55670"/>
                    <a:pt x="8025" y="49743"/>
                  </a:cubicBezTo>
                  <a:cubicBezTo>
                    <a:pt x="8083" y="48962"/>
                    <a:pt x="7314" y="48125"/>
                    <a:pt x="6532" y="48125"/>
                  </a:cubicBezTo>
                  <a:cubicBezTo>
                    <a:pt x="6493" y="48125"/>
                    <a:pt x="6453" y="48127"/>
                    <a:pt x="6414" y="48132"/>
                  </a:cubicBezTo>
                  <a:cubicBezTo>
                    <a:pt x="6328" y="48141"/>
                    <a:pt x="6245" y="48145"/>
                    <a:pt x="6166" y="48145"/>
                  </a:cubicBezTo>
                  <a:cubicBezTo>
                    <a:pt x="3561" y="48145"/>
                    <a:pt x="4628" y="43407"/>
                    <a:pt x="4864" y="41961"/>
                  </a:cubicBezTo>
                  <a:cubicBezTo>
                    <a:pt x="5411" y="38679"/>
                    <a:pt x="4469" y="36156"/>
                    <a:pt x="3192" y="33147"/>
                  </a:cubicBezTo>
                  <a:cubicBezTo>
                    <a:pt x="2706" y="31961"/>
                    <a:pt x="2037" y="30715"/>
                    <a:pt x="1703" y="29469"/>
                  </a:cubicBezTo>
                  <a:cubicBezTo>
                    <a:pt x="1338" y="28071"/>
                    <a:pt x="1794" y="26369"/>
                    <a:pt x="2250" y="25001"/>
                  </a:cubicBezTo>
                  <a:cubicBezTo>
                    <a:pt x="2944" y="22804"/>
                    <a:pt x="4185" y="21021"/>
                    <a:pt x="5799" y="19505"/>
                  </a:cubicBezTo>
                  <a:lnTo>
                    <a:pt x="5799" y="19505"/>
                  </a:lnTo>
                  <a:cubicBezTo>
                    <a:pt x="6299" y="19428"/>
                    <a:pt x="6768" y="19099"/>
                    <a:pt x="6935" y="18528"/>
                  </a:cubicBezTo>
                  <a:lnTo>
                    <a:pt x="6935" y="18528"/>
                  </a:lnTo>
                  <a:cubicBezTo>
                    <a:pt x="7171" y="18341"/>
                    <a:pt x="7413" y="18158"/>
                    <a:pt x="7660" y="17979"/>
                  </a:cubicBezTo>
                  <a:cubicBezTo>
                    <a:pt x="8039" y="17701"/>
                    <a:pt x="7809" y="17108"/>
                    <a:pt x="7424" y="17108"/>
                  </a:cubicBezTo>
                  <a:cubicBezTo>
                    <a:pt x="7361" y="17108"/>
                    <a:pt x="7294" y="17124"/>
                    <a:pt x="7225" y="17159"/>
                  </a:cubicBezTo>
                  <a:lnTo>
                    <a:pt x="7225" y="17159"/>
                  </a:lnTo>
                  <a:cubicBezTo>
                    <a:pt x="7891" y="15343"/>
                    <a:pt x="9776" y="13991"/>
                    <a:pt x="11186" y="12812"/>
                  </a:cubicBezTo>
                  <a:cubicBezTo>
                    <a:pt x="13192" y="11171"/>
                    <a:pt x="15229" y="9590"/>
                    <a:pt x="17387" y="8131"/>
                  </a:cubicBezTo>
                  <a:cubicBezTo>
                    <a:pt x="21325" y="5496"/>
                    <a:pt x="25695" y="3294"/>
                    <a:pt x="30526" y="3294"/>
                  </a:cubicBezTo>
                  <a:close/>
                  <a:moveTo>
                    <a:pt x="30528" y="0"/>
                  </a:moveTo>
                  <a:cubicBezTo>
                    <a:pt x="25174" y="0"/>
                    <a:pt x="20120" y="2157"/>
                    <a:pt x="15685" y="5244"/>
                  </a:cubicBezTo>
                  <a:cubicBezTo>
                    <a:pt x="13162" y="6976"/>
                    <a:pt x="10791" y="8952"/>
                    <a:pt x="8450" y="10958"/>
                  </a:cubicBezTo>
                  <a:cubicBezTo>
                    <a:pt x="6110" y="12964"/>
                    <a:pt x="4195" y="15061"/>
                    <a:pt x="4256" y="18223"/>
                  </a:cubicBezTo>
                  <a:cubicBezTo>
                    <a:pt x="4271" y="18679"/>
                    <a:pt x="4452" y="19013"/>
                    <a:pt x="4714" y="19228"/>
                  </a:cubicBezTo>
                  <a:lnTo>
                    <a:pt x="4714" y="19228"/>
                  </a:lnTo>
                  <a:cubicBezTo>
                    <a:pt x="3371" y="20680"/>
                    <a:pt x="2352" y="22446"/>
                    <a:pt x="1642" y="24302"/>
                  </a:cubicBezTo>
                  <a:cubicBezTo>
                    <a:pt x="1034" y="25943"/>
                    <a:pt x="973" y="27554"/>
                    <a:pt x="608" y="29226"/>
                  </a:cubicBezTo>
                  <a:cubicBezTo>
                    <a:pt x="274" y="30928"/>
                    <a:pt x="0" y="32356"/>
                    <a:pt x="456" y="34089"/>
                  </a:cubicBezTo>
                  <a:cubicBezTo>
                    <a:pt x="699" y="35092"/>
                    <a:pt x="1064" y="36034"/>
                    <a:pt x="1247" y="37037"/>
                  </a:cubicBezTo>
                  <a:cubicBezTo>
                    <a:pt x="1459" y="38314"/>
                    <a:pt x="1247" y="39317"/>
                    <a:pt x="973" y="40563"/>
                  </a:cubicBezTo>
                  <a:cubicBezTo>
                    <a:pt x="608" y="42357"/>
                    <a:pt x="31" y="44302"/>
                    <a:pt x="304" y="46156"/>
                  </a:cubicBezTo>
                  <a:cubicBezTo>
                    <a:pt x="665" y="48587"/>
                    <a:pt x="2571" y="50790"/>
                    <a:pt x="4918" y="51284"/>
                  </a:cubicBezTo>
                  <a:lnTo>
                    <a:pt x="4918" y="51284"/>
                  </a:lnTo>
                  <a:cubicBezTo>
                    <a:pt x="5568" y="55299"/>
                    <a:pt x="8291" y="58979"/>
                    <a:pt x="12067" y="60624"/>
                  </a:cubicBezTo>
                  <a:cubicBezTo>
                    <a:pt x="14077" y="61510"/>
                    <a:pt x="16205" y="61666"/>
                    <a:pt x="18356" y="61666"/>
                  </a:cubicBezTo>
                  <a:cubicBezTo>
                    <a:pt x="19531" y="61666"/>
                    <a:pt x="20713" y="61620"/>
                    <a:pt x="21886" y="61620"/>
                  </a:cubicBezTo>
                  <a:cubicBezTo>
                    <a:pt x="24611" y="61620"/>
                    <a:pt x="27289" y="61871"/>
                    <a:pt x="29727" y="63542"/>
                  </a:cubicBezTo>
                  <a:cubicBezTo>
                    <a:pt x="31004" y="64393"/>
                    <a:pt x="31916" y="65305"/>
                    <a:pt x="33314" y="65944"/>
                  </a:cubicBezTo>
                  <a:cubicBezTo>
                    <a:pt x="34591" y="66521"/>
                    <a:pt x="35837" y="67038"/>
                    <a:pt x="37205" y="67372"/>
                  </a:cubicBezTo>
                  <a:cubicBezTo>
                    <a:pt x="38663" y="67728"/>
                    <a:pt x="40183" y="67948"/>
                    <a:pt x="41705" y="67948"/>
                  </a:cubicBezTo>
                  <a:cubicBezTo>
                    <a:pt x="42785" y="67948"/>
                    <a:pt x="43866" y="67837"/>
                    <a:pt x="44925" y="67585"/>
                  </a:cubicBezTo>
                  <a:cubicBezTo>
                    <a:pt x="50761" y="66187"/>
                    <a:pt x="52585" y="60594"/>
                    <a:pt x="54165" y="55487"/>
                  </a:cubicBezTo>
                  <a:cubicBezTo>
                    <a:pt x="57722" y="44089"/>
                    <a:pt x="59728" y="31171"/>
                    <a:pt x="55351" y="19712"/>
                  </a:cubicBezTo>
                  <a:cubicBezTo>
                    <a:pt x="51703" y="10168"/>
                    <a:pt x="43831" y="1687"/>
                    <a:pt x="33314" y="198"/>
                  </a:cubicBezTo>
                  <a:cubicBezTo>
                    <a:pt x="32377" y="64"/>
                    <a:pt x="31448" y="0"/>
                    <a:pt x="305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9" name="Google Shape;6679;p48">
              <a:extLst>
                <a:ext uri="{FF2B5EF4-FFF2-40B4-BE49-F238E27FC236}">
                  <a16:creationId xmlns:a16="http://schemas.microsoft.com/office/drawing/2014/main" id="{09A7815B-2C5F-285F-7A98-0AE0CEFCEB89}"/>
                </a:ext>
              </a:extLst>
            </p:cNvPr>
            <p:cNvSpPr/>
            <p:nvPr/>
          </p:nvSpPr>
          <p:spPr>
            <a:xfrm>
              <a:off x="6613237" y="1701761"/>
              <a:ext cx="846559" cy="863035"/>
            </a:xfrm>
            <a:custGeom>
              <a:avLst/>
              <a:gdLst/>
              <a:ahLst/>
              <a:cxnLst/>
              <a:rect l="l" t="t" r="r" b="b"/>
              <a:pathLst>
                <a:path w="50458" h="51440" extrusionOk="0">
                  <a:moveTo>
                    <a:pt x="42465" y="1"/>
                  </a:moveTo>
                  <a:cubicBezTo>
                    <a:pt x="41461" y="1"/>
                    <a:pt x="40363" y="217"/>
                    <a:pt x="39150" y="543"/>
                  </a:cubicBezTo>
                  <a:cubicBezTo>
                    <a:pt x="34965" y="1676"/>
                    <a:pt x="31363" y="2309"/>
                    <a:pt x="27042" y="2309"/>
                  </a:cubicBezTo>
                  <a:cubicBezTo>
                    <a:pt x="26844" y="2309"/>
                    <a:pt x="26646" y="2308"/>
                    <a:pt x="26445" y="2305"/>
                  </a:cubicBezTo>
                  <a:cubicBezTo>
                    <a:pt x="22767" y="2275"/>
                    <a:pt x="19089" y="2245"/>
                    <a:pt x="15411" y="2184"/>
                  </a:cubicBezTo>
                  <a:cubicBezTo>
                    <a:pt x="13800" y="2184"/>
                    <a:pt x="12129" y="2184"/>
                    <a:pt x="10761" y="2974"/>
                  </a:cubicBezTo>
                  <a:cubicBezTo>
                    <a:pt x="8785" y="4160"/>
                    <a:pt x="8025" y="6682"/>
                    <a:pt x="7964" y="8992"/>
                  </a:cubicBezTo>
                  <a:cubicBezTo>
                    <a:pt x="7904" y="11303"/>
                    <a:pt x="8360" y="13613"/>
                    <a:pt x="8025" y="15892"/>
                  </a:cubicBezTo>
                  <a:cubicBezTo>
                    <a:pt x="7782" y="17594"/>
                    <a:pt x="7113" y="19205"/>
                    <a:pt x="6080" y="20573"/>
                  </a:cubicBezTo>
                  <a:lnTo>
                    <a:pt x="6080" y="20543"/>
                  </a:lnTo>
                  <a:cubicBezTo>
                    <a:pt x="5594" y="21242"/>
                    <a:pt x="4986" y="21850"/>
                    <a:pt x="4347" y="22397"/>
                  </a:cubicBezTo>
                  <a:cubicBezTo>
                    <a:pt x="3162" y="23370"/>
                    <a:pt x="1733" y="24099"/>
                    <a:pt x="852" y="25345"/>
                  </a:cubicBezTo>
                  <a:cubicBezTo>
                    <a:pt x="1" y="26592"/>
                    <a:pt x="62" y="28689"/>
                    <a:pt x="1460" y="29297"/>
                  </a:cubicBezTo>
                  <a:cubicBezTo>
                    <a:pt x="2128" y="29601"/>
                    <a:pt x="2919" y="29449"/>
                    <a:pt x="3618" y="29601"/>
                  </a:cubicBezTo>
                  <a:cubicBezTo>
                    <a:pt x="6141" y="30117"/>
                    <a:pt x="6657" y="33370"/>
                    <a:pt x="7357" y="35832"/>
                  </a:cubicBezTo>
                  <a:cubicBezTo>
                    <a:pt x="9089" y="42093"/>
                    <a:pt x="17174" y="48537"/>
                    <a:pt x="23132" y="50543"/>
                  </a:cubicBezTo>
                  <a:cubicBezTo>
                    <a:pt x="25088" y="51183"/>
                    <a:pt x="27307" y="51439"/>
                    <a:pt x="29577" y="51439"/>
                  </a:cubicBezTo>
                  <a:cubicBezTo>
                    <a:pt x="32916" y="51439"/>
                    <a:pt x="36364" y="50884"/>
                    <a:pt x="39242" y="50178"/>
                  </a:cubicBezTo>
                  <a:cubicBezTo>
                    <a:pt x="47357" y="48203"/>
                    <a:pt x="50123" y="42823"/>
                    <a:pt x="50275" y="34798"/>
                  </a:cubicBezTo>
                  <a:cubicBezTo>
                    <a:pt x="50458" y="27047"/>
                    <a:pt x="50184" y="19297"/>
                    <a:pt x="49485" y="11576"/>
                  </a:cubicBezTo>
                  <a:cubicBezTo>
                    <a:pt x="49242" y="8901"/>
                    <a:pt x="48938" y="6166"/>
                    <a:pt x="47722" y="3795"/>
                  </a:cubicBezTo>
                  <a:cubicBezTo>
                    <a:pt x="46243" y="940"/>
                    <a:pt x="44557" y="1"/>
                    <a:pt x="42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0" name="Google Shape;6680;p48">
              <a:extLst>
                <a:ext uri="{FF2B5EF4-FFF2-40B4-BE49-F238E27FC236}">
                  <a16:creationId xmlns:a16="http://schemas.microsoft.com/office/drawing/2014/main" id="{BBFDCAC4-9B69-FF10-E103-B3DDF6C3F3E6}"/>
                </a:ext>
              </a:extLst>
            </p:cNvPr>
            <p:cNvSpPr/>
            <p:nvPr/>
          </p:nvSpPr>
          <p:spPr>
            <a:xfrm>
              <a:off x="6815394" y="1324405"/>
              <a:ext cx="588545" cy="734845"/>
            </a:xfrm>
            <a:custGeom>
              <a:avLst/>
              <a:gdLst/>
              <a:ahLst/>
              <a:cxnLst/>
              <a:rect l="l" t="t" r="r" b="b"/>
              <a:pathLst>
                <a:path w="24986" h="31197" extrusionOk="0">
                  <a:moveTo>
                    <a:pt x="15870" y="0"/>
                  </a:moveTo>
                  <a:cubicBezTo>
                    <a:pt x="13248" y="0"/>
                    <a:pt x="10420" y="1135"/>
                    <a:pt x="7873" y="1965"/>
                  </a:cubicBezTo>
                  <a:cubicBezTo>
                    <a:pt x="5533" y="2725"/>
                    <a:pt x="3101" y="3758"/>
                    <a:pt x="1612" y="5734"/>
                  </a:cubicBezTo>
                  <a:cubicBezTo>
                    <a:pt x="122" y="7710"/>
                    <a:pt x="1" y="10901"/>
                    <a:pt x="1946" y="12421"/>
                  </a:cubicBezTo>
                  <a:cubicBezTo>
                    <a:pt x="2554" y="12938"/>
                    <a:pt x="3344" y="13211"/>
                    <a:pt x="3891" y="13789"/>
                  </a:cubicBezTo>
                  <a:cubicBezTo>
                    <a:pt x="4530" y="14549"/>
                    <a:pt x="4682" y="15582"/>
                    <a:pt x="4773" y="16555"/>
                  </a:cubicBezTo>
                  <a:cubicBezTo>
                    <a:pt x="5138" y="19594"/>
                    <a:pt x="5472" y="22634"/>
                    <a:pt x="5806" y="25673"/>
                  </a:cubicBezTo>
                  <a:cubicBezTo>
                    <a:pt x="5897" y="26524"/>
                    <a:pt x="6019" y="27467"/>
                    <a:pt x="6475" y="28196"/>
                  </a:cubicBezTo>
                  <a:cubicBezTo>
                    <a:pt x="7934" y="30537"/>
                    <a:pt x="11429" y="29898"/>
                    <a:pt x="14074" y="30628"/>
                  </a:cubicBezTo>
                  <a:cubicBezTo>
                    <a:pt x="14849" y="30842"/>
                    <a:pt x="15624" y="31196"/>
                    <a:pt x="16419" y="31196"/>
                  </a:cubicBezTo>
                  <a:cubicBezTo>
                    <a:pt x="16529" y="31196"/>
                    <a:pt x="16639" y="31190"/>
                    <a:pt x="16749" y="31175"/>
                  </a:cubicBezTo>
                  <a:cubicBezTo>
                    <a:pt x="17995" y="31053"/>
                    <a:pt x="18907" y="29959"/>
                    <a:pt x="19636" y="28926"/>
                  </a:cubicBezTo>
                  <a:cubicBezTo>
                    <a:pt x="22311" y="25035"/>
                    <a:pt x="24196" y="20506"/>
                    <a:pt x="24591" y="15795"/>
                  </a:cubicBezTo>
                  <a:cubicBezTo>
                    <a:pt x="24986" y="11296"/>
                    <a:pt x="23983" y="4761"/>
                    <a:pt x="20335" y="1600"/>
                  </a:cubicBezTo>
                  <a:cubicBezTo>
                    <a:pt x="18998" y="424"/>
                    <a:pt x="17472" y="0"/>
                    <a:pt x="158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1" name="Google Shape;6681;p48">
              <a:extLst>
                <a:ext uri="{FF2B5EF4-FFF2-40B4-BE49-F238E27FC236}">
                  <a16:creationId xmlns:a16="http://schemas.microsoft.com/office/drawing/2014/main" id="{139D2E1C-E1EF-2897-22BE-9DB3B857B39B}"/>
                </a:ext>
              </a:extLst>
            </p:cNvPr>
            <p:cNvSpPr/>
            <p:nvPr/>
          </p:nvSpPr>
          <p:spPr>
            <a:xfrm>
              <a:off x="5862460" y="2520185"/>
              <a:ext cx="1597335" cy="1024007"/>
            </a:xfrm>
            <a:custGeom>
              <a:avLst/>
              <a:gdLst/>
              <a:ahLst/>
              <a:cxnLst/>
              <a:rect l="l" t="t" r="r" b="b"/>
              <a:pathLst>
                <a:path w="67813" h="43473" extrusionOk="0">
                  <a:moveTo>
                    <a:pt x="6360" y="0"/>
                  </a:moveTo>
                  <a:cubicBezTo>
                    <a:pt x="4030" y="0"/>
                    <a:pt x="2741" y="929"/>
                    <a:pt x="1611" y="2772"/>
                  </a:cubicBezTo>
                  <a:cubicBezTo>
                    <a:pt x="243" y="5021"/>
                    <a:pt x="183" y="7817"/>
                    <a:pt x="152" y="10462"/>
                  </a:cubicBezTo>
                  <a:cubicBezTo>
                    <a:pt x="61" y="18760"/>
                    <a:pt x="0" y="27179"/>
                    <a:pt x="1976" y="35265"/>
                  </a:cubicBezTo>
                  <a:cubicBezTo>
                    <a:pt x="2462" y="37301"/>
                    <a:pt x="3161" y="39429"/>
                    <a:pt x="4863" y="40675"/>
                  </a:cubicBezTo>
                  <a:cubicBezTo>
                    <a:pt x="6110" y="41587"/>
                    <a:pt x="7751" y="41860"/>
                    <a:pt x="9301" y="42073"/>
                  </a:cubicBezTo>
                  <a:cubicBezTo>
                    <a:pt x="16208" y="43008"/>
                    <a:pt x="23184" y="43472"/>
                    <a:pt x="30161" y="43472"/>
                  </a:cubicBezTo>
                  <a:cubicBezTo>
                    <a:pt x="40654" y="43472"/>
                    <a:pt x="51151" y="42422"/>
                    <a:pt x="61430" y="40341"/>
                  </a:cubicBezTo>
                  <a:cubicBezTo>
                    <a:pt x="63649" y="39885"/>
                    <a:pt x="66141" y="39186"/>
                    <a:pt x="67175" y="37149"/>
                  </a:cubicBezTo>
                  <a:cubicBezTo>
                    <a:pt x="67813" y="35872"/>
                    <a:pt x="67691" y="34353"/>
                    <a:pt x="67357" y="32985"/>
                  </a:cubicBezTo>
                  <a:cubicBezTo>
                    <a:pt x="66141" y="28122"/>
                    <a:pt x="62038" y="24079"/>
                    <a:pt x="57174" y="22924"/>
                  </a:cubicBezTo>
                  <a:cubicBezTo>
                    <a:pt x="55624" y="22559"/>
                    <a:pt x="53983" y="22438"/>
                    <a:pt x="52524" y="21739"/>
                  </a:cubicBezTo>
                  <a:cubicBezTo>
                    <a:pt x="47721" y="19428"/>
                    <a:pt x="46840" y="11556"/>
                    <a:pt x="41581" y="10675"/>
                  </a:cubicBezTo>
                  <a:cubicBezTo>
                    <a:pt x="39940" y="10401"/>
                    <a:pt x="37752" y="10705"/>
                    <a:pt x="37053" y="9185"/>
                  </a:cubicBezTo>
                  <a:cubicBezTo>
                    <a:pt x="36657" y="8334"/>
                    <a:pt x="36992" y="7361"/>
                    <a:pt x="37022" y="6450"/>
                  </a:cubicBezTo>
                  <a:cubicBezTo>
                    <a:pt x="37053" y="4443"/>
                    <a:pt x="35472" y="2681"/>
                    <a:pt x="33648" y="1860"/>
                  </a:cubicBezTo>
                  <a:cubicBezTo>
                    <a:pt x="31794" y="1070"/>
                    <a:pt x="29727" y="1009"/>
                    <a:pt x="27721" y="948"/>
                  </a:cubicBezTo>
                  <a:cubicBezTo>
                    <a:pt x="23070" y="857"/>
                    <a:pt x="18420" y="735"/>
                    <a:pt x="13800" y="644"/>
                  </a:cubicBezTo>
                  <a:cubicBezTo>
                    <a:pt x="11247" y="583"/>
                    <a:pt x="10791" y="553"/>
                    <a:pt x="8207" y="158"/>
                  </a:cubicBezTo>
                  <a:cubicBezTo>
                    <a:pt x="7525" y="53"/>
                    <a:pt x="6913" y="0"/>
                    <a:pt x="63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82" name="Google Shape;6682;p48">
              <a:extLst>
                <a:ext uri="{FF2B5EF4-FFF2-40B4-BE49-F238E27FC236}">
                  <a16:creationId xmlns:a16="http://schemas.microsoft.com/office/drawing/2014/main" id="{2E1C2E54-5D11-09BB-C92D-26C08EA65DFA}"/>
                </a:ext>
              </a:extLst>
            </p:cNvPr>
            <p:cNvGrpSpPr/>
            <p:nvPr/>
          </p:nvGrpSpPr>
          <p:grpSpPr>
            <a:xfrm>
              <a:off x="5931601" y="3307958"/>
              <a:ext cx="1157447" cy="591327"/>
              <a:chOff x="1041325" y="3967675"/>
              <a:chExt cx="974200" cy="497750"/>
            </a:xfrm>
          </p:grpSpPr>
          <p:sp>
            <p:nvSpPr>
              <p:cNvPr id="6683" name="Google Shape;6683;p48">
                <a:extLst>
                  <a:ext uri="{FF2B5EF4-FFF2-40B4-BE49-F238E27FC236}">
                    <a16:creationId xmlns:a16="http://schemas.microsoft.com/office/drawing/2014/main" id="{921910C5-7F2B-18D4-0C52-AD26C28C07DF}"/>
                  </a:ext>
                </a:extLst>
              </p:cNvPr>
              <p:cNvSpPr/>
              <p:nvPr/>
            </p:nvSpPr>
            <p:spPr>
              <a:xfrm>
                <a:off x="1901525" y="4241225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95" y="1"/>
                    </a:moveTo>
                    <a:cubicBezTo>
                      <a:pt x="0" y="1"/>
                      <a:pt x="0" y="578"/>
                      <a:pt x="395" y="578"/>
                    </a:cubicBezTo>
                    <a:cubicBezTo>
                      <a:pt x="760" y="578"/>
                      <a:pt x="760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4" name="Google Shape;6684;p48">
                <a:extLst>
                  <a:ext uri="{FF2B5EF4-FFF2-40B4-BE49-F238E27FC236}">
                    <a16:creationId xmlns:a16="http://schemas.microsoft.com/office/drawing/2014/main" id="{CBC3F262-39D6-E43F-56E1-96EC2DB9D918}"/>
                  </a:ext>
                </a:extLst>
              </p:cNvPr>
              <p:cNvSpPr/>
              <p:nvPr/>
            </p:nvSpPr>
            <p:spPr>
              <a:xfrm>
                <a:off x="1801975" y="4314175"/>
                <a:ext cx="41050" cy="39850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1594" extrusionOk="0">
                    <a:moveTo>
                      <a:pt x="669" y="1"/>
                    </a:moveTo>
                    <a:cubicBezTo>
                      <a:pt x="517" y="1"/>
                      <a:pt x="335" y="62"/>
                      <a:pt x="213" y="183"/>
                    </a:cubicBezTo>
                    <a:cubicBezTo>
                      <a:pt x="92" y="305"/>
                      <a:pt x="0" y="487"/>
                      <a:pt x="31" y="639"/>
                    </a:cubicBezTo>
                    <a:lnTo>
                      <a:pt x="61" y="822"/>
                    </a:lnTo>
                    <a:cubicBezTo>
                      <a:pt x="92" y="943"/>
                      <a:pt x="122" y="1034"/>
                      <a:pt x="213" y="1125"/>
                    </a:cubicBezTo>
                    <a:cubicBezTo>
                      <a:pt x="277" y="1190"/>
                      <a:pt x="357" y="1239"/>
                      <a:pt x="441" y="1273"/>
                    </a:cubicBezTo>
                    <a:lnTo>
                      <a:pt x="441" y="1273"/>
                    </a:lnTo>
                    <a:cubicBezTo>
                      <a:pt x="474" y="1295"/>
                      <a:pt x="495" y="1317"/>
                      <a:pt x="517" y="1338"/>
                    </a:cubicBezTo>
                    <a:cubicBezTo>
                      <a:pt x="568" y="1372"/>
                      <a:pt x="619" y="1397"/>
                      <a:pt x="670" y="1417"/>
                    </a:cubicBezTo>
                    <a:lnTo>
                      <a:pt x="670" y="1417"/>
                    </a:lnTo>
                    <a:cubicBezTo>
                      <a:pt x="720" y="1449"/>
                      <a:pt x="771" y="1495"/>
                      <a:pt x="821" y="1521"/>
                    </a:cubicBezTo>
                    <a:cubicBezTo>
                      <a:pt x="894" y="1569"/>
                      <a:pt x="986" y="1594"/>
                      <a:pt x="1081" y="1594"/>
                    </a:cubicBezTo>
                    <a:cubicBezTo>
                      <a:pt x="1222" y="1594"/>
                      <a:pt x="1368" y="1539"/>
                      <a:pt x="1459" y="1429"/>
                    </a:cubicBezTo>
                    <a:cubicBezTo>
                      <a:pt x="1520" y="1369"/>
                      <a:pt x="1581" y="1277"/>
                      <a:pt x="1611" y="1217"/>
                    </a:cubicBezTo>
                    <a:cubicBezTo>
                      <a:pt x="1642" y="1095"/>
                      <a:pt x="1611" y="882"/>
                      <a:pt x="1551" y="791"/>
                    </a:cubicBezTo>
                    <a:cubicBezTo>
                      <a:pt x="1525" y="741"/>
                      <a:pt x="1479" y="690"/>
                      <a:pt x="1447" y="640"/>
                    </a:cubicBezTo>
                    <a:lnTo>
                      <a:pt x="1447" y="640"/>
                    </a:lnTo>
                    <a:cubicBezTo>
                      <a:pt x="1427" y="589"/>
                      <a:pt x="1402" y="538"/>
                      <a:pt x="1368" y="487"/>
                    </a:cubicBezTo>
                    <a:cubicBezTo>
                      <a:pt x="1346" y="465"/>
                      <a:pt x="1325" y="444"/>
                      <a:pt x="1303" y="411"/>
                    </a:cubicBezTo>
                    <a:lnTo>
                      <a:pt x="1303" y="411"/>
                    </a:lnTo>
                    <a:cubicBezTo>
                      <a:pt x="1269" y="327"/>
                      <a:pt x="1220" y="248"/>
                      <a:pt x="1155" y="183"/>
                    </a:cubicBezTo>
                    <a:cubicBezTo>
                      <a:pt x="1003" y="62"/>
                      <a:pt x="882" y="1"/>
                      <a:pt x="6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5" name="Google Shape;6685;p48">
                <a:extLst>
                  <a:ext uri="{FF2B5EF4-FFF2-40B4-BE49-F238E27FC236}">
                    <a16:creationId xmlns:a16="http://schemas.microsoft.com/office/drawing/2014/main" id="{C118E3A2-664A-7B05-AC5E-58A1272C44F9}"/>
                  </a:ext>
                </a:extLst>
              </p:cNvPr>
              <p:cNvSpPr/>
              <p:nvPr/>
            </p:nvSpPr>
            <p:spPr>
              <a:xfrm>
                <a:off x="1731300" y="4183425"/>
                <a:ext cx="38775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1098" extrusionOk="0">
                    <a:moveTo>
                      <a:pt x="654" y="0"/>
                    </a:moveTo>
                    <a:cubicBezTo>
                      <a:pt x="553" y="0"/>
                      <a:pt x="459" y="26"/>
                      <a:pt x="365" y="64"/>
                    </a:cubicBezTo>
                    <a:cubicBezTo>
                      <a:pt x="1" y="246"/>
                      <a:pt x="1" y="854"/>
                      <a:pt x="365" y="1006"/>
                    </a:cubicBezTo>
                    <a:cubicBezTo>
                      <a:pt x="473" y="1049"/>
                      <a:pt x="580" y="1092"/>
                      <a:pt x="698" y="1092"/>
                    </a:cubicBezTo>
                    <a:cubicBezTo>
                      <a:pt x="709" y="1092"/>
                      <a:pt x="720" y="1091"/>
                      <a:pt x="731" y="1091"/>
                    </a:cubicBezTo>
                    <a:lnTo>
                      <a:pt x="731" y="1091"/>
                    </a:lnTo>
                    <a:lnTo>
                      <a:pt x="700" y="1097"/>
                    </a:lnTo>
                    <a:lnTo>
                      <a:pt x="700" y="1097"/>
                    </a:lnTo>
                    <a:lnTo>
                      <a:pt x="737" y="1090"/>
                    </a:lnTo>
                    <a:lnTo>
                      <a:pt x="737" y="1090"/>
                    </a:lnTo>
                    <a:cubicBezTo>
                      <a:pt x="767" y="1088"/>
                      <a:pt x="798" y="1082"/>
                      <a:pt x="830" y="1073"/>
                    </a:cubicBezTo>
                    <a:lnTo>
                      <a:pt x="830" y="1073"/>
                    </a:lnTo>
                    <a:lnTo>
                      <a:pt x="1034" y="1036"/>
                    </a:lnTo>
                    <a:cubicBezTo>
                      <a:pt x="1186" y="1036"/>
                      <a:pt x="1308" y="1006"/>
                      <a:pt x="1399" y="915"/>
                    </a:cubicBezTo>
                    <a:cubicBezTo>
                      <a:pt x="1490" y="823"/>
                      <a:pt x="1551" y="671"/>
                      <a:pt x="1551" y="550"/>
                    </a:cubicBezTo>
                    <a:cubicBezTo>
                      <a:pt x="1551" y="428"/>
                      <a:pt x="1490" y="276"/>
                      <a:pt x="1399" y="185"/>
                    </a:cubicBezTo>
                    <a:cubicBezTo>
                      <a:pt x="1308" y="94"/>
                      <a:pt x="1186" y="64"/>
                      <a:pt x="1034" y="33"/>
                    </a:cubicBezTo>
                    <a:lnTo>
                      <a:pt x="742" y="7"/>
                    </a:lnTo>
                    <a:lnTo>
                      <a:pt x="742" y="7"/>
                    </a:lnTo>
                    <a:cubicBezTo>
                      <a:pt x="712" y="2"/>
                      <a:pt x="683" y="0"/>
                      <a:pt x="6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6" name="Google Shape;6686;p48">
                <a:extLst>
                  <a:ext uri="{FF2B5EF4-FFF2-40B4-BE49-F238E27FC236}">
                    <a16:creationId xmlns:a16="http://schemas.microsoft.com/office/drawing/2014/main" id="{DBE02C96-493F-133E-DA89-2183AEFED92D}"/>
                  </a:ext>
                </a:extLst>
              </p:cNvPr>
              <p:cNvSpPr/>
              <p:nvPr/>
            </p:nvSpPr>
            <p:spPr>
              <a:xfrm>
                <a:off x="1722175" y="4257200"/>
                <a:ext cx="28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913" extrusionOk="0">
                    <a:moveTo>
                      <a:pt x="578" y="0"/>
                    </a:moveTo>
                    <a:cubicBezTo>
                      <a:pt x="1" y="0"/>
                      <a:pt x="1" y="912"/>
                      <a:pt x="578" y="912"/>
                    </a:cubicBezTo>
                    <a:cubicBezTo>
                      <a:pt x="1156" y="912"/>
                      <a:pt x="1156" y="0"/>
                      <a:pt x="5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7" name="Google Shape;6687;p48">
                <a:extLst>
                  <a:ext uri="{FF2B5EF4-FFF2-40B4-BE49-F238E27FC236}">
                    <a16:creationId xmlns:a16="http://schemas.microsoft.com/office/drawing/2014/main" id="{1FEABB45-97ED-F903-FB84-518C31639D84}"/>
                  </a:ext>
                </a:extLst>
              </p:cNvPr>
              <p:cNvSpPr/>
              <p:nvPr/>
            </p:nvSpPr>
            <p:spPr>
              <a:xfrm>
                <a:off x="1638600" y="4324675"/>
                <a:ext cx="41050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1642" h="1259" extrusionOk="0">
                    <a:moveTo>
                      <a:pt x="851" y="37"/>
                    </a:moveTo>
                    <a:cubicBezTo>
                      <a:pt x="865" y="37"/>
                      <a:pt x="879" y="38"/>
                      <a:pt x="892" y="41"/>
                    </a:cubicBezTo>
                    <a:lnTo>
                      <a:pt x="892" y="41"/>
                    </a:lnTo>
                    <a:lnTo>
                      <a:pt x="882" y="37"/>
                    </a:lnTo>
                    <a:close/>
                    <a:moveTo>
                      <a:pt x="926" y="1204"/>
                    </a:moveTo>
                    <a:lnTo>
                      <a:pt x="882" y="1222"/>
                    </a:lnTo>
                    <a:lnTo>
                      <a:pt x="730" y="1222"/>
                    </a:lnTo>
                    <a:lnTo>
                      <a:pt x="926" y="1204"/>
                    </a:lnTo>
                    <a:close/>
                    <a:moveTo>
                      <a:pt x="577" y="0"/>
                    </a:moveTo>
                    <a:cubicBezTo>
                      <a:pt x="440" y="0"/>
                      <a:pt x="292" y="83"/>
                      <a:pt x="213" y="189"/>
                    </a:cubicBezTo>
                    <a:cubicBezTo>
                      <a:pt x="91" y="280"/>
                      <a:pt x="0" y="462"/>
                      <a:pt x="0" y="645"/>
                    </a:cubicBezTo>
                    <a:cubicBezTo>
                      <a:pt x="31" y="797"/>
                      <a:pt x="61" y="979"/>
                      <a:pt x="213" y="1070"/>
                    </a:cubicBezTo>
                    <a:cubicBezTo>
                      <a:pt x="319" y="1176"/>
                      <a:pt x="447" y="1258"/>
                      <a:pt x="579" y="1258"/>
                    </a:cubicBezTo>
                    <a:cubicBezTo>
                      <a:pt x="599" y="1258"/>
                      <a:pt x="619" y="1257"/>
                      <a:pt x="639" y="1253"/>
                    </a:cubicBezTo>
                    <a:lnTo>
                      <a:pt x="851" y="1253"/>
                    </a:lnTo>
                    <a:cubicBezTo>
                      <a:pt x="885" y="1236"/>
                      <a:pt x="919" y="1219"/>
                      <a:pt x="953" y="1202"/>
                    </a:cubicBezTo>
                    <a:lnTo>
                      <a:pt x="953" y="1202"/>
                    </a:lnTo>
                    <a:lnTo>
                      <a:pt x="1064" y="1192"/>
                    </a:lnTo>
                    <a:cubicBezTo>
                      <a:pt x="1216" y="1192"/>
                      <a:pt x="1338" y="1161"/>
                      <a:pt x="1459" y="1040"/>
                    </a:cubicBezTo>
                    <a:cubicBezTo>
                      <a:pt x="1581" y="949"/>
                      <a:pt x="1642" y="766"/>
                      <a:pt x="1642" y="614"/>
                    </a:cubicBezTo>
                    <a:cubicBezTo>
                      <a:pt x="1642" y="493"/>
                      <a:pt x="1581" y="310"/>
                      <a:pt x="1459" y="219"/>
                    </a:cubicBezTo>
                    <a:cubicBezTo>
                      <a:pt x="1338" y="98"/>
                      <a:pt x="1216" y="67"/>
                      <a:pt x="1064" y="37"/>
                    </a:cubicBezTo>
                    <a:lnTo>
                      <a:pt x="1064" y="67"/>
                    </a:lnTo>
                    <a:lnTo>
                      <a:pt x="944" y="56"/>
                    </a:lnTo>
                    <a:lnTo>
                      <a:pt x="944" y="56"/>
                    </a:lnTo>
                    <a:cubicBezTo>
                      <a:pt x="927" y="50"/>
                      <a:pt x="910" y="44"/>
                      <a:pt x="892" y="41"/>
                    </a:cubicBezTo>
                    <a:lnTo>
                      <a:pt x="892" y="41"/>
                    </a:lnTo>
                    <a:lnTo>
                      <a:pt x="926" y="55"/>
                    </a:lnTo>
                    <a:lnTo>
                      <a:pt x="926" y="55"/>
                    </a:lnTo>
                    <a:lnTo>
                      <a:pt x="730" y="37"/>
                    </a:lnTo>
                    <a:lnTo>
                      <a:pt x="851" y="37"/>
                    </a:lnTo>
                    <a:cubicBezTo>
                      <a:pt x="791" y="6"/>
                      <a:pt x="730" y="6"/>
                      <a:pt x="639" y="6"/>
                    </a:cubicBezTo>
                    <a:cubicBezTo>
                      <a:pt x="619" y="2"/>
                      <a:pt x="598" y="0"/>
                      <a:pt x="5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8" name="Google Shape;6688;p48">
                <a:extLst>
                  <a:ext uri="{FF2B5EF4-FFF2-40B4-BE49-F238E27FC236}">
                    <a16:creationId xmlns:a16="http://schemas.microsoft.com/office/drawing/2014/main" id="{598AD257-1FDB-C6C8-E9AC-134158C45572}"/>
                  </a:ext>
                </a:extLst>
              </p:cNvPr>
              <p:cNvSpPr/>
              <p:nvPr/>
            </p:nvSpPr>
            <p:spPr>
              <a:xfrm>
                <a:off x="1579325" y="4214650"/>
                <a:ext cx="2815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1490" extrusionOk="0">
                    <a:moveTo>
                      <a:pt x="548" y="0"/>
                    </a:moveTo>
                    <a:cubicBezTo>
                      <a:pt x="244" y="0"/>
                      <a:pt x="31" y="243"/>
                      <a:pt x="0" y="547"/>
                    </a:cubicBezTo>
                    <a:cubicBezTo>
                      <a:pt x="0" y="699"/>
                      <a:pt x="0" y="821"/>
                      <a:pt x="31" y="942"/>
                    </a:cubicBezTo>
                    <a:cubicBezTo>
                      <a:pt x="31" y="1094"/>
                      <a:pt x="61" y="1216"/>
                      <a:pt x="183" y="1307"/>
                    </a:cubicBezTo>
                    <a:cubicBezTo>
                      <a:pt x="274" y="1429"/>
                      <a:pt x="426" y="1489"/>
                      <a:pt x="548" y="1489"/>
                    </a:cubicBezTo>
                    <a:cubicBezTo>
                      <a:pt x="882" y="1459"/>
                      <a:pt x="1064" y="1246"/>
                      <a:pt x="1095" y="942"/>
                    </a:cubicBezTo>
                    <a:cubicBezTo>
                      <a:pt x="1095" y="821"/>
                      <a:pt x="1125" y="669"/>
                      <a:pt x="1125" y="547"/>
                    </a:cubicBezTo>
                    <a:cubicBezTo>
                      <a:pt x="1095" y="395"/>
                      <a:pt x="1064" y="274"/>
                      <a:pt x="943" y="152"/>
                    </a:cubicBezTo>
                    <a:cubicBezTo>
                      <a:pt x="851" y="61"/>
                      <a:pt x="700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9" name="Google Shape;6689;p48">
                <a:extLst>
                  <a:ext uri="{FF2B5EF4-FFF2-40B4-BE49-F238E27FC236}">
                    <a16:creationId xmlns:a16="http://schemas.microsoft.com/office/drawing/2014/main" id="{1F3A80AE-B7BC-6922-EF91-0F244331BD7F}"/>
                  </a:ext>
                </a:extLst>
              </p:cNvPr>
              <p:cNvSpPr/>
              <p:nvPr/>
            </p:nvSpPr>
            <p:spPr>
              <a:xfrm>
                <a:off x="1644675" y="4281500"/>
                <a:ext cx="205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0" extrusionOk="0">
                    <a:moveTo>
                      <a:pt x="396" y="1"/>
                    </a:moveTo>
                    <a:cubicBezTo>
                      <a:pt x="0" y="1"/>
                      <a:pt x="0" y="639"/>
                      <a:pt x="396" y="639"/>
                    </a:cubicBezTo>
                    <a:cubicBezTo>
                      <a:pt x="821" y="639"/>
                      <a:pt x="821" y="1"/>
                      <a:pt x="3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0" name="Google Shape;6690;p48">
                <a:extLst>
                  <a:ext uri="{FF2B5EF4-FFF2-40B4-BE49-F238E27FC236}">
                    <a16:creationId xmlns:a16="http://schemas.microsoft.com/office/drawing/2014/main" id="{2DD5E2C3-2A46-D10F-AD2B-598DDA04A6A6}"/>
                  </a:ext>
                </a:extLst>
              </p:cNvPr>
              <p:cNvSpPr/>
              <p:nvPr/>
            </p:nvSpPr>
            <p:spPr>
              <a:xfrm>
                <a:off x="1647725" y="4152325"/>
                <a:ext cx="34975" cy="27375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095" extrusionOk="0">
                    <a:moveTo>
                      <a:pt x="699" y="1"/>
                    </a:moveTo>
                    <a:cubicBezTo>
                      <a:pt x="0" y="1"/>
                      <a:pt x="0" y="1095"/>
                      <a:pt x="699" y="1095"/>
                    </a:cubicBezTo>
                    <a:cubicBezTo>
                      <a:pt x="1398" y="1095"/>
                      <a:pt x="1398" y="1"/>
                      <a:pt x="6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1" name="Google Shape;6691;p48">
                <a:extLst>
                  <a:ext uri="{FF2B5EF4-FFF2-40B4-BE49-F238E27FC236}">
                    <a16:creationId xmlns:a16="http://schemas.microsoft.com/office/drawing/2014/main" id="{E5BF4FAC-7A04-A71D-2C7F-E9E7DB19BCAC}"/>
                  </a:ext>
                </a:extLst>
              </p:cNvPr>
              <p:cNvSpPr/>
              <p:nvPr/>
            </p:nvSpPr>
            <p:spPr>
              <a:xfrm>
                <a:off x="1537525" y="4326900"/>
                <a:ext cx="29675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498" extrusionOk="0">
                    <a:moveTo>
                      <a:pt x="593" y="1"/>
                    </a:moveTo>
                    <a:cubicBezTo>
                      <a:pt x="457" y="1"/>
                      <a:pt x="320" y="54"/>
                      <a:pt x="213" y="161"/>
                    </a:cubicBezTo>
                    <a:lnTo>
                      <a:pt x="183" y="161"/>
                    </a:lnTo>
                    <a:cubicBezTo>
                      <a:pt x="31" y="313"/>
                      <a:pt x="1" y="525"/>
                      <a:pt x="31" y="738"/>
                    </a:cubicBezTo>
                    <a:lnTo>
                      <a:pt x="31" y="616"/>
                    </a:lnTo>
                    <a:lnTo>
                      <a:pt x="61" y="951"/>
                    </a:lnTo>
                    <a:cubicBezTo>
                      <a:pt x="61" y="1103"/>
                      <a:pt x="122" y="1224"/>
                      <a:pt x="213" y="1346"/>
                    </a:cubicBezTo>
                    <a:cubicBezTo>
                      <a:pt x="305" y="1437"/>
                      <a:pt x="457" y="1498"/>
                      <a:pt x="609" y="1498"/>
                    </a:cubicBezTo>
                    <a:cubicBezTo>
                      <a:pt x="730" y="1498"/>
                      <a:pt x="882" y="1437"/>
                      <a:pt x="973" y="1346"/>
                    </a:cubicBezTo>
                    <a:cubicBezTo>
                      <a:pt x="1065" y="1224"/>
                      <a:pt x="1125" y="1103"/>
                      <a:pt x="1125" y="951"/>
                    </a:cubicBezTo>
                    <a:lnTo>
                      <a:pt x="1144" y="750"/>
                    </a:lnTo>
                    <a:lnTo>
                      <a:pt x="1144" y="750"/>
                    </a:lnTo>
                    <a:lnTo>
                      <a:pt x="1156" y="738"/>
                    </a:lnTo>
                    <a:cubicBezTo>
                      <a:pt x="1186" y="556"/>
                      <a:pt x="1156" y="313"/>
                      <a:pt x="1004" y="161"/>
                    </a:cubicBezTo>
                    <a:lnTo>
                      <a:pt x="973" y="161"/>
                    </a:lnTo>
                    <a:cubicBezTo>
                      <a:pt x="867" y="54"/>
                      <a:pt x="730" y="1"/>
                      <a:pt x="5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2" name="Google Shape;6692;p48">
                <a:extLst>
                  <a:ext uri="{FF2B5EF4-FFF2-40B4-BE49-F238E27FC236}">
                    <a16:creationId xmlns:a16="http://schemas.microsoft.com/office/drawing/2014/main" id="{386A2350-7C52-78A0-6BDD-7524BB142973}"/>
                  </a:ext>
                </a:extLst>
              </p:cNvPr>
              <p:cNvSpPr/>
              <p:nvPr/>
            </p:nvSpPr>
            <p:spPr>
              <a:xfrm>
                <a:off x="1704700" y="4362050"/>
                <a:ext cx="228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31" extrusionOk="0">
                    <a:moveTo>
                      <a:pt x="457" y="1"/>
                    </a:moveTo>
                    <a:cubicBezTo>
                      <a:pt x="1" y="1"/>
                      <a:pt x="1" y="730"/>
                      <a:pt x="457" y="730"/>
                    </a:cubicBezTo>
                    <a:cubicBezTo>
                      <a:pt x="913" y="730"/>
                      <a:pt x="913" y="1"/>
                      <a:pt x="4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3" name="Google Shape;6693;p48">
                <a:extLst>
                  <a:ext uri="{FF2B5EF4-FFF2-40B4-BE49-F238E27FC236}">
                    <a16:creationId xmlns:a16="http://schemas.microsoft.com/office/drawing/2014/main" id="{0EE08E32-6ABA-ED7D-E0CF-78CBB5FB2670}"/>
                  </a:ext>
                </a:extLst>
              </p:cNvPr>
              <p:cNvSpPr/>
              <p:nvPr/>
            </p:nvSpPr>
            <p:spPr>
              <a:xfrm>
                <a:off x="1862000" y="4406125"/>
                <a:ext cx="167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518" extrusionOk="0">
                    <a:moveTo>
                      <a:pt x="335" y="1"/>
                    </a:moveTo>
                    <a:cubicBezTo>
                      <a:pt x="1" y="1"/>
                      <a:pt x="1" y="517"/>
                      <a:pt x="335" y="517"/>
                    </a:cubicBezTo>
                    <a:cubicBezTo>
                      <a:pt x="669" y="517"/>
                      <a:pt x="669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4" name="Google Shape;6694;p48">
                <a:extLst>
                  <a:ext uri="{FF2B5EF4-FFF2-40B4-BE49-F238E27FC236}">
                    <a16:creationId xmlns:a16="http://schemas.microsoft.com/office/drawing/2014/main" id="{BF80676C-1950-C5B6-64D4-4F589F632B3E}"/>
                  </a:ext>
                </a:extLst>
              </p:cNvPr>
              <p:cNvSpPr/>
              <p:nvPr/>
            </p:nvSpPr>
            <p:spPr>
              <a:xfrm>
                <a:off x="1889350" y="4228700"/>
                <a:ext cx="2360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234" extrusionOk="0">
                    <a:moveTo>
                      <a:pt x="472" y="0"/>
                    </a:moveTo>
                    <a:cubicBezTo>
                      <a:pt x="312" y="0"/>
                      <a:pt x="153" y="76"/>
                      <a:pt x="92" y="228"/>
                    </a:cubicBezTo>
                    <a:cubicBezTo>
                      <a:pt x="31" y="289"/>
                      <a:pt x="31" y="380"/>
                      <a:pt x="1" y="471"/>
                    </a:cubicBezTo>
                    <a:cubicBezTo>
                      <a:pt x="1" y="502"/>
                      <a:pt x="1" y="532"/>
                      <a:pt x="1" y="593"/>
                    </a:cubicBezTo>
                    <a:cubicBezTo>
                      <a:pt x="1" y="654"/>
                      <a:pt x="1" y="715"/>
                      <a:pt x="1" y="775"/>
                    </a:cubicBezTo>
                    <a:cubicBezTo>
                      <a:pt x="30" y="1005"/>
                      <a:pt x="193" y="1234"/>
                      <a:pt x="441" y="1234"/>
                    </a:cubicBezTo>
                    <a:cubicBezTo>
                      <a:pt x="456" y="1234"/>
                      <a:pt x="472" y="1233"/>
                      <a:pt x="487" y="1231"/>
                    </a:cubicBezTo>
                    <a:cubicBezTo>
                      <a:pt x="730" y="1231"/>
                      <a:pt x="913" y="1049"/>
                      <a:pt x="943" y="775"/>
                    </a:cubicBezTo>
                    <a:lnTo>
                      <a:pt x="913" y="775"/>
                    </a:lnTo>
                    <a:cubicBezTo>
                      <a:pt x="913" y="715"/>
                      <a:pt x="943" y="654"/>
                      <a:pt x="943" y="593"/>
                    </a:cubicBezTo>
                    <a:cubicBezTo>
                      <a:pt x="943" y="563"/>
                      <a:pt x="943" y="502"/>
                      <a:pt x="913" y="471"/>
                    </a:cubicBezTo>
                    <a:cubicBezTo>
                      <a:pt x="913" y="380"/>
                      <a:pt x="882" y="319"/>
                      <a:pt x="852" y="228"/>
                    </a:cubicBezTo>
                    <a:cubicBezTo>
                      <a:pt x="791" y="76"/>
                      <a:pt x="632" y="0"/>
                      <a:pt x="4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5" name="Google Shape;6695;p48">
                <a:extLst>
                  <a:ext uri="{FF2B5EF4-FFF2-40B4-BE49-F238E27FC236}">
                    <a16:creationId xmlns:a16="http://schemas.microsoft.com/office/drawing/2014/main" id="{76424608-E6B5-3ADA-7341-F4F2883E2310}"/>
                  </a:ext>
                </a:extLst>
              </p:cNvPr>
              <p:cNvSpPr/>
              <p:nvPr/>
            </p:nvSpPr>
            <p:spPr>
              <a:xfrm>
                <a:off x="1948625" y="4338500"/>
                <a:ext cx="27375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399" extrusionOk="0">
                    <a:moveTo>
                      <a:pt x="548" y="0"/>
                    </a:moveTo>
                    <a:cubicBezTo>
                      <a:pt x="335" y="31"/>
                      <a:pt x="122" y="183"/>
                      <a:pt x="62" y="396"/>
                    </a:cubicBezTo>
                    <a:cubicBezTo>
                      <a:pt x="1" y="548"/>
                      <a:pt x="31" y="730"/>
                      <a:pt x="62" y="912"/>
                    </a:cubicBezTo>
                    <a:cubicBezTo>
                      <a:pt x="62" y="1034"/>
                      <a:pt x="92" y="1156"/>
                      <a:pt x="214" y="1277"/>
                    </a:cubicBezTo>
                    <a:cubicBezTo>
                      <a:pt x="305" y="1338"/>
                      <a:pt x="426" y="1399"/>
                      <a:pt x="548" y="1399"/>
                    </a:cubicBezTo>
                    <a:cubicBezTo>
                      <a:pt x="852" y="1399"/>
                      <a:pt x="1034" y="1186"/>
                      <a:pt x="1065" y="912"/>
                    </a:cubicBezTo>
                    <a:cubicBezTo>
                      <a:pt x="1065" y="730"/>
                      <a:pt x="1095" y="548"/>
                      <a:pt x="1065" y="396"/>
                    </a:cubicBezTo>
                    <a:cubicBezTo>
                      <a:pt x="973" y="183"/>
                      <a:pt x="791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6" name="Google Shape;6696;p48">
                <a:extLst>
                  <a:ext uri="{FF2B5EF4-FFF2-40B4-BE49-F238E27FC236}">
                    <a16:creationId xmlns:a16="http://schemas.microsoft.com/office/drawing/2014/main" id="{E35E29F1-4554-3335-3F84-0EA07FDB3488}"/>
                  </a:ext>
                </a:extLst>
              </p:cNvPr>
              <p:cNvSpPr/>
              <p:nvPr/>
            </p:nvSpPr>
            <p:spPr>
              <a:xfrm>
                <a:off x="1886325" y="4441850"/>
                <a:ext cx="296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943" extrusionOk="0">
                    <a:moveTo>
                      <a:pt x="578" y="0"/>
                    </a:moveTo>
                    <a:cubicBezTo>
                      <a:pt x="0" y="0"/>
                      <a:pt x="0" y="943"/>
                      <a:pt x="578" y="943"/>
                    </a:cubicBezTo>
                    <a:cubicBezTo>
                      <a:pt x="1186" y="943"/>
                      <a:pt x="1186" y="0"/>
                      <a:pt x="5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7" name="Google Shape;6697;p48">
                <a:extLst>
                  <a:ext uri="{FF2B5EF4-FFF2-40B4-BE49-F238E27FC236}">
                    <a16:creationId xmlns:a16="http://schemas.microsoft.com/office/drawing/2014/main" id="{2840A03B-68E8-BEA6-C0DA-3E7ACAE56753}"/>
                  </a:ext>
                </a:extLst>
              </p:cNvPr>
              <p:cNvSpPr/>
              <p:nvPr/>
            </p:nvSpPr>
            <p:spPr>
              <a:xfrm>
                <a:off x="1745750" y="4380475"/>
                <a:ext cx="2510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898" extrusionOk="0">
                    <a:moveTo>
                      <a:pt x="559" y="1"/>
                    </a:moveTo>
                    <a:cubicBezTo>
                      <a:pt x="517" y="1"/>
                      <a:pt x="471" y="8"/>
                      <a:pt x="426" y="24"/>
                    </a:cubicBezTo>
                    <a:lnTo>
                      <a:pt x="334" y="54"/>
                    </a:lnTo>
                    <a:cubicBezTo>
                      <a:pt x="243" y="84"/>
                      <a:pt x="182" y="115"/>
                      <a:pt x="122" y="145"/>
                    </a:cubicBezTo>
                    <a:cubicBezTo>
                      <a:pt x="91" y="206"/>
                      <a:pt x="61" y="267"/>
                      <a:pt x="30" y="358"/>
                    </a:cubicBezTo>
                    <a:cubicBezTo>
                      <a:pt x="0" y="449"/>
                      <a:pt x="0" y="449"/>
                      <a:pt x="30" y="571"/>
                    </a:cubicBezTo>
                    <a:cubicBezTo>
                      <a:pt x="61" y="632"/>
                      <a:pt x="91" y="692"/>
                      <a:pt x="122" y="753"/>
                    </a:cubicBezTo>
                    <a:cubicBezTo>
                      <a:pt x="182" y="814"/>
                      <a:pt x="243" y="844"/>
                      <a:pt x="334" y="844"/>
                    </a:cubicBezTo>
                    <a:lnTo>
                      <a:pt x="426" y="875"/>
                    </a:lnTo>
                    <a:cubicBezTo>
                      <a:pt x="471" y="890"/>
                      <a:pt x="517" y="898"/>
                      <a:pt x="559" y="898"/>
                    </a:cubicBezTo>
                    <a:cubicBezTo>
                      <a:pt x="600" y="898"/>
                      <a:pt x="638" y="890"/>
                      <a:pt x="669" y="875"/>
                    </a:cubicBezTo>
                    <a:cubicBezTo>
                      <a:pt x="760" y="844"/>
                      <a:pt x="821" y="814"/>
                      <a:pt x="882" y="753"/>
                    </a:cubicBezTo>
                    <a:cubicBezTo>
                      <a:pt x="942" y="692"/>
                      <a:pt x="1003" y="571"/>
                      <a:pt x="1003" y="449"/>
                    </a:cubicBezTo>
                    <a:cubicBezTo>
                      <a:pt x="1003" y="328"/>
                      <a:pt x="942" y="206"/>
                      <a:pt x="882" y="145"/>
                    </a:cubicBezTo>
                    <a:cubicBezTo>
                      <a:pt x="821" y="84"/>
                      <a:pt x="760" y="54"/>
                      <a:pt x="669" y="24"/>
                    </a:cubicBezTo>
                    <a:cubicBezTo>
                      <a:pt x="638" y="8"/>
                      <a:pt x="600" y="1"/>
                      <a:pt x="5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8" name="Google Shape;6698;p48">
                <a:extLst>
                  <a:ext uri="{FF2B5EF4-FFF2-40B4-BE49-F238E27FC236}">
                    <a16:creationId xmlns:a16="http://schemas.microsoft.com/office/drawing/2014/main" id="{F845DA75-0C98-8526-AA86-947EB693B44C}"/>
                  </a:ext>
                </a:extLst>
              </p:cNvPr>
              <p:cNvSpPr/>
              <p:nvPr/>
            </p:nvSpPr>
            <p:spPr>
              <a:xfrm>
                <a:off x="1786775" y="4239725"/>
                <a:ext cx="28150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852" extrusionOk="0">
                    <a:moveTo>
                      <a:pt x="548" y="0"/>
                    </a:moveTo>
                    <a:cubicBezTo>
                      <a:pt x="0" y="0"/>
                      <a:pt x="0" y="851"/>
                      <a:pt x="548" y="851"/>
                    </a:cubicBezTo>
                    <a:cubicBezTo>
                      <a:pt x="1125" y="851"/>
                      <a:pt x="1125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9" name="Google Shape;6699;p48">
                <a:extLst>
                  <a:ext uri="{FF2B5EF4-FFF2-40B4-BE49-F238E27FC236}">
                    <a16:creationId xmlns:a16="http://schemas.microsoft.com/office/drawing/2014/main" id="{FEB49B60-2332-E6D1-08D2-39D7F51BBE2D}"/>
                  </a:ext>
                </a:extLst>
              </p:cNvPr>
              <p:cNvSpPr/>
              <p:nvPr/>
            </p:nvSpPr>
            <p:spPr>
              <a:xfrm>
                <a:off x="1842250" y="4155375"/>
                <a:ext cx="26625" cy="26600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64" extrusionOk="0">
                    <a:moveTo>
                      <a:pt x="517" y="0"/>
                    </a:moveTo>
                    <a:cubicBezTo>
                      <a:pt x="395" y="0"/>
                      <a:pt x="243" y="61"/>
                      <a:pt x="152" y="152"/>
                    </a:cubicBezTo>
                    <a:cubicBezTo>
                      <a:pt x="92" y="213"/>
                      <a:pt x="61" y="243"/>
                      <a:pt x="31" y="335"/>
                    </a:cubicBezTo>
                    <a:cubicBezTo>
                      <a:pt x="0" y="395"/>
                      <a:pt x="0" y="456"/>
                      <a:pt x="0" y="517"/>
                    </a:cubicBezTo>
                    <a:cubicBezTo>
                      <a:pt x="0" y="669"/>
                      <a:pt x="61" y="790"/>
                      <a:pt x="152" y="882"/>
                    </a:cubicBezTo>
                    <a:cubicBezTo>
                      <a:pt x="274" y="1003"/>
                      <a:pt x="395" y="1064"/>
                      <a:pt x="517" y="1064"/>
                    </a:cubicBezTo>
                    <a:cubicBezTo>
                      <a:pt x="669" y="1064"/>
                      <a:pt x="791" y="1003"/>
                      <a:pt x="882" y="882"/>
                    </a:cubicBezTo>
                    <a:cubicBezTo>
                      <a:pt x="943" y="851"/>
                      <a:pt x="973" y="790"/>
                      <a:pt x="1003" y="730"/>
                    </a:cubicBezTo>
                    <a:cubicBezTo>
                      <a:pt x="1034" y="669"/>
                      <a:pt x="1064" y="608"/>
                      <a:pt x="1064" y="517"/>
                    </a:cubicBezTo>
                    <a:cubicBezTo>
                      <a:pt x="1034" y="395"/>
                      <a:pt x="1003" y="243"/>
                      <a:pt x="882" y="152"/>
                    </a:cubicBezTo>
                    <a:cubicBezTo>
                      <a:pt x="791" y="61"/>
                      <a:pt x="669" y="0"/>
                      <a:pt x="5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0" name="Google Shape;6700;p48">
                <a:extLst>
                  <a:ext uri="{FF2B5EF4-FFF2-40B4-BE49-F238E27FC236}">
                    <a16:creationId xmlns:a16="http://schemas.microsoft.com/office/drawing/2014/main" id="{A82458CE-A40F-DADC-E5FE-4F42134EB719}"/>
                  </a:ext>
                </a:extLst>
              </p:cNvPr>
              <p:cNvSpPr/>
              <p:nvPr/>
            </p:nvSpPr>
            <p:spPr>
              <a:xfrm>
                <a:off x="1740425" y="4040625"/>
                <a:ext cx="47900" cy="37250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490" extrusionOk="0">
                    <a:moveTo>
                      <a:pt x="943" y="0"/>
                    </a:moveTo>
                    <a:cubicBezTo>
                      <a:pt x="0" y="0"/>
                      <a:pt x="0" y="1490"/>
                      <a:pt x="943" y="1490"/>
                    </a:cubicBezTo>
                    <a:cubicBezTo>
                      <a:pt x="1915" y="1490"/>
                      <a:pt x="1915" y="0"/>
                      <a:pt x="9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1" name="Google Shape;6701;p48">
                <a:extLst>
                  <a:ext uri="{FF2B5EF4-FFF2-40B4-BE49-F238E27FC236}">
                    <a16:creationId xmlns:a16="http://schemas.microsoft.com/office/drawing/2014/main" id="{B89CF381-5F89-5430-CD04-4BF23FE40BD3}"/>
                  </a:ext>
                </a:extLst>
              </p:cNvPr>
              <p:cNvSpPr/>
              <p:nvPr/>
            </p:nvSpPr>
            <p:spPr>
              <a:xfrm>
                <a:off x="1673550" y="4226800"/>
                <a:ext cx="258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1" extrusionOk="0">
                    <a:moveTo>
                      <a:pt x="517" y="0"/>
                    </a:moveTo>
                    <a:cubicBezTo>
                      <a:pt x="0" y="0"/>
                      <a:pt x="0" y="791"/>
                      <a:pt x="517" y="791"/>
                    </a:cubicBezTo>
                    <a:cubicBezTo>
                      <a:pt x="1034" y="79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2" name="Google Shape;6702;p48">
                <a:extLst>
                  <a:ext uri="{FF2B5EF4-FFF2-40B4-BE49-F238E27FC236}">
                    <a16:creationId xmlns:a16="http://schemas.microsoft.com/office/drawing/2014/main" id="{E94A8C7F-E6AC-7592-9D8B-97AFDDE109B6}"/>
                  </a:ext>
                </a:extLst>
              </p:cNvPr>
              <p:cNvSpPr/>
              <p:nvPr/>
            </p:nvSpPr>
            <p:spPr>
              <a:xfrm>
                <a:off x="1740425" y="4324825"/>
                <a:ext cx="20525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1" h="639" extrusionOk="0">
                    <a:moveTo>
                      <a:pt x="395" y="0"/>
                    </a:moveTo>
                    <a:cubicBezTo>
                      <a:pt x="0" y="0"/>
                      <a:pt x="0" y="639"/>
                      <a:pt x="395" y="639"/>
                    </a:cubicBezTo>
                    <a:cubicBezTo>
                      <a:pt x="821" y="639"/>
                      <a:pt x="821" y="0"/>
                      <a:pt x="3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3" name="Google Shape;6703;p48">
                <a:extLst>
                  <a:ext uri="{FF2B5EF4-FFF2-40B4-BE49-F238E27FC236}">
                    <a16:creationId xmlns:a16="http://schemas.microsoft.com/office/drawing/2014/main" id="{CA722C6D-CC74-E52A-82BB-727CE93AC6D2}"/>
                  </a:ext>
                </a:extLst>
              </p:cNvPr>
              <p:cNvSpPr/>
              <p:nvPr/>
            </p:nvSpPr>
            <p:spPr>
              <a:xfrm>
                <a:off x="1908350" y="4286150"/>
                <a:ext cx="20550" cy="199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96" extrusionOk="0">
                    <a:moveTo>
                      <a:pt x="409" y="0"/>
                    </a:moveTo>
                    <a:cubicBezTo>
                      <a:pt x="345" y="0"/>
                      <a:pt x="285" y="17"/>
                      <a:pt x="244" y="58"/>
                    </a:cubicBezTo>
                    <a:cubicBezTo>
                      <a:pt x="214" y="88"/>
                      <a:pt x="214" y="88"/>
                      <a:pt x="183" y="88"/>
                    </a:cubicBezTo>
                    <a:cubicBezTo>
                      <a:pt x="122" y="119"/>
                      <a:pt x="92" y="180"/>
                      <a:pt x="62" y="240"/>
                    </a:cubicBezTo>
                    <a:cubicBezTo>
                      <a:pt x="31" y="271"/>
                      <a:pt x="1" y="332"/>
                      <a:pt x="1" y="392"/>
                    </a:cubicBezTo>
                    <a:cubicBezTo>
                      <a:pt x="1" y="453"/>
                      <a:pt x="31" y="514"/>
                      <a:pt x="62" y="575"/>
                    </a:cubicBezTo>
                    <a:cubicBezTo>
                      <a:pt x="92" y="635"/>
                      <a:pt x="122" y="666"/>
                      <a:pt x="183" y="696"/>
                    </a:cubicBezTo>
                    <a:cubicBezTo>
                      <a:pt x="183" y="727"/>
                      <a:pt x="214" y="727"/>
                      <a:pt x="244" y="727"/>
                    </a:cubicBezTo>
                    <a:cubicBezTo>
                      <a:pt x="305" y="772"/>
                      <a:pt x="373" y="795"/>
                      <a:pt x="441" y="795"/>
                    </a:cubicBezTo>
                    <a:cubicBezTo>
                      <a:pt x="510" y="795"/>
                      <a:pt x="578" y="772"/>
                      <a:pt x="639" y="727"/>
                    </a:cubicBezTo>
                    <a:cubicBezTo>
                      <a:pt x="761" y="666"/>
                      <a:pt x="821" y="544"/>
                      <a:pt x="821" y="392"/>
                    </a:cubicBezTo>
                    <a:cubicBezTo>
                      <a:pt x="821" y="271"/>
                      <a:pt x="761" y="119"/>
                      <a:pt x="639" y="58"/>
                    </a:cubicBezTo>
                    <a:cubicBezTo>
                      <a:pt x="572" y="25"/>
                      <a:pt x="487" y="0"/>
                      <a:pt x="4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4" name="Google Shape;6704;p48">
                <a:extLst>
                  <a:ext uri="{FF2B5EF4-FFF2-40B4-BE49-F238E27FC236}">
                    <a16:creationId xmlns:a16="http://schemas.microsoft.com/office/drawing/2014/main" id="{4C8A1683-DE48-32C6-C671-9405DA498739}"/>
                  </a:ext>
                </a:extLst>
              </p:cNvPr>
              <p:cNvSpPr/>
              <p:nvPr/>
            </p:nvSpPr>
            <p:spPr>
              <a:xfrm>
                <a:off x="1878725" y="4359025"/>
                <a:ext cx="2585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21" extrusionOk="0">
                    <a:moveTo>
                      <a:pt x="517" y="0"/>
                    </a:moveTo>
                    <a:cubicBezTo>
                      <a:pt x="0" y="0"/>
                      <a:pt x="0" y="821"/>
                      <a:pt x="517" y="821"/>
                    </a:cubicBezTo>
                    <a:cubicBezTo>
                      <a:pt x="1034" y="82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5" name="Google Shape;6705;p48">
                <a:extLst>
                  <a:ext uri="{FF2B5EF4-FFF2-40B4-BE49-F238E27FC236}">
                    <a16:creationId xmlns:a16="http://schemas.microsoft.com/office/drawing/2014/main" id="{701BB738-3878-8B42-3D4C-DE2A63242110}"/>
                  </a:ext>
                </a:extLst>
              </p:cNvPr>
              <p:cNvSpPr/>
              <p:nvPr/>
            </p:nvSpPr>
            <p:spPr>
              <a:xfrm>
                <a:off x="1822500" y="435672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0" y="609"/>
                      <a:pt x="790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6" name="Google Shape;6706;p48">
                <a:extLst>
                  <a:ext uri="{FF2B5EF4-FFF2-40B4-BE49-F238E27FC236}">
                    <a16:creationId xmlns:a16="http://schemas.microsoft.com/office/drawing/2014/main" id="{EC1E07D1-92E5-66E3-B401-BB555E7A0299}"/>
                  </a:ext>
                </a:extLst>
              </p:cNvPr>
              <p:cNvSpPr/>
              <p:nvPr/>
            </p:nvSpPr>
            <p:spPr>
              <a:xfrm>
                <a:off x="1796650" y="4400050"/>
                <a:ext cx="2587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822" extrusionOk="0">
                    <a:moveTo>
                      <a:pt x="517" y="1"/>
                    </a:moveTo>
                    <a:cubicBezTo>
                      <a:pt x="1" y="1"/>
                      <a:pt x="1" y="821"/>
                      <a:pt x="517" y="821"/>
                    </a:cubicBezTo>
                    <a:cubicBezTo>
                      <a:pt x="1034" y="821"/>
                      <a:pt x="1034" y="1"/>
                      <a:pt x="5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7" name="Google Shape;6707;p48">
                <a:extLst>
                  <a:ext uri="{FF2B5EF4-FFF2-40B4-BE49-F238E27FC236}">
                    <a16:creationId xmlns:a16="http://schemas.microsoft.com/office/drawing/2014/main" id="{DFF5103A-0265-BA0A-512B-3DAF2339D77C}"/>
                  </a:ext>
                </a:extLst>
              </p:cNvPr>
              <p:cNvSpPr/>
              <p:nvPr/>
            </p:nvSpPr>
            <p:spPr>
              <a:xfrm>
                <a:off x="1703175" y="4423600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44" y="1"/>
                    </a:moveTo>
                    <a:cubicBezTo>
                      <a:pt x="1" y="1"/>
                      <a:pt x="1" y="396"/>
                      <a:pt x="244" y="396"/>
                    </a:cubicBezTo>
                    <a:cubicBezTo>
                      <a:pt x="518" y="396"/>
                      <a:pt x="518" y="1"/>
                      <a:pt x="2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8" name="Google Shape;6708;p48">
                <a:extLst>
                  <a:ext uri="{FF2B5EF4-FFF2-40B4-BE49-F238E27FC236}">
                    <a16:creationId xmlns:a16="http://schemas.microsoft.com/office/drawing/2014/main" id="{92F243E7-2864-F947-BAB5-51787CF602C1}"/>
                  </a:ext>
                </a:extLst>
              </p:cNvPr>
              <p:cNvSpPr/>
              <p:nvPr/>
            </p:nvSpPr>
            <p:spPr>
              <a:xfrm>
                <a:off x="1645425" y="4391700"/>
                <a:ext cx="1902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730" extrusionOk="0">
                    <a:moveTo>
                      <a:pt x="366" y="0"/>
                    </a:moveTo>
                    <a:cubicBezTo>
                      <a:pt x="274" y="0"/>
                      <a:pt x="183" y="61"/>
                      <a:pt x="122" y="122"/>
                    </a:cubicBezTo>
                    <a:cubicBezTo>
                      <a:pt x="31" y="183"/>
                      <a:pt x="1" y="274"/>
                      <a:pt x="1" y="365"/>
                    </a:cubicBezTo>
                    <a:cubicBezTo>
                      <a:pt x="1" y="456"/>
                      <a:pt x="31" y="578"/>
                      <a:pt x="122" y="638"/>
                    </a:cubicBezTo>
                    <a:cubicBezTo>
                      <a:pt x="183" y="699"/>
                      <a:pt x="274" y="730"/>
                      <a:pt x="366" y="730"/>
                    </a:cubicBezTo>
                    <a:cubicBezTo>
                      <a:pt x="457" y="730"/>
                      <a:pt x="578" y="699"/>
                      <a:pt x="639" y="638"/>
                    </a:cubicBezTo>
                    <a:cubicBezTo>
                      <a:pt x="700" y="578"/>
                      <a:pt x="761" y="456"/>
                      <a:pt x="730" y="365"/>
                    </a:cubicBezTo>
                    <a:cubicBezTo>
                      <a:pt x="730" y="274"/>
                      <a:pt x="700" y="183"/>
                      <a:pt x="639" y="122"/>
                    </a:cubicBezTo>
                    <a:cubicBezTo>
                      <a:pt x="548" y="31"/>
                      <a:pt x="487" y="0"/>
                      <a:pt x="3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9" name="Google Shape;6709;p48">
                <a:extLst>
                  <a:ext uri="{FF2B5EF4-FFF2-40B4-BE49-F238E27FC236}">
                    <a16:creationId xmlns:a16="http://schemas.microsoft.com/office/drawing/2014/main" id="{A0DE9EB4-B282-DDA7-1F2C-961CD62D3A4E}"/>
                  </a:ext>
                </a:extLst>
              </p:cNvPr>
              <p:cNvSpPr/>
              <p:nvPr/>
            </p:nvSpPr>
            <p:spPr>
              <a:xfrm>
                <a:off x="1563375" y="4405375"/>
                <a:ext cx="19000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730" extrusionOk="0">
                    <a:moveTo>
                      <a:pt x="365" y="0"/>
                    </a:moveTo>
                    <a:cubicBezTo>
                      <a:pt x="274" y="0"/>
                      <a:pt x="182" y="61"/>
                      <a:pt x="122" y="122"/>
                    </a:cubicBezTo>
                    <a:cubicBezTo>
                      <a:pt x="31" y="183"/>
                      <a:pt x="0" y="274"/>
                      <a:pt x="0" y="365"/>
                    </a:cubicBezTo>
                    <a:cubicBezTo>
                      <a:pt x="0" y="456"/>
                      <a:pt x="31" y="578"/>
                      <a:pt x="122" y="639"/>
                    </a:cubicBezTo>
                    <a:cubicBezTo>
                      <a:pt x="182" y="699"/>
                      <a:pt x="274" y="730"/>
                      <a:pt x="365" y="730"/>
                    </a:cubicBezTo>
                    <a:cubicBezTo>
                      <a:pt x="456" y="730"/>
                      <a:pt x="578" y="699"/>
                      <a:pt x="638" y="639"/>
                    </a:cubicBezTo>
                    <a:cubicBezTo>
                      <a:pt x="699" y="578"/>
                      <a:pt x="760" y="456"/>
                      <a:pt x="730" y="365"/>
                    </a:cubicBezTo>
                    <a:cubicBezTo>
                      <a:pt x="730" y="274"/>
                      <a:pt x="699" y="183"/>
                      <a:pt x="638" y="122"/>
                    </a:cubicBezTo>
                    <a:cubicBezTo>
                      <a:pt x="578" y="31"/>
                      <a:pt x="486" y="0"/>
                      <a:pt x="3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0" name="Google Shape;6710;p48">
                <a:extLst>
                  <a:ext uri="{FF2B5EF4-FFF2-40B4-BE49-F238E27FC236}">
                    <a16:creationId xmlns:a16="http://schemas.microsoft.com/office/drawing/2014/main" id="{8FEF135A-C0FF-16F2-C134-7F193854404C}"/>
                  </a:ext>
                </a:extLst>
              </p:cNvPr>
              <p:cNvSpPr/>
              <p:nvPr/>
            </p:nvSpPr>
            <p:spPr>
              <a:xfrm>
                <a:off x="1442550" y="4379950"/>
                <a:ext cx="27375" cy="23175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927" extrusionOk="0">
                    <a:moveTo>
                      <a:pt x="608" y="1"/>
                    </a:moveTo>
                    <a:cubicBezTo>
                      <a:pt x="588" y="1"/>
                      <a:pt x="568" y="4"/>
                      <a:pt x="547" y="14"/>
                    </a:cubicBezTo>
                    <a:lnTo>
                      <a:pt x="456" y="14"/>
                    </a:lnTo>
                    <a:cubicBezTo>
                      <a:pt x="395" y="14"/>
                      <a:pt x="335" y="14"/>
                      <a:pt x="304" y="45"/>
                    </a:cubicBezTo>
                    <a:cubicBezTo>
                      <a:pt x="243" y="75"/>
                      <a:pt x="183" y="105"/>
                      <a:pt x="152" y="136"/>
                    </a:cubicBezTo>
                    <a:cubicBezTo>
                      <a:pt x="61" y="227"/>
                      <a:pt x="0" y="349"/>
                      <a:pt x="31" y="470"/>
                    </a:cubicBezTo>
                    <a:cubicBezTo>
                      <a:pt x="31" y="592"/>
                      <a:pt x="61" y="713"/>
                      <a:pt x="152" y="805"/>
                    </a:cubicBezTo>
                    <a:lnTo>
                      <a:pt x="243" y="865"/>
                    </a:lnTo>
                    <a:cubicBezTo>
                      <a:pt x="304" y="896"/>
                      <a:pt x="395" y="926"/>
                      <a:pt x="456" y="926"/>
                    </a:cubicBezTo>
                    <a:lnTo>
                      <a:pt x="730" y="926"/>
                    </a:lnTo>
                    <a:lnTo>
                      <a:pt x="851" y="865"/>
                    </a:lnTo>
                    <a:cubicBezTo>
                      <a:pt x="912" y="835"/>
                      <a:pt x="942" y="805"/>
                      <a:pt x="973" y="744"/>
                    </a:cubicBezTo>
                    <a:cubicBezTo>
                      <a:pt x="1034" y="683"/>
                      <a:pt x="1094" y="561"/>
                      <a:pt x="1064" y="470"/>
                    </a:cubicBezTo>
                    <a:cubicBezTo>
                      <a:pt x="1064" y="379"/>
                      <a:pt x="1064" y="318"/>
                      <a:pt x="1003" y="227"/>
                    </a:cubicBezTo>
                    <a:cubicBezTo>
                      <a:pt x="973" y="136"/>
                      <a:pt x="851" y="75"/>
                      <a:pt x="730" y="14"/>
                    </a:cubicBezTo>
                    <a:cubicBezTo>
                      <a:pt x="689" y="14"/>
                      <a:pt x="649" y="1"/>
                      <a:pt x="6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1" name="Google Shape;6711;p48">
                <a:extLst>
                  <a:ext uri="{FF2B5EF4-FFF2-40B4-BE49-F238E27FC236}">
                    <a16:creationId xmlns:a16="http://schemas.microsoft.com/office/drawing/2014/main" id="{63CEFB1E-8177-AD51-CA82-8AF91AF0D546}"/>
                  </a:ext>
                </a:extLst>
              </p:cNvPr>
              <p:cNvSpPr/>
              <p:nvPr/>
            </p:nvSpPr>
            <p:spPr>
              <a:xfrm>
                <a:off x="1448625" y="4254350"/>
                <a:ext cx="26625" cy="264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57" extrusionOk="0">
                    <a:moveTo>
                      <a:pt x="441" y="0"/>
                    </a:moveTo>
                    <a:cubicBezTo>
                      <a:pt x="403" y="0"/>
                      <a:pt x="365" y="8"/>
                      <a:pt x="335" y="23"/>
                    </a:cubicBezTo>
                    <a:cubicBezTo>
                      <a:pt x="274" y="53"/>
                      <a:pt x="183" y="84"/>
                      <a:pt x="152" y="114"/>
                    </a:cubicBezTo>
                    <a:cubicBezTo>
                      <a:pt x="92" y="175"/>
                      <a:pt x="61" y="236"/>
                      <a:pt x="31" y="327"/>
                    </a:cubicBezTo>
                    <a:cubicBezTo>
                      <a:pt x="0" y="388"/>
                      <a:pt x="31" y="479"/>
                      <a:pt x="31" y="540"/>
                    </a:cubicBezTo>
                    <a:cubicBezTo>
                      <a:pt x="61" y="600"/>
                      <a:pt x="61" y="661"/>
                      <a:pt x="92" y="692"/>
                    </a:cubicBezTo>
                    <a:lnTo>
                      <a:pt x="183" y="813"/>
                    </a:lnTo>
                    <a:cubicBezTo>
                      <a:pt x="244" y="874"/>
                      <a:pt x="274" y="935"/>
                      <a:pt x="365" y="965"/>
                    </a:cubicBezTo>
                    <a:cubicBezTo>
                      <a:pt x="426" y="1026"/>
                      <a:pt x="517" y="1056"/>
                      <a:pt x="578" y="1056"/>
                    </a:cubicBezTo>
                    <a:cubicBezTo>
                      <a:pt x="730" y="1056"/>
                      <a:pt x="821" y="996"/>
                      <a:pt x="912" y="904"/>
                    </a:cubicBezTo>
                    <a:cubicBezTo>
                      <a:pt x="1003" y="813"/>
                      <a:pt x="1064" y="692"/>
                      <a:pt x="1064" y="570"/>
                    </a:cubicBezTo>
                    <a:cubicBezTo>
                      <a:pt x="1064" y="479"/>
                      <a:pt x="1034" y="418"/>
                      <a:pt x="1003" y="327"/>
                    </a:cubicBezTo>
                    <a:cubicBezTo>
                      <a:pt x="943" y="266"/>
                      <a:pt x="882" y="205"/>
                      <a:pt x="821" y="175"/>
                    </a:cubicBezTo>
                    <a:lnTo>
                      <a:pt x="699" y="84"/>
                    </a:lnTo>
                    <a:cubicBezTo>
                      <a:pt x="699" y="84"/>
                      <a:pt x="669" y="53"/>
                      <a:pt x="639" y="53"/>
                    </a:cubicBezTo>
                    <a:cubicBezTo>
                      <a:pt x="608" y="23"/>
                      <a:pt x="578" y="23"/>
                      <a:pt x="547" y="23"/>
                    </a:cubicBezTo>
                    <a:cubicBezTo>
                      <a:pt x="517" y="8"/>
                      <a:pt x="479" y="0"/>
                      <a:pt x="4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2" name="Google Shape;6712;p48">
                <a:extLst>
                  <a:ext uri="{FF2B5EF4-FFF2-40B4-BE49-F238E27FC236}">
                    <a16:creationId xmlns:a16="http://schemas.microsoft.com/office/drawing/2014/main" id="{A6E063FB-A0BB-6D05-D039-555E7F7AB1D4}"/>
                  </a:ext>
                </a:extLst>
              </p:cNvPr>
              <p:cNvSpPr/>
              <p:nvPr/>
            </p:nvSpPr>
            <p:spPr>
              <a:xfrm>
                <a:off x="1602875" y="4293675"/>
                <a:ext cx="30425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943" extrusionOk="0">
                    <a:moveTo>
                      <a:pt x="609" y="0"/>
                    </a:moveTo>
                    <a:cubicBezTo>
                      <a:pt x="1" y="0"/>
                      <a:pt x="1" y="942"/>
                      <a:pt x="609" y="942"/>
                    </a:cubicBezTo>
                    <a:cubicBezTo>
                      <a:pt x="1217" y="942"/>
                      <a:pt x="1217" y="0"/>
                      <a:pt x="6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3" name="Google Shape;6713;p48">
                <a:extLst>
                  <a:ext uri="{FF2B5EF4-FFF2-40B4-BE49-F238E27FC236}">
                    <a16:creationId xmlns:a16="http://schemas.microsoft.com/office/drawing/2014/main" id="{3A8E1C33-CA1A-234F-64BE-196383840807}"/>
                  </a:ext>
                </a:extLst>
              </p:cNvPr>
              <p:cNvSpPr/>
              <p:nvPr/>
            </p:nvSpPr>
            <p:spPr>
              <a:xfrm>
                <a:off x="1483575" y="4300500"/>
                <a:ext cx="2282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731" extrusionOk="0">
                    <a:moveTo>
                      <a:pt x="456" y="1"/>
                    </a:moveTo>
                    <a:cubicBezTo>
                      <a:pt x="1" y="1"/>
                      <a:pt x="1" y="730"/>
                      <a:pt x="456" y="730"/>
                    </a:cubicBezTo>
                    <a:cubicBezTo>
                      <a:pt x="912" y="730"/>
                      <a:pt x="912" y="1"/>
                      <a:pt x="4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4" name="Google Shape;6714;p48">
                <a:extLst>
                  <a:ext uri="{FF2B5EF4-FFF2-40B4-BE49-F238E27FC236}">
                    <a16:creationId xmlns:a16="http://schemas.microsoft.com/office/drawing/2014/main" id="{F7693071-1E29-D9E6-1A44-3FEBC4FB33D1}"/>
                  </a:ext>
                </a:extLst>
              </p:cNvPr>
              <p:cNvSpPr/>
              <p:nvPr/>
            </p:nvSpPr>
            <p:spPr>
              <a:xfrm>
                <a:off x="1498025" y="4364325"/>
                <a:ext cx="12175" cy="91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366" extrusionOk="0">
                    <a:moveTo>
                      <a:pt x="243" y="1"/>
                    </a:moveTo>
                    <a:cubicBezTo>
                      <a:pt x="0" y="1"/>
                      <a:pt x="0" y="366"/>
                      <a:pt x="243" y="366"/>
                    </a:cubicBezTo>
                    <a:cubicBezTo>
                      <a:pt x="486" y="366"/>
                      <a:pt x="486" y="1"/>
                      <a:pt x="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5" name="Google Shape;6715;p48">
                <a:extLst>
                  <a:ext uri="{FF2B5EF4-FFF2-40B4-BE49-F238E27FC236}">
                    <a16:creationId xmlns:a16="http://schemas.microsoft.com/office/drawing/2014/main" id="{D7652C29-322F-5DBF-D9DC-DD675CF7810A}"/>
                  </a:ext>
                </a:extLst>
              </p:cNvPr>
              <p:cNvSpPr/>
              <p:nvPr/>
            </p:nvSpPr>
            <p:spPr>
              <a:xfrm>
                <a:off x="1504100" y="4419050"/>
                <a:ext cx="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" extrusionOk="0">
                    <a:moveTo>
                      <a:pt x="0" y="0"/>
                    </a:moveTo>
                    <a:cubicBezTo>
                      <a:pt x="0" y="0"/>
                      <a:pt x="3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6" name="Google Shape;6716;p48">
                <a:extLst>
                  <a:ext uri="{FF2B5EF4-FFF2-40B4-BE49-F238E27FC236}">
                    <a16:creationId xmlns:a16="http://schemas.microsoft.com/office/drawing/2014/main" id="{70A75B71-C0C1-F09E-FDFA-8A10A33F4111}"/>
                  </a:ext>
                </a:extLst>
              </p:cNvPr>
              <p:cNvSpPr/>
              <p:nvPr/>
            </p:nvSpPr>
            <p:spPr>
              <a:xfrm>
                <a:off x="1364275" y="4404600"/>
                <a:ext cx="24350" cy="26625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65" extrusionOk="0">
                    <a:moveTo>
                      <a:pt x="487" y="1"/>
                    </a:moveTo>
                    <a:cubicBezTo>
                      <a:pt x="396" y="1"/>
                      <a:pt x="244" y="31"/>
                      <a:pt x="183" y="122"/>
                    </a:cubicBezTo>
                    <a:cubicBezTo>
                      <a:pt x="122" y="214"/>
                      <a:pt x="61" y="274"/>
                      <a:pt x="61" y="366"/>
                    </a:cubicBezTo>
                    <a:lnTo>
                      <a:pt x="31" y="457"/>
                    </a:lnTo>
                    <a:cubicBezTo>
                      <a:pt x="0" y="548"/>
                      <a:pt x="0" y="609"/>
                      <a:pt x="31" y="700"/>
                    </a:cubicBezTo>
                    <a:cubicBezTo>
                      <a:pt x="61" y="791"/>
                      <a:pt x="92" y="852"/>
                      <a:pt x="152" y="913"/>
                    </a:cubicBezTo>
                    <a:cubicBezTo>
                      <a:pt x="244" y="1004"/>
                      <a:pt x="365" y="1065"/>
                      <a:pt x="487" y="1065"/>
                    </a:cubicBezTo>
                    <a:cubicBezTo>
                      <a:pt x="608" y="1065"/>
                      <a:pt x="730" y="1004"/>
                      <a:pt x="821" y="913"/>
                    </a:cubicBezTo>
                    <a:cubicBezTo>
                      <a:pt x="882" y="852"/>
                      <a:pt x="943" y="791"/>
                      <a:pt x="943" y="700"/>
                    </a:cubicBezTo>
                    <a:cubicBezTo>
                      <a:pt x="973" y="639"/>
                      <a:pt x="973" y="548"/>
                      <a:pt x="943" y="457"/>
                    </a:cubicBezTo>
                    <a:lnTo>
                      <a:pt x="943" y="366"/>
                    </a:lnTo>
                    <a:cubicBezTo>
                      <a:pt x="912" y="274"/>
                      <a:pt x="882" y="214"/>
                      <a:pt x="821" y="122"/>
                    </a:cubicBezTo>
                    <a:cubicBezTo>
                      <a:pt x="760" y="92"/>
                      <a:pt x="730" y="62"/>
                      <a:pt x="669" y="31"/>
                    </a:cubicBezTo>
                    <a:cubicBezTo>
                      <a:pt x="608" y="1"/>
                      <a:pt x="548" y="1"/>
                      <a:pt x="4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7" name="Google Shape;6717;p48">
                <a:extLst>
                  <a:ext uri="{FF2B5EF4-FFF2-40B4-BE49-F238E27FC236}">
                    <a16:creationId xmlns:a16="http://schemas.microsoft.com/office/drawing/2014/main" id="{8F818066-626F-A242-848A-2FA16A34F2A1}"/>
                  </a:ext>
                </a:extLst>
              </p:cNvPr>
              <p:cNvSpPr/>
              <p:nvPr/>
            </p:nvSpPr>
            <p:spPr>
              <a:xfrm>
                <a:off x="1339200" y="4316475"/>
                <a:ext cx="28900" cy="228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912" extrusionOk="0">
                    <a:moveTo>
                      <a:pt x="578" y="0"/>
                    </a:moveTo>
                    <a:cubicBezTo>
                      <a:pt x="0" y="0"/>
                      <a:pt x="0" y="912"/>
                      <a:pt x="578" y="912"/>
                    </a:cubicBezTo>
                    <a:cubicBezTo>
                      <a:pt x="1155" y="912"/>
                      <a:pt x="1155" y="0"/>
                      <a:pt x="5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8" name="Google Shape;6718;p48">
                <a:extLst>
                  <a:ext uri="{FF2B5EF4-FFF2-40B4-BE49-F238E27FC236}">
                    <a16:creationId xmlns:a16="http://schemas.microsoft.com/office/drawing/2014/main" id="{B0A7B9B0-D534-036D-E207-F7CC7FAE901E}"/>
                  </a:ext>
                </a:extLst>
              </p:cNvPr>
              <p:cNvSpPr/>
              <p:nvPr/>
            </p:nvSpPr>
            <p:spPr>
              <a:xfrm>
                <a:off x="1409875" y="4352600"/>
                <a:ext cx="24325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940" extrusionOk="0">
                    <a:moveTo>
                      <a:pt x="487" y="0"/>
                    </a:moveTo>
                    <a:cubicBezTo>
                      <a:pt x="466" y="0"/>
                      <a:pt x="446" y="4"/>
                      <a:pt x="426" y="14"/>
                    </a:cubicBezTo>
                    <a:cubicBezTo>
                      <a:pt x="395" y="14"/>
                      <a:pt x="365" y="14"/>
                      <a:pt x="304" y="44"/>
                    </a:cubicBezTo>
                    <a:cubicBezTo>
                      <a:pt x="274" y="75"/>
                      <a:pt x="213" y="105"/>
                      <a:pt x="183" y="136"/>
                    </a:cubicBezTo>
                    <a:cubicBezTo>
                      <a:pt x="91" y="227"/>
                      <a:pt x="0" y="348"/>
                      <a:pt x="0" y="470"/>
                    </a:cubicBezTo>
                    <a:cubicBezTo>
                      <a:pt x="0" y="622"/>
                      <a:pt x="61" y="713"/>
                      <a:pt x="183" y="804"/>
                    </a:cubicBezTo>
                    <a:cubicBezTo>
                      <a:pt x="213" y="865"/>
                      <a:pt x="304" y="895"/>
                      <a:pt x="365" y="926"/>
                    </a:cubicBezTo>
                    <a:cubicBezTo>
                      <a:pt x="405" y="926"/>
                      <a:pt x="446" y="939"/>
                      <a:pt x="487" y="939"/>
                    </a:cubicBezTo>
                    <a:cubicBezTo>
                      <a:pt x="507" y="939"/>
                      <a:pt x="527" y="936"/>
                      <a:pt x="547" y="926"/>
                    </a:cubicBezTo>
                    <a:cubicBezTo>
                      <a:pt x="608" y="926"/>
                      <a:pt x="638" y="926"/>
                      <a:pt x="669" y="895"/>
                    </a:cubicBezTo>
                    <a:cubicBezTo>
                      <a:pt x="730" y="895"/>
                      <a:pt x="760" y="865"/>
                      <a:pt x="790" y="835"/>
                    </a:cubicBezTo>
                    <a:cubicBezTo>
                      <a:pt x="821" y="804"/>
                      <a:pt x="851" y="774"/>
                      <a:pt x="851" y="743"/>
                    </a:cubicBezTo>
                    <a:cubicBezTo>
                      <a:pt x="912" y="683"/>
                      <a:pt x="973" y="561"/>
                      <a:pt x="973" y="470"/>
                    </a:cubicBezTo>
                    <a:cubicBezTo>
                      <a:pt x="973" y="379"/>
                      <a:pt x="942" y="318"/>
                      <a:pt x="912" y="227"/>
                    </a:cubicBezTo>
                    <a:cubicBezTo>
                      <a:pt x="851" y="166"/>
                      <a:pt x="790" y="105"/>
                      <a:pt x="730" y="75"/>
                    </a:cubicBezTo>
                    <a:lnTo>
                      <a:pt x="608" y="14"/>
                    </a:lnTo>
                    <a:cubicBezTo>
                      <a:pt x="568" y="14"/>
                      <a:pt x="527" y="0"/>
                      <a:pt x="4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9" name="Google Shape;6719;p48">
                <a:extLst>
                  <a:ext uri="{FF2B5EF4-FFF2-40B4-BE49-F238E27FC236}">
                    <a16:creationId xmlns:a16="http://schemas.microsoft.com/office/drawing/2014/main" id="{5C21B5F3-A7F4-F7E8-FB77-E4581EDF9102}"/>
                  </a:ext>
                </a:extLst>
              </p:cNvPr>
              <p:cNvSpPr/>
              <p:nvPr/>
            </p:nvSpPr>
            <p:spPr>
              <a:xfrm>
                <a:off x="1526900" y="4417525"/>
                <a:ext cx="27375" cy="21300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852" extrusionOk="0">
                    <a:moveTo>
                      <a:pt x="547" y="1"/>
                    </a:moveTo>
                    <a:cubicBezTo>
                      <a:pt x="0" y="1"/>
                      <a:pt x="0" y="852"/>
                      <a:pt x="547" y="852"/>
                    </a:cubicBezTo>
                    <a:cubicBezTo>
                      <a:pt x="1094" y="852"/>
                      <a:pt x="1094" y="1"/>
                      <a:pt x="5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0" name="Google Shape;6720;p48">
                <a:extLst>
                  <a:ext uri="{FF2B5EF4-FFF2-40B4-BE49-F238E27FC236}">
                    <a16:creationId xmlns:a16="http://schemas.microsoft.com/office/drawing/2014/main" id="{0332BAE4-D10C-E2F6-EE7C-32F86216A3AC}"/>
                  </a:ext>
                </a:extLst>
              </p:cNvPr>
              <p:cNvSpPr/>
              <p:nvPr/>
            </p:nvSpPr>
            <p:spPr>
              <a:xfrm>
                <a:off x="1322475" y="4389925"/>
                <a:ext cx="22075" cy="24325"/>
              </a:xfrm>
              <a:custGeom>
                <a:avLst/>
                <a:gdLst/>
                <a:ahLst/>
                <a:cxnLst/>
                <a:rect l="l" t="t" r="r" b="b"/>
                <a:pathLst>
                  <a:path w="883" h="973" extrusionOk="0">
                    <a:moveTo>
                      <a:pt x="355" y="1"/>
                    </a:moveTo>
                    <a:cubicBezTo>
                      <a:pt x="294" y="1"/>
                      <a:pt x="233" y="16"/>
                      <a:pt x="183" y="41"/>
                    </a:cubicBezTo>
                    <a:cubicBezTo>
                      <a:pt x="61" y="132"/>
                      <a:pt x="1" y="254"/>
                      <a:pt x="31" y="406"/>
                    </a:cubicBezTo>
                    <a:cubicBezTo>
                      <a:pt x="61" y="497"/>
                      <a:pt x="92" y="558"/>
                      <a:pt x="122" y="649"/>
                    </a:cubicBezTo>
                    <a:lnTo>
                      <a:pt x="213" y="801"/>
                    </a:lnTo>
                    <a:cubicBezTo>
                      <a:pt x="252" y="918"/>
                      <a:pt x="379" y="972"/>
                      <a:pt x="497" y="972"/>
                    </a:cubicBezTo>
                    <a:cubicBezTo>
                      <a:pt x="563" y="972"/>
                      <a:pt x="626" y="955"/>
                      <a:pt x="669" y="922"/>
                    </a:cubicBezTo>
                    <a:cubicBezTo>
                      <a:pt x="852" y="831"/>
                      <a:pt x="882" y="618"/>
                      <a:pt x="791" y="466"/>
                    </a:cubicBezTo>
                    <a:lnTo>
                      <a:pt x="821" y="466"/>
                    </a:lnTo>
                    <a:cubicBezTo>
                      <a:pt x="730" y="345"/>
                      <a:pt x="669" y="193"/>
                      <a:pt x="578" y="102"/>
                    </a:cubicBezTo>
                    <a:cubicBezTo>
                      <a:pt x="525" y="30"/>
                      <a:pt x="440" y="1"/>
                      <a:pt x="3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1" name="Google Shape;6721;p48">
                <a:extLst>
                  <a:ext uri="{FF2B5EF4-FFF2-40B4-BE49-F238E27FC236}">
                    <a16:creationId xmlns:a16="http://schemas.microsoft.com/office/drawing/2014/main" id="{0BF60093-F0DC-F429-E8B3-26518ECBD7E5}"/>
                  </a:ext>
                </a:extLst>
              </p:cNvPr>
              <p:cNvSpPr/>
              <p:nvPr/>
            </p:nvSpPr>
            <p:spPr>
              <a:xfrm>
                <a:off x="1239650" y="4373875"/>
                <a:ext cx="18275" cy="17500"/>
              </a:xfrm>
              <a:custGeom>
                <a:avLst/>
                <a:gdLst/>
                <a:ahLst/>
                <a:cxnLst/>
                <a:rect l="l" t="t" r="r" b="b"/>
                <a:pathLst>
                  <a:path w="731" h="700" extrusionOk="0">
                    <a:moveTo>
                      <a:pt x="235" y="1"/>
                    </a:moveTo>
                    <a:cubicBezTo>
                      <a:pt x="220" y="1"/>
                      <a:pt x="203" y="4"/>
                      <a:pt x="183" y="14"/>
                    </a:cubicBezTo>
                    <a:cubicBezTo>
                      <a:pt x="153" y="14"/>
                      <a:pt x="122" y="44"/>
                      <a:pt x="92" y="75"/>
                    </a:cubicBezTo>
                    <a:cubicBezTo>
                      <a:pt x="61" y="105"/>
                      <a:pt x="31" y="136"/>
                      <a:pt x="31" y="166"/>
                    </a:cubicBezTo>
                    <a:cubicBezTo>
                      <a:pt x="31" y="196"/>
                      <a:pt x="1" y="257"/>
                      <a:pt x="31" y="288"/>
                    </a:cubicBezTo>
                    <a:cubicBezTo>
                      <a:pt x="31" y="318"/>
                      <a:pt x="31" y="318"/>
                      <a:pt x="31" y="348"/>
                    </a:cubicBezTo>
                    <a:cubicBezTo>
                      <a:pt x="31" y="379"/>
                      <a:pt x="31" y="409"/>
                      <a:pt x="31" y="440"/>
                    </a:cubicBezTo>
                    <a:lnTo>
                      <a:pt x="92" y="531"/>
                    </a:lnTo>
                    <a:cubicBezTo>
                      <a:pt x="122" y="592"/>
                      <a:pt x="183" y="652"/>
                      <a:pt x="244" y="683"/>
                    </a:cubicBezTo>
                    <a:cubicBezTo>
                      <a:pt x="284" y="693"/>
                      <a:pt x="328" y="700"/>
                      <a:pt x="372" y="700"/>
                    </a:cubicBezTo>
                    <a:cubicBezTo>
                      <a:pt x="460" y="700"/>
                      <a:pt x="548" y="673"/>
                      <a:pt x="608" y="592"/>
                    </a:cubicBezTo>
                    <a:cubicBezTo>
                      <a:pt x="700" y="500"/>
                      <a:pt x="730" y="379"/>
                      <a:pt x="700" y="257"/>
                    </a:cubicBezTo>
                    <a:cubicBezTo>
                      <a:pt x="700" y="196"/>
                      <a:pt x="639" y="136"/>
                      <a:pt x="578" y="75"/>
                    </a:cubicBezTo>
                    <a:cubicBezTo>
                      <a:pt x="517" y="44"/>
                      <a:pt x="456" y="14"/>
                      <a:pt x="365" y="14"/>
                    </a:cubicBezTo>
                    <a:lnTo>
                      <a:pt x="304" y="14"/>
                    </a:lnTo>
                    <a:cubicBezTo>
                      <a:pt x="284" y="14"/>
                      <a:pt x="264" y="1"/>
                      <a:pt x="2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2" name="Google Shape;6722;p48">
                <a:extLst>
                  <a:ext uri="{FF2B5EF4-FFF2-40B4-BE49-F238E27FC236}">
                    <a16:creationId xmlns:a16="http://schemas.microsoft.com/office/drawing/2014/main" id="{D1498785-2E8E-2CDF-B01F-DEAD8A52007B}"/>
                  </a:ext>
                </a:extLst>
              </p:cNvPr>
              <p:cNvSpPr/>
              <p:nvPr/>
            </p:nvSpPr>
            <p:spPr>
              <a:xfrm>
                <a:off x="1235100" y="4293675"/>
                <a:ext cx="1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365" y="0"/>
                    </a:moveTo>
                    <a:cubicBezTo>
                      <a:pt x="0" y="0"/>
                      <a:pt x="0" y="547"/>
                      <a:pt x="365" y="547"/>
                    </a:cubicBezTo>
                    <a:cubicBezTo>
                      <a:pt x="730" y="547"/>
                      <a:pt x="730" y="0"/>
                      <a:pt x="3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3" name="Google Shape;6723;p48">
                <a:extLst>
                  <a:ext uri="{FF2B5EF4-FFF2-40B4-BE49-F238E27FC236}">
                    <a16:creationId xmlns:a16="http://schemas.microsoft.com/office/drawing/2014/main" id="{515E78D8-9620-60CA-ABE8-9972218571DE}"/>
                  </a:ext>
                </a:extLst>
              </p:cNvPr>
              <p:cNvSpPr/>
              <p:nvPr/>
            </p:nvSpPr>
            <p:spPr>
              <a:xfrm>
                <a:off x="1268525" y="4340775"/>
                <a:ext cx="251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791" extrusionOk="0">
                    <a:moveTo>
                      <a:pt x="487" y="1"/>
                    </a:moveTo>
                    <a:cubicBezTo>
                      <a:pt x="1" y="1"/>
                      <a:pt x="1" y="791"/>
                      <a:pt x="487" y="791"/>
                    </a:cubicBezTo>
                    <a:cubicBezTo>
                      <a:pt x="1004" y="791"/>
                      <a:pt x="1004" y="1"/>
                      <a:pt x="4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4" name="Google Shape;6724;p48">
                <a:extLst>
                  <a:ext uri="{FF2B5EF4-FFF2-40B4-BE49-F238E27FC236}">
                    <a16:creationId xmlns:a16="http://schemas.microsoft.com/office/drawing/2014/main" id="{A019EF91-A0C4-6123-5BFB-B604B5AF60EA}"/>
                  </a:ext>
                </a:extLst>
              </p:cNvPr>
              <p:cNvSpPr/>
              <p:nvPr/>
            </p:nvSpPr>
            <p:spPr>
              <a:xfrm>
                <a:off x="1162150" y="4359775"/>
                <a:ext cx="22050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882" h="731" extrusionOk="0">
                    <a:moveTo>
                      <a:pt x="365" y="1"/>
                    </a:moveTo>
                    <a:cubicBezTo>
                      <a:pt x="274" y="1"/>
                      <a:pt x="183" y="61"/>
                      <a:pt x="122" y="122"/>
                    </a:cubicBezTo>
                    <a:cubicBezTo>
                      <a:pt x="61" y="183"/>
                      <a:pt x="0" y="274"/>
                      <a:pt x="0" y="365"/>
                    </a:cubicBezTo>
                    <a:cubicBezTo>
                      <a:pt x="31" y="456"/>
                      <a:pt x="61" y="578"/>
                      <a:pt x="122" y="639"/>
                    </a:cubicBezTo>
                    <a:cubicBezTo>
                      <a:pt x="183" y="700"/>
                      <a:pt x="274" y="730"/>
                      <a:pt x="365" y="730"/>
                    </a:cubicBezTo>
                    <a:cubicBezTo>
                      <a:pt x="487" y="730"/>
                      <a:pt x="608" y="730"/>
                      <a:pt x="699" y="669"/>
                    </a:cubicBezTo>
                    <a:cubicBezTo>
                      <a:pt x="760" y="639"/>
                      <a:pt x="790" y="608"/>
                      <a:pt x="821" y="548"/>
                    </a:cubicBezTo>
                    <a:cubicBezTo>
                      <a:pt x="851" y="487"/>
                      <a:pt x="882" y="426"/>
                      <a:pt x="882" y="365"/>
                    </a:cubicBezTo>
                    <a:cubicBezTo>
                      <a:pt x="882" y="305"/>
                      <a:pt x="851" y="244"/>
                      <a:pt x="821" y="213"/>
                    </a:cubicBezTo>
                    <a:cubicBezTo>
                      <a:pt x="790" y="153"/>
                      <a:pt x="760" y="122"/>
                      <a:pt x="699" y="92"/>
                    </a:cubicBezTo>
                    <a:cubicBezTo>
                      <a:pt x="608" y="31"/>
                      <a:pt x="487" y="31"/>
                      <a:pt x="3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5" name="Google Shape;6725;p48">
                <a:extLst>
                  <a:ext uri="{FF2B5EF4-FFF2-40B4-BE49-F238E27FC236}">
                    <a16:creationId xmlns:a16="http://schemas.microsoft.com/office/drawing/2014/main" id="{D6D9DFE1-13E2-F988-9BCA-B9C599C9B148}"/>
                  </a:ext>
                </a:extLst>
              </p:cNvPr>
              <p:cNvSpPr/>
              <p:nvPr/>
            </p:nvSpPr>
            <p:spPr>
              <a:xfrm>
                <a:off x="1117300" y="4402325"/>
                <a:ext cx="2662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217" extrusionOk="0">
                    <a:moveTo>
                      <a:pt x="518" y="1"/>
                    </a:moveTo>
                    <a:cubicBezTo>
                      <a:pt x="396" y="1"/>
                      <a:pt x="244" y="62"/>
                      <a:pt x="153" y="153"/>
                    </a:cubicBezTo>
                    <a:lnTo>
                      <a:pt x="92" y="274"/>
                    </a:lnTo>
                    <a:cubicBezTo>
                      <a:pt x="31" y="335"/>
                      <a:pt x="31" y="426"/>
                      <a:pt x="1" y="517"/>
                    </a:cubicBezTo>
                    <a:lnTo>
                      <a:pt x="1" y="669"/>
                    </a:lnTo>
                    <a:cubicBezTo>
                      <a:pt x="1" y="761"/>
                      <a:pt x="31" y="821"/>
                      <a:pt x="62" y="882"/>
                    </a:cubicBezTo>
                    <a:cubicBezTo>
                      <a:pt x="62" y="943"/>
                      <a:pt x="122" y="1004"/>
                      <a:pt x="153" y="1065"/>
                    </a:cubicBezTo>
                    <a:cubicBezTo>
                      <a:pt x="214" y="1095"/>
                      <a:pt x="274" y="1125"/>
                      <a:pt x="335" y="1156"/>
                    </a:cubicBezTo>
                    <a:cubicBezTo>
                      <a:pt x="396" y="1186"/>
                      <a:pt x="457" y="1217"/>
                      <a:pt x="548" y="1217"/>
                    </a:cubicBezTo>
                    <a:cubicBezTo>
                      <a:pt x="670" y="1217"/>
                      <a:pt x="822" y="1156"/>
                      <a:pt x="913" y="1065"/>
                    </a:cubicBezTo>
                    <a:cubicBezTo>
                      <a:pt x="1004" y="943"/>
                      <a:pt x="1065" y="821"/>
                      <a:pt x="1065" y="669"/>
                    </a:cubicBezTo>
                    <a:lnTo>
                      <a:pt x="1034" y="517"/>
                    </a:lnTo>
                    <a:cubicBezTo>
                      <a:pt x="1034" y="396"/>
                      <a:pt x="1004" y="244"/>
                      <a:pt x="882" y="153"/>
                    </a:cubicBezTo>
                    <a:cubicBezTo>
                      <a:pt x="852" y="122"/>
                      <a:pt x="791" y="62"/>
                      <a:pt x="730" y="62"/>
                    </a:cubicBezTo>
                    <a:cubicBezTo>
                      <a:pt x="670" y="31"/>
                      <a:pt x="609" y="1"/>
                      <a:pt x="5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6" name="Google Shape;6726;p48">
                <a:extLst>
                  <a:ext uri="{FF2B5EF4-FFF2-40B4-BE49-F238E27FC236}">
                    <a16:creationId xmlns:a16="http://schemas.microsoft.com/office/drawing/2014/main" id="{44F4E1C2-597A-0933-E6AD-B696A897D062}"/>
                  </a:ext>
                </a:extLst>
              </p:cNvPr>
              <p:cNvSpPr/>
              <p:nvPr/>
            </p:nvSpPr>
            <p:spPr>
              <a:xfrm>
                <a:off x="1246500" y="4413725"/>
                <a:ext cx="13700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427" extrusionOk="0">
                    <a:moveTo>
                      <a:pt x="274" y="1"/>
                    </a:moveTo>
                    <a:cubicBezTo>
                      <a:pt x="0" y="1"/>
                      <a:pt x="0" y="426"/>
                      <a:pt x="274" y="426"/>
                    </a:cubicBezTo>
                    <a:cubicBezTo>
                      <a:pt x="547" y="426"/>
                      <a:pt x="547" y="1"/>
                      <a:pt x="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7" name="Google Shape;6727;p48">
                <a:extLst>
                  <a:ext uri="{FF2B5EF4-FFF2-40B4-BE49-F238E27FC236}">
                    <a16:creationId xmlns:a16="http://schemas.microsoft.com/office/drawing/2014/main" id="{BDEC0036-E43E-8B63-BF97-832911AC5225}"/>
                  </a:ext>
                </a:extLst>
              </p:cNvPr>
              <p:cNvSpPr/>
              <p:nvPr/>
            </p:nvSpPr>
            <p:spPr>
              <a:xfrm>
                <a:off x="1307275" y="4412975"/>
                <a:ext cx="19800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821" extrusionOk="0">
                    <a:moveTo>
                      <a:pt x="396" y="0"/>
                    </a:moveTo>
                    <a:lnTo>
                      <a:pt x="335" y="31"/>
                    </a:lnTo>
                    <a:cubicBezTo>
                      <a:pt x="274" y="31"/>
                      <a:pt x="244" y="61"/>
                      <a:pt x="183" y="91"/>
                    </a:cubicBezTo>
                    <a:cubicBezTo>
                      <a:pt x="153" y="122"/>
                      <a:pt x="122" y="183"/>
                      <a:pt x="92" y="243"/>
                    </a:cubicBezTo>
                    <a:cubicBezTo>
                      <a:pt x="1" y="365"/>
                      <a:pt x="31" y="517"/>
                      <a:pt x="92" y="608"/>
                    </a:cubicBezTo>
                    <a:cubicBezTo>
                      <a:pt x="153" y="730"/>
                      <a:pt x="274" y="821"/>
                      <a:pt x="396" y="821"/>
                    </a:cubicBezTo>
                    <a:cubicBezTo>
                      <a:pt x="548" y="821"/>
                      <a:pt x="669" y="730"/>
                      <a:pt x="730" y="608"/>
                    </a:cubicBezTo>
                    <a:cubicBezTo>
                      <a:pt x="791" y="517"/>
                      <a:pt x="791" y="365"/>
                      <a:pt x="730" y="243"/>
                    </a:cubicBezTo>
                    <a:cubicBezTo>
                      <a:pt x="700" y="183"/>
                      <a:pt x="669" y="152"/>
                      <a:pt x="609" y="91"/>
                    </a:cubicBezTo>
                    <a:cubicBezTo>
                      <a:pt x="548" y="61"/>
                      <a:pt x="487" y="0"/>
                      <a:pt x="3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8" name="Google Shape;6728;p48">
                <a:extLst>
                  <a:ext uri="{FF2B5EF4-FFF2-40B4-BE49-F238E27FC236}">
                    <a16:creationId xmlns:a16="http://schemas.microsoft.com/office/drawing/2014/main" id="{D0C8D1E9-70DB-E083-4687-07BD29F88720}"/>
                  </a:ext>
                </a:extLst>
              </p:cNvPr>
              <p:cNvSpPr/>
              <p:nvPr/>
            </p:nvSpPr>
            <p:spPr>
              <a:xfrm>
                <a:off x="1170500" y="4397775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6" y="0"/>
                    </a:moveTo>
                    <a:cubicBezTo>
                      <a:pt x="1" y="0"/>
                      <a:pt x="1" y="639"/>
                      <a:pt x="396" y="639"/>
                    </a:cubicBezTo>
                    <a:cubicBezTo>
                      <a:pt x="821" y="639"/>
                      <a:pt x="821" y="0"/>
                      <a:pt x="3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9" name="Google Shape;6729;p48">
                <a:extLst>
                  <a:ext uri="{FF2B5EF4-FFF2-40B4-BE49-F238E27FC236}">
                    <a16:creationId xmlns:a16="http://schemas.microsoft.com/office/drawing/2014/main" id="{4855427E-9EFC-406A-1AC4-5C0514B158DA}"/>
                  </a:ext>
                </a:extLst>
              </p:cNvPr>
              <p:cNvSpPr/>
              <p:nvPr/>
            </p:nvSpPr>
            <p:spPr>
              <a:xfrm>
                <a:off x="1332350" y="4273625"/>
                <a:ext cx="21300" cy="180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23" extrusionOk="0">
                    <a:moveTo>
                      <a:pt x="491" y="0"/>
                    </a:moveTo>
                    <a:cubicBezTo>
                      <a:pt x="459" y="0"/>
                      <a:pt x="426" y="4"/>
                      <a:pt x="396" y="12"/>
                    </a:cubicBezTo>
                    <a:lnTo>
                      <a:pt x="305" y="12"/>
                    </a:lnTo>
                    <a:cubicBezTo>
                      <a:pt x="305" y="12"/>
                      <a:pt x="274" y="42"/>
                      <a:pt x="274" y="42"/>
                    </a:cubicBezTo>
                    <a:cubicBezTo>
                      <a:pt x="214" y="42"/>
                      <a:pt x="153" y="73"/>
                      <a:pt x="122" y="133"/>
                    </a:cubicBezTo>
                    <a:cubicBezTo>
                      <a:pt x="92" y="133"/>
                      <a:pt x="92" y="164"/>
                      <a:pt x="62" y="194"/>
                    </a:cubicBezTo>
                    <a:cubicBezTo>
                      <a:pt x="1" y="285"/>
                      <a:pt x="1" y="437"/>
                      <a:pt x="62" y="529"/>
                    </a:cubicBezTo>
                    <a:cubicBezTo>
                      <a:pt x="92" y="559"/>
                      <a:pt x="92" y="559"/>
                      <a:pt x="122" y="589"/>
                    </a:cubicBezTo>
                    <a:cubicBezTo>
                      <a:pt x="153" y="620"/>
                      <a:pt x="214" y="650"/>
                      <a:pt x="274" y="681"/>
                    </a:cubicBezTo>
                    <a:lnTo>
                      <a:pt x="305" y="681"/>
                    </a:lnTo>
                    <a:lnTo>
                      <a:pt x="396" y="711"/>
                    </a:lnTo>
                    <a:cubicBezTo>
                      <a:pt x="426" y="719"/>
                      <a:pt x="459" y="722"/>
                      <a:pt x="491" y="722"/>
                    </a:cubicBezTo>
                    <a:cubicBezTo>
                      <a:pt x="590" y="722"/>
                      <a:pt x="692" y="688"/>
                      <a:pt x="761" y="620"/>
                    </a:cubicBezTo>
                    <a:cubicBezTo>
                      <a:pt x="821" y="559"/>
                      <a:pt x="852" y="468"/>
                      <a:pt x="852" y="346"/>
                    </a:cubicBezTo>
                    <a:cubicBezTo>
                      <a:pt x="852" y="255"/>
                      <a:pt x="821" y="164"/>
                      <a:pt x="761" y="103"/>
                    </a:cubicBezTo>
                    <a:cubicBezTo>
                      <a:pt x="692" y="35"/>
                      <a:pt x="590" y="0"/>
                      <a:pt x="4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0" name="Google Shape;6730;p48">
                <a:extLst>
                  <a:ext uri="{FF2B5EF4-FFF2-40B4-BE49-F238E27FC236}">
                    <a16:creationId xmlns:a16="http://schemas.microsoft.com/office/drawing/2014/main" id="{30A56E71-B0E5-2C35-21F2-769B87322E11}"/>
                  </a:ext>
                </a:extLst>
              </p:cNvPr>
              <p:cNvSpPr/>
              <p:nvPr/>
            </p:nvSpPr>
            <p:spPr>
              <a:xfrm>
                <a:off x="1464575" y="4210850"/>
                <a:ext cx="1597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08" extrusionOk="0">
                    <a:moveTo>
                      <a:pt x="433" y="52"/>
                    </a:moveTo>
                    <a:cubicBezTo>
                      <a:pt x="438" y="52"/>
                      <a:pt x="446" y="56"/>
                      <a:pt x="453" y="61"/>
                    </a:cubicBezTo>
                    <a:lnTo>
                      <a:pt x="426" y="61"/>
                    </a:lnTo>
                    <a:cubicBezTo>
                      <a:pt x="426" y="54"/>
                      <a:pt x="429" y="52"/>
                      <a:pt x="433" y="52"/>
                    </a:cubicBezTo>
                    <a:close/>
                    <a:moveTo>
                      <a:pt x="305" y="0"/>
                    </a:moveTo>
                    <a:cubicBezTo>
                      <a:pt x="274" y="0"/>
                      <a:pt x="213" y="0"/>
                      <a:pt x="183" y="61"/>
                    </a:cubicBezTo>
                    <a:cubicBezTo>
                      <a:pt x="61" y="122"/>
                      <a:pt x="1" y="274"/>
                      <a:pt x="31" y="395"/>
                    </a:cubicBezTo>
                    <a:cubicBezTo>
                      <a:pt x="61" y="517"/>
                      <a:pt x="183" y="608"/>
                      <a:pt x="305" y="608"/>
                    </a:cubicBezTo>
                    <a:cubicBezTo>
                      <a:pt x="426" y="608"/>
                      <a:pt x="548" y="547"/>
                      <a:pt x="578" y="426"/>
                    </a:cubicBezTo>
                    <a:cubicBezTo>
                      <a:pt x="639" y="304"/>
                      <a:pt x="578" y="152"/>
                      <a:pt x="457" y="61"/>
                    </a:cubicBezTo>
                    <a:cubicBezTo>
                      <a:pt x="426" y="30"/>
                      <a:pt x="365" y="0"/>
                      <a:pt x="3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1" name="Google Shape;6731;p48">
                <a:extLst>
                  <a:ext uri="{FF2B5EF4-FFF2-40B4-BE49-F238E27FC236}">
                    <a16:creationId xmlns:a16="http://schemas.microsoft.com/office/drawing/2014/main" id="{484ACE71-FD3A-7657-74CD-61D21B1A2FEB}"/>
                  </a:ext>
                </a:extLst>
              </p:cNvPr>
              <p:cNvSpPr/>
              <p:nvPr/>
            </p:nvSpPr>
            <p:spPr>
              <a:xfrm>
                <a:off x="1466850" y="4112050"/>
                <a:ext cx="1980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1" extrusionOk="0">
                    <a:moveTo>
                      <a:pt x="396" y="1"/>
                    </a:moveTo>
                    <a:cubicBezTo>
                      <a:pt x="335" y="1"/>
                      <a:pt x="274" y="31"/>
                      <a:pt x="214" y="92"/>
                    </a:cubicBezTo>
                    <a:cubicBezTo>
                      <a:pt x="153" y="122"/>
                      <a:pt x="122" y="183"/>
                      <a:pt x="92" y="244"/>
                    </a:cubicBezTo>
                    <a:cubicBezTo>
                      <a:pt x="31" y="365"/>
                      <a:pt x="1" y="517"/>
                      <a:pt x="92" y="609"/>
                    </a:cubicBezTo>
                    <a:cubicBezTo>
                      <a:pt x="153" y="730"/>
                      <a:pt x="274" y="791"/>
                      <a:pt x="396" y="791"/>
                    </a:cubicBezTo>
                    <a:cubicBezTo>
                      <a:pt x="548" y="791"/>
                      <a:pt x="670" y="730"/>
                      <a:pt x="730" y="609"/>
                    </a:cubicBezTo>
                    <a:cubicBezTo>
                      <a:pt x="791" y="517"/>
                      <a:pt x="791" y="365"/>
                      <a:pt x="730" y="244"/>
                    </a:cubicBezTo>
                    <a:cubicBezTo>
                      <a:pt x="700" y="183"/>
                      <a:pt x="670" y="122"/>
                      <a:pt x="609" y="92"/>
                    </a:cubicBezTo>
                    <a:cubicBezTo>
                      <a:pt x="548" y="31"/>
                      <a:pt x="487" y="1"/>
                      <a:pt x="3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2" name="Google Shape;6732;p48">
                <a:extLst>
                  <a:ext uri="{FF2B5EF4-FFF2-40B4-BE49-F238E27FC236}">
                    <a16:creationId xmlns:a16="http://schemas.microsoft.com/office/drawing/2014/main" id="{290153CA-CD04-FC37-DAC9-9DF4681109A7}"/>
                  </a:ext>
                </a:extLst>
              </p:cNvPr>
              <p:cNvSpPr/>
              <p:nvPr/>
            </p:nvSpPr>
            <p:spPr>
              <a:xfrm>
                <a:off x="1364275" y="4180450"/>
                <a:ext cx="6100" cy="9125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65" extrusionOk="0">
                    <a:moveTo>
                      <a:pt x="122" y="0"/>
                    </a:moveTo>
                    <a:cubicBezTo>
                      <a:pt x="61" y="0"/>
                      <a:pt x="31" y="61"/>
                      <a:pt x="31" y="122"/>
                    </a:cubicBezTo>
                    <a:cubicBezTo>
                      <a:pt x="31" y="152"/>
                      <a:pt x="31" y="213"/>
                      <a:pt x="0" y="243"/>
                    </a:cubicBezTo>
                    <a:cubicBezTo>
                      <a:pt x="0" y="304"/>
                      <a:pt x="61" y="365"/>
                      <a:pt x="122" y="365"/>
                    </a:cubicBezTo>
                    <a:cubicBezTo>
                      <a:pt x="183" y="365"/>
                      <a:pt x="244" y="304"/>
                      <a:pt x="244" y="243"/>
                    </a:cubicBezTo>
                    <a:lnTo>
                      <a:pt x="244" y="122"/>
                    </a:lnTo>
                    <a:cubicBezTo>
                      <a:pt x="213" y="61"/>
                      <a:pt x="213" y="0"/>
                      <a:pt x="1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3" name="Google Shape;6733;p48">
                <a:extLst>
                  <a:ext uri="{FF2B5EF4-FFF2-40B4-BE49-F238E27FC236}">
                    <a16:creationId xmlns:a16="http://schemas.microsoft.com/office/drawing/2014/main" id="{33247CAB-ADD9-3053-A0C9-BACD2AAC017D}"/>
                  </a:ext>
                </a:extLst>
              </p:cNvPr>
              <p:cNvSpPr/>
              <p:nvPr/>
            </p:nvSpPr>
            <p:spPr>
              <a:xfrm>
                <a:off x="1332350" y="4094200"/>
                <a:ext cx="16000" cy="17875"/>
              </a:xfrm>
              <a:custGeom>
                <a:avLst/>
                <a:gdLst/>
                <a:ahLst/>
                <a:cxnLst/>
                <a:rect l="l" t="t" r="r" b="b"/>
                <a:pathLst>
                  <a:path w="640" h="715" extrusionOk="0">
                    <a:moveTo>
                      <a:pt x="320" y="0"/>
                    </a:moveTo>
                    <a:cubicBezTo>
                      <a:pt x="229" y="0"/>
                      <a:pt x="138" y="46"/>
                      <a:pt x="92" y="137"/>
                    </a:cubicBezTo>
                    <a:cubicBezTo>
                      <a:pt x="62" y="198"/>
                      <a:pt x="31" y="259"/>
                      <a:pt x="31" y="350"/>
                    </a:cubicBezTo>
                    <a:cubicBezTo>
                      <a:pt x="1" y="441"/>
                      <a:pt x="1" y="563"/>
                      <a:pt x="92" y="623"/>
                    </a:cubicBezTo>
                    <a:cubicBezTo>
                      <a:pt x="153" y="684"/>
                      <a:pt x="214" y="715"/>
                      <a:pt x="305" y="715"/>
                    </a:cubicBezTo>
                    <a:cubicBezTo>
                      <a:pt x="396" y="715"/>
                      <a:pt x="487" y="684"/>
                      <a:pt x="518" y="623"/>
                    </a:cubicBezTo>
                    <a:cubicBezTo>
                      <a:pt x="609" y="563"/>
                      <a:pt x="639" y="441"/>
                      <a:pt x="609" y="350"/>
                    </a:cubicBezTo>
                    <a:cubicBezTo>
                      <a:pt x="609" y="259"/>
                      <a:pt x="578" y="198"/>
                      <a:pt x="548" y="137"/>
                    </a:cubicBezTo>
                    <a:cubicBezTo>
                      <a:pt x="502" y="46"/>
                      <a:pt x="411" y="0"/>
                      <a:pt x="3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4" name="Google Shape;6734;p48">
                <a:extLst>
                  <a:ext uri="{FF2B5EF4-FFF2-40B4-BE49-F238E27FC236}">
                    <a16:creationId xmlns:a16="http://schemas.microsoft.com/office/drawing/2014/main" id="{38B148F0-CF22-3256-C50C-ABB79586652C}"/>
                  </a:ext>
                </a:extLst>
              </p:cNvPr>
              <p:cNvSpPr/>
              <p:nvPr/>
            </p:nvSpPr>
            <p:spPr>
              <a:xfrm>
                <a:off x="1436475" y="4036825"/>
                <a:ext cx="1825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70" extrusionOk="0">
                    <a:moveTo>
                      <a:pt x="395" y="0"/>
                    </a:moveTo>
                    <a:cubicBezTo>
                      <a:pt x="274" y="0"/>
                      <a:pt x="152" y="31"/>
                      <a:pt x="91" y="152"/>
                    </a:cubicBezTo>
                    <a:cubicBezTo>
                      <a:pt x="0" y="244"/>
                      <a:pt x="0" y="365"/>
                      <a:pt x="30" y="487"/>
                    </a:cubicBezTo>
                    <a:cubicBezTo>
                      <a:pt x="91" y="578"/>
                      <a:pt x="182" y="669"/>
                      <a:pt x="304" y="669"/>
                    </a:cubicBezTo>
                    <a:lnTo>
                      <a:pt x="486" y="669"/>
                    </a:lnTo>
                    <a:cubicBezTo>
                      <a:pt x="547" y="639"/>
                      <a:pt x="608" y="578"/>
                      <a:pt x="638" y="517"/>
                    </a:cubicBezTo>
                    <a:cubicBezTo>
                      <a:pt x="638" y="487"/>
                      <a:pt x="669" y="456"/>
                      <a:pt x="669" y="426"/>
                    </a:cubicBezTo>
                    <a:cubicBezTo>
                      <a:pt x="730" y="396"/>
                      <a:pt x="730" y="304"/>
                      <a:pt x="669" y="244"/>
                    </a:cubicBezTo>
                    <a:cubicBezTo>
                      <a:pt x="669" y="244"/>
                      <a:pt x="669" y="213"/>
                      <a:pt x="638" y="213"/>
                    </a:cubicBezTo>
                    <a:cubicBezTo>
                      <a:pt x="608" y="92"/>
                      <a:pt x="517" y="31"/>
                      <a:pt x="3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5" name="Google Shape;6735;p48">
                <a:extLst>
                  <a:ext uri="{FF2B5EF4-FFF2-40B4-BE49-F238E27FC236}">
                    <a16:creationId xmlns:a16="http://schemas.microsoft.com/office/drawing/2014/main" id="{374AA359-6BF4-01DE-3CD0-CC75E516DEA5}"/>
                  </a:ext>
                </a:extLst>
              </p:cNvPr>
              <p:cNvSpPr/>
              <p:nvPr/>
            </p:nvSpPr>
            <p:spPr>
              <a:xfrm>
                <a:off x="1380225" y="4238200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6" y="0"/>
                    </a:moveTo>
                    <a:cubicBezTo>
                      <a:pt x="1" y="0"/>
                      <a:pt x="1" y="639"/>
                      <a:pt x="396" y="639"/>
                    </a:cubicBezTo>
                    <a:cubicBezTo>
                      <a:pt x="821" y="639"/>
                      <a:pt x="821" y="0"/>
                      <a:pt x="3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6" name="Google Shape;6736;p48">
                <a:extLst>
                  <a:ext uri="{FF2B5EF4-FFF2-40B4-BE49-F238E27FC236}">
                    <a16:creationId xmlns:a16="http://schemas.microsoft.com/office/drawing/2014/main" id="{515CCE79-8E08-0947-19CF-90409717D0A8}"/>
                  </a:ext>
                </a:extLst>
              </p:cNvPr>
              <p:cNvSpPr/>
              <p:nvPr/>
            </p:nvSpPr>
            <p:spPr>
              <a:xfrm>
                <a:off x="1239650" y="4210850"/>
                <a:ext cx="1902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8" extrusionOk="0">
                    <a:moveTo>
                      <a:pt x="365" y="0"/>
                    </a:moveTo>
                    <a:cubicBezTo>
                      <a:pt x="1" y="0"/>
                      <a:pt x="1" y="608"/>
                      <a:pt x="365" y="608"/>
                    </a:cubicBezTo>
                    <a:cubicBezTo>
                      <a:pt x="760" y="608"/>
                      <a:pt x="760" y="0"/>
                      <a:pt x="3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7" name="Google Shape;6737;p48">
                <a:extLst>
                  <a:ext uri="{FF2B5EF4-FFF2-40B4-BE49-F238E27FC236}">
                    <a16:creationId xmlns:a16="http://schemas.microsoft.com/office/drawing/2014/main" id="{F6E8B43E-F2E9-DFFA-907B-3B839FC1C162}"/>
                  </a:ext>
                </a:extLst>
              </p:cNvPr>
              <p:cNvSpPr/>
              <p:nvPr/>
            </p:nvSpPr>
            <p:spPr>
              <a:xfrm>
                <a:off x="1238125" y="4104450"/>
                <a:ext cx="1220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396" extrusionOk="0">
                    <a:moveTo>
                      <a:pt x="244" y="1"/>
                    </a:moveTo>
                    <a:cubicBezTo>
                      <a:pt x="1" y="1"/>
                      <a:pt x="1" y="396"/>
                      <a:pt x="244" y="396"/>
                    </a:cubicBezTo>
                    <a:cubicBezTo>
                      <a:pt x="487" y="396"/>
                      <a:pt x="487" y="1"/>
                      <a:pt x="2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8" name="Google Shape;6738;p48">
                <a:extLst>
                  <a:ext uri="{FF2B5EF4-FFF2-40B4-BE49-F238E27FC236}">
                    <a16:creationId xmlns:a16="http://schemas.microsoft.com/office/drawing/2014/main" id="{C8CFCA7A-6DFF-0D63-BC52-55562D5A72CE}"/>
                  </a:ext>
                </a:extLst>
              </p:cNvPr>
              <p:cNvSpPr/>
              <p:nvPr/>
            </p:nvSpPr>
            <p:spPr>
              <a:xfrm>
                <a:off x="1130975" y="4248075"/>
                <a:ext cx="17525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548" extrusionOk="0">
                    <a:moveTo>
                      <a:pt x="335" y="0"/>
                    </a:moveTo>
                    <a:cubicBezTo>
                      <a:pt x="1" y="0"/>
                      <a:pt x="1" y="548"/>
                      <a:pt x="335" y="548"/>
                    </a:cubicBezTo>
                    <a:cubicBezTo>
                      <a:pt x="700" y="548"/>
                      <a:pt x="700" y="0"/>
                      <a:pt x="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9" name="Google Shape;6739;p48">
                <a:extLst>
                  <a:ext uri="{FF2B5EF4-FFF2-40B4-BE49-F238E27FC236}">
                    <a16:creationId xmlns:a16="http://schemas.microsoft.com/office/drawing/2014/main" id="{7B11B8A7-2184-E536-E2DC-123CB44BA505}"/>
                  </a:ext>
                </a:extLst>
              </p:cNvPr>
              <p:cNvSpPr/>
              <p:nvPr/>
            </p:nvSpPr>
            <p:spPr>
              <a:xfrm>
                <a:off x="1232800" y="4240475"/>
                <a:ext cx="137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426" extrusionOk="0">
                    <a:moveTo>
                      <a:pt x="275" y="0"/>
                    </a:moveTo>
                    <a:cubicBezTo>
                      <a:pt x="1" y="0"/>
                      <a:pt x="1" y="426"/>
                      <a:pt x="275" y="426"/>
                    </a:cubicBezTo>
                    <a:cubicBezTo>
                      <a:pt x="548" y="426"/>
                      <a:pt x="548" y="0"/>
                      <a:pt x="2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0" name="Google Shape;6740;p48">
                <a:extLst>
                  <a:ext uri="{FF2B5EF4-FFF2-40B4-BE49-F238E27FC236}">
                    <a16:creationId xmlns:a16="http://schemas.microsoft.com/office/drawing/2014/main" id="{8B89872F-D37E-049D-4625-9BC577803FA4}"/>
                  </a:ext>
                </a:extLst>
              </p:cNvPr>
              <p:cNvSpPr/>
              <p:nvPr/>
            </p:nvSpPr>
            <p:spPr>
              <a:xfrm>
                <a:off x="1152275" y="42974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0"/>
                    </a:moveTo>
                    <a:cubicBezTo>
                      <a:pt x="0" y="0"/>
                      <a:pt x="0" y="608"/>
                      <a:pt x="395" y="608"/>
                    </a:cubicBezTo>
                    <a:cubicBezTo>
                      <a:pt x="790" y="608"/>
                      <a:pt x="790" y="0"/>
                      <a:pt x="3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1" name="Google Shape;6741;p48">
                <a:extLst>
                  <a:ext uri="{FF2B5EF4-FFF2-40B4-BE49-F238E27FC236}">
                    <a16:creationId xmlns:a16="http://schemas.microsoft.com/office/drawing/2014/main" id="{D1D9EF4F-0E10-AED4-7015-4FEFAB414516}"/>
                  </a:ext>
                </a:extLst>
              </p:cNvPr>
              <p:cNvSpPr/>
              <p:nvPr/>
            </p:nvSpPr>
            <p:spPr>
              <a:xfrm>
                <a:off x="1052725" y="4302775"/>
                <a:ext cx="1902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60" y="578"/>
                      <a:pt x="760" y="1"/>
                      <a:pt x="3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2" name="Google Shape;6742;p48">
                <a:extLst>
                  <a:ext uri="{FF2B5EF4-FFF2-40B4-BE49-F238E27FC236}">
                    <a16:creationId xmlns:a16="http://schemas.microsoft.com/office/drawing/2014/main" id="{301793D5-D9C7-D893-F08F-261DAEBD8CDB}"/>
                  </a:ext>
                </a:extLst>
              </p:cNvPr>
              <p:cNvSpPr/>
              <p:nvPr/>
            </p:nvSpPr>
            <p:spPr>
              <a:xfrm>
                <a:off x="1102100" y="4360975"/>
                <a:ext cx="18275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645" extrusionOk="0">
                    <a:moveTo>
                      <a:pt x="425" y="1"/>
                    </a:moveTo>
                    <a:cubicBezTo>
                      <a:pt x="404" y="1"/>
                      <a:pt x="383" y="4"/>
                      <a:pt x="366" y="13"/>
                    </a:cubicBezTo>
                    <a:cubicBezTo>
                      <a:pt x="305" y="13"/>
                      <a:pt x="214" y="44"/>
                      <a:pt x="183" y="105"/>
                    </a:cubicBezTo>
                    <a:lnTo>
                      <a:pt x="122" y="165"/>
                    </a:lnTo>
                    <a:cubicBezTo>
                      <a:pt x="1" y="226"/>
                      <a:pt x="1" y="408"/>
                      <a:pt x="122" y="500"/>
                    </a:cubicBezTo>
                    <a:cubicBezTo>
                      <a:pt x="153" y="500"/>
                      <a:pt x="153" y="500"/>
                      <a:pt x="183" y="530"/>
                    </a:cubicBezTo>
                    <a:lnTo>
                      <a:pt x="122" y="500"/>
                    </a:lnTo>
                    <a:lnTo>
                      <a:pt x="183" y="560"/>
                    </a:lnTo>
                    <a:lnTo>
                      <a:pt x="244" y="591"/>
                    </a:lnTo>
                    <a:lnTo>
                      <a:pt x="335" y="621"/>
                    </a:lnTo>
                    <a:cubicBezTo>
                      <a:pt x="366" y="636"/>
                      <a:pt x="396" y="644"/>
                      <a:pt x="426" y="644"/>
                    </a:cubicBezTo>
                    <a:cubicBezTo>
                      <a:pt x="457" y="644"/>
                      <a:pt x="487" y="636"/>
                      <a:pt x="518" y="621"/>
                    </a:cubicBezTo>
                    <a:cubicBezTo>
                      <a:pt x="639" y="560"/>
                      <a:pt x="730" y="439"/>
                      <a:pt x="730" y="317"/>
                    </a:cubicBezTo>
                    <a:cubicBezTo>
                      <a:pt x="730" y="226"/>
                      <a:pt x="670" y="105"/>
                      <a:pt x="578" y="44"/>
                    </a:cubicBezTo>
                    <a:cubicBezTo>
                      <a:pt x="535" y="22"/>
                      <a:pt x="477" y="1"/>
                      <a:pt x="4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3" name="Google Shape;6743;p48">
                <a:extLst>
                  <a:ext uri="{FF2B5EF4-FFF2-40B4-BE49-F238E27FC236}">
                    <a16:creationId xmlns:a16="http://schemas.microsoft.com/office/drawing/2014/main" id="{FA4389B9-329E-B9D4-9080-7219A439E76F}"/>
                  </a:ext>
                </a:extLst>
              </p:cNvPr>
              <p:cNvSpPr/>
              <p:nvPr/>
            </p:nvSpPr>
            <p:spPr>
              <a:xfrm>
                <a:off x="1041325" y="4397900"/>
                <a:ext cx="16725" cy="153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612" extrusionOk="0">
                    <a:moveTo>
                      <a:pt x="279" y="1"/>
                    </a:moveTo>
                    <a:cubicBezTo>
                      <a:pt x="205" y="1"/>
                      <a:pt x="126" y="44"/>
                      <a:pt x="61" y="87"/>
                    </a:cubicBezTo>
                    <a:cubicBezTo>
                      <a:pt x="31" y="147"/>
                      <a:pt x="0" y="208"/>
                      <a:pt x="0" y="299"/>
                    </a:cubicBezTo>
                    <a:cubicBezTo>
                      <a:pt x="0" y="390"/>
                      <a:pt x="31" y="451"/>
                      <a:pt x="61" y="512"/>
                    </a:cubicBezTo>
                    <a:cubicBezTo>
                      <a:pt x="136" y="562"/>
                      <a:pt x="230" y="611"/>
                      <a:pt x="312" y="611"/>
                    </a:cubicBezTo>
                    <a:cubicBezTo>
                      <a:pt x="331" y="611"/>
                      <a:pt x="348" y="609"/>
                      <a:pt x="365" y="603"/>
                    </a:cubicBezTo>
                    <a:lnTo>
                      <a:pt x="487" y="542"/>
                    </a:lnTo>
                    <a:cubicBezTo>
                      <a:pt x="547" y="512"/>
                      <a:pt x="578" y="512"/>
                      <a:pt x="608" y="451"/>
                    </a:cubicBezTo>
                    <a:cubicBezTo>
                      <a:pt x="639" y="421"/>
                      <a:pt x="669" y="360"/>
                      <a:pt x="669" y="299"/>
                    </a:cubicBezTo>
                    <a:cubicBezTo>
                      <a:pt x="669" y="269"/>
                      <a:pt x="669" y="208"/>
                      <a:pt x="639" y="178"/>
                    </a:cubicBezTo>
                    <a:cubicBezTo>
                      <a:pt x="608" y="117"/>
                      <a:pt x="547" y="87"/>
                      <a:pt x="487" y="56"/>
                    </a:cubicBezTo>
                    <a:lnTo>
                      <a:pt x="365" y="26"/>
                    </a:lnTo>
                    <a:cubicBezTo>
                      <a:pt x="338" y="8"/>
                      <a:pt x="309" y="1"/>
                      <a:pt x="2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4" name="Google Shape;6744;p48">
                <a:extLst>
                  <a:ext uri="{FF2B5EF4-FFF2-40B4-BE49-F238E27FC236}">
                    <a16:creationId xmlns:a16="http://schemas.microsoft.com/office/drawing/2014/main" id="{EACCD2EF-B721-B4FB-B6CB-8E261B003E0C}"/>
                  </a:ext>
                </a:extLst>
              </p:cNvPr>
              <p:cNvSpPr/>
              <p:nvPr/>
            </p:nvSpPr>
            <p:spPr>
              <a:xfrm>
                <a:off x="1077025" y="4421325"/>
                <a:ext cx="612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183" extrusionOk="0">
                    <a:moveTo>
                      <a:pt x="122" y="1"/>
                    </a:moveTo>
                    <a:cubicBezTo>
                      <a:pt x="1" y="1"/>
                      <a:pt x="1" y="183"/>
                      <a:pt x="122" y="183"/>
                    </a:cubicBezTo>
                    <a:cubicBezTo>
                      <a:pt x="244" y="183"/>
                      <a:pt x="244" y="1"/>
                      <a:pt x="1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5" name="Google Shape;6745;p48">
                <a:extLst>
                  <a:ext uri="{FF2B5EF4-FFF2-40B4-BE49-F238E27FC236}">
                    <a16:creationId xmlns:a16="http://schemas.microsoft.com/office/drawing/2014/main" id="{B6E71F38-96F2-9239-CA87-7F4F8C790AF3}"/>
                  </a:ext>
                </a:extLst>
              </p:cNvPr>
              <p:cNvSpPr/>
              <p:nvPr/>
            </p:nvSpPr>
            <p:spPr>
              <a:xfrm>
                <a:off x="1198625" y="4435000"/>
                <a:ext cx="1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48" extrusionOk="0">
                    <a:moveTo>
                      <a:pt x="365" y="1"/>
                    </a:moveTo>
                    <a:cubicBezTo>
                      <a:pt x="0" y="1"/>
                      <a:pt x="0" y="548"/>
                      <a:pt x="365" y="548"/>
                    </a:cubicBezTo>
                    <a:cubicBezTo>
                      <a:pt x="730" y="548"/>
                      <a:pt x="730" y="1"/>
                      <a:pt x="3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6" name="Google Shape;6746;p48">
                <a:extLst>
                  <a:ext uri="{FF2B5EF4-FFF2-40B4-BE49-F238E27FC236}">
                    <a16:creationId xmlns:a16="http://schemas.microsoft.com/office/drawing/2014/main" id="{21BBCB1D-185C-CD0D-169F-9C2B5E8EB416}"/>
                  </a:ext>
                </a:extLst>
              </p:cNvPr>
              <p:cNvSpPr/>
              <p:nvPr/>
            </p:nvSpPr>
            <p:spPr>
              <a:xfrm>
                <a:off x="1455450" y="4427400"/>
                <a:ext cx="15225" cy="1142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457" extrusionOk="0">
                    <a:moveTo>
                      <a:pt x="305" y="1"/>
                    </a:moveTo>
                    <a:cubicBezTo>
                      <a:pt x="1" y="1"/>
                      <a:pt x="1" y="457"/>
                      <a:pt x="305" y="457"/>
                    </a:cubicBezTo>
                    <a:cubicBezTo>
                      <a:pt x="609" y="457"/>
                      <a:pt x="609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7" name="Google Shape;6747;p48">
                <a:extLst>
                  <a:ext uri="{FF2B5EF4-FFF2-40B4-BE49-F238E27FC236}">
                    <a16:creationId xmlns:a16="http://schemas.microsoft.com/office/drawing/2014/main" id="{AB04F3A7-8033-DB93-7297-3284AD0FF262}"/>
                  </a:ext>
                </a:extLst>
              </p:cNvPr>
              <p:cNvSpPr/>
              <p:nvPr/>
            </p:nvSpPr>
            <p:spPr>
              <a:xfrm>
                <a:off x="1594525" y="4429675"/>
                <a:ext cx="205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0" extrusionOk="0">
                    <a:moveTo>
                      <a:pt x="395" y="1"/>
                    </a:moveTo>
                    <a:cubicBezTo>
                      <a:pt x="0" y="1"/>
                      <a:pt x="0" y="639"/>
                      <a:pt x="395" y="639"/>
                    </a:cubicBezTo>
                    <a:cubicBezTo>
                      <a:pt x="821" y="639"/>
                      <a:pt x="821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8" name="Google Shape;6748;p48">
                <a:extLst>
                  <a:ext uri="{FF2B5EF4-FFF2-40B4-BE49-F238E27FC236}">
                    <a16:creationId xmlns:a16="http://schemas.microsoft.com/office/drawing/2014/main" id="{28264856-C6A9-A015-A907-00EFFBA1A261}"/>
                  </a:ext>
                </a:extLst>
              </p:cNvPr>
              <p:cNvSpPr/>
              <p:nvPr/>
            </p:nvSpPr>
            <p:spPr>
              <a:xfrm>
                <a:off x="1768525" y="4433475"/>
                <a:ext cx="21325" cy="1772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709" extrusionOk="0">
                    <a:moveTo>
                      <a:pt x="366" y="1"/>
                    </a:moveTo>
                    <a:cubicBezTo>
                      <a:pt x="275" y="1"/>
                      <a:pt x="183" y="31"/>
                      <a:pt x="123" y="92"/>
                    </a:cubicBezTo>
                    <a:cubicBezTo>
                      <a:pt x="62" y="153"/>
                      <a:pt x="1" y="274"/>
                      <a:pt x="1" y="366"/>
                    </a:cubicBezTo>
                    <a:cubicBezTo>
                      <a:pt x="31" y="457"/>
                      <a:pt x="62" y="548"/>
                      <a:pt x="123" y="609"/>
                    </a:cubicBezTo>
                    <a:cubicBezTo>
                      <a:pt x="172" y="658"/>
                      <a:pt x="242" y="708"/>
                      <a:pt x="316" y="708"/>
                    </a:cubicBezTo>
                    <a:cubicBezTo>
                      <a:pt x="332" y="708"/>
                      <a:pt x="349" y="706"/>
                      <a:pt x="366" y="700"/>
                    </a:cubicBezTo>
                    <a:lnTo>
                      <a:pt x="487" y="700"/>
                    </a:lnTo>
                    <a:cubicBezTo>
                      <a:pt x="609" y="700"/>
                      <a:pt x="670" y="670"/>
                      <a:pt x="761" y="609"/>
                    </a:cubicBezTo>
                    <a:cubicBezTo>
                      <a:pt x="822" y="548"/>
                      <a:pt x="852" y="426"/>
                      <a:pt x="852" y="335"/>
                    </a:cubicBezTo>
                    <a:cubicBezTo>
                      <a:pt x="852" y="274"/>
                      <a:pt x="822" y="153"/>
                      <a:pt x="761" y="92"/>
                    </a:cubicBezTo>
                    <a:cubicBezTo>
                      <a:pt x="670" y="31"/>
                      <a:pt x="609" y="1"/>
                      <a:pt x="4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9" name="Google Shape;6749;p48">
                <a:extLst>
                  <a:ext uri="{FF2B5EF4-FFF2-40B4-BE49-F238E27FC236}">
                    <a16:creationId xmlns:a16="http://schemas.microsoft.com/office/drawing/2014/main" id="{5057085C-AE5D-570A-004E-8307A767F3D7}"/>
                  </a:ext>
                </a:extLst>
              </p:cNvPr>
              <p:cNvSpPr/>
              <p:nvPr/>
            </p:nvSpPr>
            <p:spPr>
              <a:xfrm>
                <a:off x="1961550" y="4438425"/>
                <a:ext cx="182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639" extrusionOk="0">
                    <a:moveTo>
                      <a:pt x="308" y="1"/>
                    </a:moveTo>
                    <a:cubicBezTo>
                      <a:pt x="251" y="1"/>
                      <a:pt x="198" y="16"/>
                      <a:pt x="152" y="46"/>
                    </a:cubicBezTo>
                    <a:cubicBezTo>
                      <a:pt x="61" y="107"/>
                      <a:pt x="0" y="228"/>
                      <a:pt x="0" y="320"/>
                    </a:cubicBezTo>
                    <a:cubicBezTo>
                      <a:pt x="0" y="441"/>
                      <a:pt x="61" y="563"/>
                      <a:pt x="152" y="593"/>
                    </a:cubicBezTo>
                    <a:cubicBezTo>
                      <a:pt x="198" y="624"/>
                      <a:pt x="251" y="639"/>
                      <a:pt x="308" y="639"/>
                    </a:cubicBezTo>
                    <a:cubicBezTo>
                      <a:pt x="365" y="639"/>
                      <a:pt x="426" y="624"/>
                      <a:pt x="487" y="593"/>
                    </a:cubicBezTo>
                    <a:cubicBezTo>
                      <a:pt x="487" y="593"/>
                      <a:pt x="517" y="593"/>
                      <a:pt x="548" y="563"/>
                    </a:cubicBezTo>
                    <a:cubicBezTo>
                      <a:pt x="730" y="472"/>
                      <a:pt x="730" y="198"/>
                      <a:pt x="548" y="76"/>
                    </a:cubicBezTo>
                    <a:cubicBezTo>
                      <a:pt x="517" y="76"/>
                      <a:pt x="487" y="76"/>
                      <a:pt x="487" y="46"/>
                    </a:cubicBezTo>
                    <a:cubicBezTo>
                      <a:pt x="426" y="16"/>
                      <a:pt x="365" y="1"/>
                      <a:pt x="3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0" name="Google Shape;6750;p48">
                <a:extLst>
                  <a:ext uri="{FF2B5EF4-FFF2-40B4-BE49-F238E27FC236}">
                    <a16:creationId xmlns:a16="http://schemas.microsoft.com/office/drawing/2014/main" id="{3CF1DE2E-62AC-15B2-9183-03CB7FB4982B}"/>
                  </a:ext>
                </a:extLst>
              </p:cNvPr>
              <p:cNvSpPr/>
              <p:nvPr/>
            </p:nvSpPr>
            <p:spPr>
              <a:xfrm>
                <a:off x="1988900" y="4250350"/>
                <a:ext cx="25100" cy="1902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761" extrusionOk="0">
                    <a:moveTo>
                      <a:pt x="487" y="1"/>
                    </a:moveTo>
                    <a:cubicBezTo>
                      <a:pt x="1" y="1"/>
                      <a:pt x="1" y="760"/>
                      <a:pt x="487" y="760"/>
                    </a:cubicBezTo>
                    <a:cubicBezTo>
                      <a:pt x="1004" y="760"/>
                      <a:pt x="1004" y="1"/>
                      <a:pt x="4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1" name="Google Shape;6751;p48">
                <a:extLst>
                  <a:ext uri="{FF2B5EF4-FFF2-40B4-BE49-F238E27FC236}">
                    <a16:creationId xmlns:a16="http://schemas.microsoft.com/office/drawing/2014/main" id="{3EDB9AF9-2061-2CFF-79F5-A88AB85049F1}"/>
                  </a:ext>
                </a:extLst>
              </p:cNvPr>
              <p:cNvSpPr/>
              <p:nvPr/>
            </p:nvSpPr>
            <p:spPr>
              <a:xfrm>
                <a:off x="1912150" y="4195650"/>
                <a:ext cx="23575" cy="18250"/>
              </a:xfrm>
              <a:custGeom>
                <a:avLst/>
                <a:gdLst/>
                <a:ahLst/>
                <a:cxnLst/>
                <a:rect l="l" t="t" r="r" b="b"/>
                <a:pathLst>
                  <a:path w="943" h="730" extrusionOk="0">
                    <a:moveTo>
                      <a:pt x="457" y="0"/>
                    </a:moveTo>
                    <a:cubicBezTo>
                      <a:pt x="1" y="0"/>
                      <a:pt x="1" y="730"/>
                      <a:pt x="457" y="730"/>
                    </a:cubicBezTo>
                    <a:cubicBezTo>
                      <a:pt x="943" y="730"/>
                      <a:pt x="943" y="0"/>
                      <a:pt x="4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2" name="Google Shape;6752;p48">
                <a:extLst>
                  <a:ext uri="{FF2B5EF4-FFF2-40B4-BE49-F238E27FC236}">
                    <a16:creationId xmlns:a16="http://schemas.microsoft.com/office/drawing/2014/main" id="{1BB2C6A6-9B71-D316-F956-567462885C1E}"/>
                  </a:ext>
                </a:extLst>
              </p:cNvPr>
              <p:cNvSpPr/>
              <p:nvPr/>
            </p:nvSpPr>
            <p:spPr>
              <a:xfrm>
                <a:off x="1995750" y="418347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5" y="1"/>
                    </a:moveTo>
                    <a:cubicBezTo>
                      <a:pt x="0" y="1"/>
                      <a:pt x="0" y="609"/>
                      <a:pt x="395" y="609"/>
                    </a:cubicBezTo>
                    <a:cubicBezTo>
                      <a:pt x="791" y="609"/>
                      <a:pt x="791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3" name="Google Shape;6753;p48">
                <a:extLst>
                  <a:ext uri="{FF2B5EF4-FFF2-40B4-BE49-F238E27FC236}">
                    <a16:creationId xmlns:a16="http://schemas.microsoft.com/office/drawing/2014/main" id="{877CC36F-E8F4-9449-DE11-E8CEC742DD9B}"/>
                  </a:ext>
                </a:extLst>
              </p:cNvPr>
              <p:cNvSpPr/>
              <p:nvPr/>
            </p:nvSpPr>
            <p:spPr>
              <a:xfrm>
                <a:off x="1900000" y="4133325"/>
                <a:ext cx="197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609" extrusionOk="0">
                    <a:moveTo>
                      <a:pt x="396" y="1"/>
                    </a:moveTo>
                    <a:cubicBezTo>
                      <a:pt x="0" y="1"/>
                      <a:pt x="0" y="609"/>
                      <a:pt x="396" y="609"/>
                    </a:cubicBezTo>
                    <a:cubicBezTo>
                      <a:pt x="791" y="609"/>
                      <a:pt x="791" y="1"/>
                      <a:pt x="3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4" name="Google Shape;6754;p48">
                <a:extLst>
                  <a:ext uri="{FF2B5EF4-FFF2-40B4-BE49-F238E27FC236}">
                    <a16:creationId xmlns:a16="http://schemas.microsoft.com/office/drawing/2014/main" id="{62671D3A-31E9-AE3D-A68A-39931B9E6D92}"/>
                  </a:ext>
                </a:extLst>
              </p:cNvPr>
              <p:cNvSpPr/>
              <p:nvPr/>
            </p:nvSpPr>
            <p:spPr>
              <a:xfrm>
                <a:off x="1792100" y="4112800"/>
                <a:ext cx="258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22" extrusionOk="0">
                    <a:moveTo>
                      <a:pt x="517" y="1"/>
                    </a:moveTo>
                    <a:cubicBezTo>
                      <a:pt x="0" y="1"/>
                      <a:pt x="0" y="822"/>
                      <a:pt x="517" y="822"/>
                    </a:cubicBezTo>
                    <a:cubicBezTo>
                      <a:pt x="1034" y="822"/>
                      <a:pt x="1034" y="1"/>
                      <a:pt x="5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5" name="Google Shape;6755;p48">
                <a:extLst>
                  <a:ext uri="{FF2B5EF4-FFF2-40B4-BE49-F238E27FC236}">
                    <a16:creationId xmlns:a16="http://schemas.microsoft.com/office/drawing/2014/main" id="{BEE68801-724B-4750-C6A6-DBACE9F0FB5E}"/>
                  </a:ext>
                </a:extLst>
              </p:cNvPr>
              <p:cNvSpPr/>
              <p:nvPr/>
            </p:nvSpPr>
            <p:spPr>
              <a:xfrm>
                <a:off x="1659100" y="4109150"/>
                <a:ext cx="20550" cy="183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733" extrusionOk="0">
                    <a:moveTo>
                      <a:pt x="373" y="1"/>
                    </a:moveTo>
                    <a:cubicBezTo>
                      <a:pt x="189" y="1"/>
                      <a:pt x="1" y="155"/>
                      <a:pt x="1" y="360"/>
                    </a:cubicBezTo>
                    <a:cubicBezTo>
                      <a:pt x="1" y="574"/>
                      <a:pt x="206" y="733"/>
                      <a:pt x="398" y="733"/>
                    </a:cubicBezTo>
                    <a:cubicBezTo>
                      <a:pt x="450" y="733"/>
                      <a:pt x="502" y="720"/>
                      <a:pt x="548" y="694"/>
                    </a:cubicBezTo>
                    <a:lnTo>
                      <a:pt x="639" y="633"/>
                    </a:lnTo>
                    <a:cubicBezTo>
                      <a:pt x="730" y="573"/>
                      <a:pt x="822" y="481"/>
                      <a:pt x="822" y="360"/>
                    </a:cubicBezTo>
                    <a:cubicBezTo>
                      <a:pt x="822" y="238"/>
                      <a:pt x="730" y="147"/>
                      <a:pt x="639" y="117"/>
                    </a:cubicBezTo>
                    <a:lnTo>
                      <a:pt x="548" y="56"/>
                    </a:lnTo>
                    <a:cubicBezTo>
                      <a:pt x="495" y="18"/>
                      <a:pt x="434" y="1"/>
                      <a:pt x="3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6" name="Google Shape;6756;p48">
                <a:extLst>
                  <a:ext uri="{FF2B5EF4-FFF2-40B4-BE49-F238E27FC236}">
                    <a16:creationId xmlns:a16="http://schemas.microsoft.com/office/drawing/2014/main" id="{FE8429F3-D208-4844-A28F-ED3FB06BF80F}"/>
                  </a:ext>
                </a:extLst>
              </p:cNvPr>
              <p:cNvSpPr/>
              <p:nvPr/>
            </p:nvSpPr>
            <p:spPr>
              <a:xfrm>
                <a:off x="1631000" y="4060375"/>
                <a:ext cx="2055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39" extrusionOk="0">
                    <a:moveTo>
                      <a:pt x="395" y="1"/>
                    </a:moveTo>
                    <a:cubicBezTo>
                      <a:pt x="0" y="1"/>
                      <a:pt x="0" y="639"/>
                      <a:pt x="395" y="639"/>
                    </a:cubicBezTo>
                    <a:cubicBezTo>
                      <a:pt x="821" y="639"/>
                      <a:pt x="821" y="1"/>
                      <a:pt x="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7" name="Google Shape;6757;p48">
                <a:extLst>
                  <a:ext uri="{FF2B5EF4-FFF2-40B4-BE49-F238E27FC236}">
                    <a16:creationId xmlns:a16="http://schemas.microsoft.com/office/drawing/2014/main" id="{BFE74A50-4334-A491-3E3A-ED4D1A22551C}"/>
                  </a:ext>
                </a:extLst>
              </p:cNvPr>
              <p:cNvSpPr/>
              <p:nvPr/>
            </p:nvSpPr>
            <p:spPr>
              <a:xfrm>
                <a:off x="1527650" y="4117375"/>
                <a:ext cx="258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1" extrusionOk="0">
                    <a:moveTo>
                      <a:pt x="517" y="0"/>
                    </a:moveTo>
                    <a:cubicBezTo>
                      <a:pt x="1" y="0"/>
                      <a:pt x="1" y="791"/>
                      <a:pt x="517" y="791"/>
                    </a:cubicBezTo>
                    <a:cubicBezTo>
                      <a:pt x="1034" y="791"/>
                      <a:pt x="1034" y="0"/>
                      <a:pt x="5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8" name="Google Shape;6758;p48">
                <a:extLst>
                  <a:ext uri="{FF2B5EF4-FFF2-40B4-BE49-F238E27FC236}">
                    <a16:creationId xmlns:a16="http://schemas.microsoft.com/office/drawing/2014/main" id="{63EEFBD5-ACCF-6199-6DDF-F49AD6C1DA8C}"/>
                  </a:ext>
                </a:extLst>
              </p:cNvPr>
              <p:cNvSpPr/>
              <p:nvPr/>
            </p:nvSpPr>
            <p:spPr>
              <a:xfrm>
                <a:off x="1508650" y="4223750"/>
                <a:ext cx="9900" cy="84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36" extrusionOk="0">
                    <a:moveTo>
                      <a:pt x="183" y="1"/>
                    </a:moveTo>
                    <a:cubicBezTo>
                      <a:pt x="1" y="1"/>
                      <a:pt x="1" y="335"/>
                      <a:pt x="183" y="335"/>
                    </a:cubicBezTo>
                    <a:cubicBezTo>
                      <a:pt x="396" y="335"/>
                      <a:pt x="396" y="1"/>
                      <a:pt x="1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9" name="Google Shape;6759;p48">
                <a:extLst>
                  <a:ext uri="{FF2B5EF4-FFF2-40B4-BE49-F238E27FC236}">
                    <a16:creationId xmlns:a16="http://schemas.microsoft.com/office/drawing/2014/main" id="{1C7847E7-32FD-D789-B88E-818D761ECB08}"/>
                  </a:ext>
                </a:extLst>
              </p:cNvPr>
              <p:cNvSpPr/>
              <p:nvPr/>
            </p:nvSpPr>
            <p:spPr>
              <a:xfrm>
                <a:off x="1590725" y="4143200"/>
                <a:ext cx="18250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579" extrusionOk="0">
                    <a:moveTo>
                      <a:pt x="365" y="1"/>
                    </a:moveTo>
                    <a:cubicBezTo>
                      <a:pt x="0" y="1"/>
                      <a:pt x="0" y="578"/>
                      <a:pt x="365" y="578"/>
                    </a:cubicBezTo>
                    <a:cubicBezTo>
                      <a:pt x="730" y="578"/>
                      <a:pt x="730" y="1"/>
                      <a:pt x="3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0" name="Google Shape;6760;p48">
                <a:extLst>
                  <a:ext uri="{FF2B5EF4-FFF2-40B4-BE49-F238E27FC236}">
                    <a16:creationId xmlns:a16="http://schemas.microsoft.com/office/drawing/2014/main" id="{2C3574F7-633D-F3BD-16CB-9D57E35F62BB}"/>
                  </a:ext>
                </a:extLst>
              </p:cNvPr>
              <p:cNvSpPr/>
              <p:nvPr/>
            </p:nvSpPr>
            <p:spPr>
              <a:xfrm>
                <a:off x="1551200" y="4055825"/>
                <a:ext cx="1902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609" extrusionOk="0">
                    <a:moveTo>
                      <a:pt x="244" y="0"/>
                    </a:moveTo>
                    <a:cubicBezTo>
                      <a:pt x="183" y="31"/>
                      <a:pt x="122" y="61"/>
                      <a:pt x="92" y="92"/>
                    </a:cubicBezTo>
                    <a:cubicBezTo>
                      <a:pt x="31" y="152"/>
                      <a:pt x="1" y="213"/>
                      <a:pt x="1" y="304"/>
                    </a:cubicBezTo>
                    <a:cubicBezTo>
                      <a:pt x="1" y="395"/>
                      <a:pt x="31" y="456"/>
                      <a:pt x="92" y="517"/>
                    </a:cubicBezTo>
                    <a:cubicBezTo>
                      <a:pt x="122" y="578"/>
                      <a:pt x="183" y="578"/>
                      <a:pt x="244" y="608"/>
                    </a:cubicBezTo>
                    <a:lnTo>
                      <a:pt x="396" y="608"/>
                    </a:lnTo>
                    <a:lnTo>
                      <a:pt x="548" y="578"/>
                    </a:lnTo>
                    <a:lnTo>
                      <a:pt x="639" y="547"/>
                    </a:lnTo>
                    <a:cubicBezTo>
                      <a:pt x="669" y="547"/>
                      <a:pt x="700" y="517"/>
                      <a:pt x="700" y="487"/>
                    </a:cubicBezTo>
                    <a:cubicBezTo>
                      <a:pt x="730" y="426"/>
                      <a:pt x="761" y="365"/>
                      <a:pt x="761" y="304"/>
                    </a:cubicBezTo>
                    <a:cubicBezTo>
                      <a:pt x="761" y="274"/>
                      <a:pt x="761" y="213"/>
                      <a:pt x="730" y="152"/>
                    </a:cubicBezTo>
                    <a:cubicBezTo>
                      <a:pt x="700" y="122"/>
                      <a:pt x="609" y="31"/>
                      <a:pt x="548" y="31"/>
                    </a:cubicBezTo>
                    <a:lnTo>
                      <a:pt x="3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1" name="Google Shape;6761;p48">
                <a:extLst>
                  <a:ext uri="{FF2B5EF4-FFF2-40B4-BE49-F238E27FC236}">
                    <a16:creationId xmlns:a16="http://schemas.microsoft.com/office/drawing/2014/main" id="{5275FE9C-20DB-570B-5934-939E715ADABC}"/>
                  </a:ext>
                </a:extLst>
              </p:cNvPr>
              <p:cNvSpPr/>
              <p:nvPr/>
            </p:nvSpPr>
            <p:spPr>
              <a:xfrm>
                <a:off x="1744225" y="3967675"/>
                <a:ext cx="12950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96" extrusionOk="0">
                    <a:moveTo>
                      <a:pt x="243" y="0"/>
                    </a:moveTo>
                    <a:cubicBezTo>
                      <a:pt x="0" y="0"/>
                      <a:pt x="0" y="396"/>
                      <a:pt x="243" y="396"/>
                    </a:cubicBezTo>
                    <a:cubicBezTo>
                      <a:pt x="517" y="396"/>
                      <a:pt x="517" y="0"/>
                      <a:pt x="2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2" name="Google Shape;6762;p48">
                <a:extLst>
                  <a:ext uri="{FF2B5EF4-FFF2-40B4-BE49-F238E27FC236}">
                    <a16:creationId xmlns:a16="http://schemas.microsoft.com/office/drawing/2014/main" id="{04F9B120-12DF-2A57-00BE-FD474D89260D}"/>
                  </a:ext>
                </a:extLst>
              </p:cNvPr>
              <p:cNvSpPr/>
              <p:nvPr/>
            </p:nvSpPr>
            <p:spPr>
              <a:xfrm>
                <a:off x="1864275" y="4079375"/>
                <a:ext cx="18275" cy="1447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579" extrusionOk="0">
                    <a:moveTo>
                      <a:pt x="366" y="1"/>
                    </a:moveTo>
                    <a:cubicBezTo>
                      <a:pt x="1" y="1"/>
                      <a:pt x="1" y="578"/>
                      <a:pt x="366" y="578"/>
                    </a:cubicBezTo>
                    <a:cubicBezTo>
                      <a:pt x="730" y="578"/>
                      <a:pt x="730" y="1"/>
                      <a:pt x="3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52663305"/>
      </p:ext>
    </p:extLst>
  </p:cSld>
  <p:clrMapOvr>
    <a:masterClrMapping/>
  </p:clrMapOvr>
</p:sld>
</file>

<file path=ppt/theme/theme1.xml><?xml version="1.0" encoding="utf-8"?>
<a:theme xmlns:a="http://schemas.openxmlformats.org/drawingml/2006/main" name="Social Science Major for College: Geography by Slidesgo">
  <a:themeElements>
    <a:clrScheme name="Simple Light">
      <a:dk1>
        <a:srgbClr val="1D454D"/>
      </a:dk1>
      <a:lt1>
        <a:srgbClr val="FFF8F0"/>
      </a:lt1>
      <a:dk2>
        <a:srgbClr val="818274"/>
      </a:dk2>
      <a:lt2>
        <a:srgbClr val="D9B391"/>
      </a:lt2>
      <a:accent1>
        <a:srgbClr val="FAE6D1"/>
      </a:accent1>
      <a:accent2>
        <a:srgbClr val="CED1C0"/>
      </a:accent2>
      <a:accent3>
        <a:srgbClr val="EDEDED"/>
      </a:accent3>
      <a:accent4>
        <a:srgbClr val="FFFFFF"/>
      </a:accent4>
      <a:accent5>
        <a:srgbClr val="FFFFFF"/>
      </a:accent5>
      <a:accent6>
        <a:srgbClr val="FFFFFF"/>
      </a:accent6>
      <a:hlink>
        <a:srgbClr val="1D45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600</Words>
  <Application>Microsoft Office PowerPoint</Application>
  <PresentationFormat>On-screen Show (16:9)</PresentationFormat>
  <Paragraphs>94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Wingdings</vt:lpstr>
      <vt:lpstr>Manjari</vt:lpstr>
      <vt:lpstr>Archivo Light</vt:lpstr>
      <vt:lpstr>Archivo Medium</vt:lpstr>
      <vt:lpstr>Bebas Neue</vt:lpstr>
      <vt:lpstr>Times New Roman</vt:lpstr>
      <vt:lpstr>Arial</vt:lpstr>
      <vt:lpstr>Social Science Major for College: Geography by Slidesgo</vt:lpstr>
      <vt:lpstr>Air Quality Index (AQI) Prediction</vt:lpstr>
      <vt:lpstr>INTRODUCTION</vt:lpstr>
      <vt:lpstr>PowerPoint Presentation</vt:lpstr>
      <vt:lpstr>PROBLEM STATEMENT</vt:lpstr>
      <vt:lpstr>OBJECTIVE</vt:lpstr>
      <vt:lpstr>Dataset Overview</vt:lpstr>
      <vt:lpstr>Exploratory Data Analysis</vt:lpstr>
      <vt:lpstr>Feature Importance</vt:lpstr>
      <vt:lpstr>Model Comparison + Selection</vt:lpstr>
      <vt:lpstr>Performance Evaluation</vt:lpstr>
      <vt:lpstr>Streamlit Deployment</vt:lpstr>
      <vt:lpstr>CONCLUSION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Reverie Selcouth</dc:creator>
  <cp:lastModifiedBy>Noesis Celestial</cp:lastModifiedBy>
  <cp:revision>6</cp:revision>
  <dcterms:modified xsi:type="dcterms:W3CDTF">2026-07-01T13:41:06Z</dcterms:modified>
</cp:coreProperties>
</file>